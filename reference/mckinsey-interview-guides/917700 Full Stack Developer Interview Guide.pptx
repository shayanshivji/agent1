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heme/theme3.xml" ContentType="application/vnd.openxmlformats-officedocument.them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notesSlides/notesSlide1.xml" ContentType="application/vnd.openxmlformats-officedocument.presentationml.notesSlide+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notesSlides/notesSlide2.xml" ContentType="application/vnd.openxmlformats-officedocument.presentationml.notesSlide+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notesSlides/notesSlide3.xml" ContentType="application/vnd.openxmlformats-officedocument.presentationml.notesSlide+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notesSlides/notesSlide4.xml" ContentType="application/vnd.openxmlformats-officedocument.presentationml.notesSlide+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notesSlides/notesSlide5.xml" ContentType="application/vnd.openxmlformats-officedocument.presentationml.notesSlide+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notesSlides/notesSlide6.xml" ContentType="application/vnd.openxmlformats-officedocument.presentationml.notesSlide+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notesSlides/notesSlide7.xml" ContentType="application/vnd.openxmlformats-officedocument.presentationml.notesSlide+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64" r:id="rId5"/>
  </p:sldMasterIdLst>
  <p:notesMasterIdLst>
    <p:notesMasterId r:id="rId21"/>
  </p:notesMasterIdLst>
  <p:sldIdLst>
    <p:sldId id="256" r:id="rId6"/>
    <p:sldId id="2147468807" r:id="rId7"/>
    <p:sldId id="2147468803" r:id="rId8"/>
    <p:sldId id="2147468796" r:id="rId9"/>
    <p:sldId id="2147375330" r:id="rId10"/>
    <p:sldId id="2147468804" r:id="rId11"/>
    <p:sldId id="2147375094" r:id="rId12"/>
    <p:sldId id="2147468806" r:id="rId13"/>
    <p:sldId id="2147468799" r:id="rId14"/>
    <p:sldId id="2145705898" r:id="rId15"/>
    <p:sldId id="2145705901" r:id="rId16"/>
    <p:sldId id="2145705899" r:id="rId17"/>
    <p:sldId id="2145705900" r:id="rId18"/>
    <p:sldId id="2147468808" r:id="rId19"/>
    <p:sldId id="2147468805" r:id="rId20"/>
  </p:sldIdLst>
  <p:sldSz cx="12192000" cy="6858000"/>
  <p:notesSz cx="7102475" cy="9388475"/>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84"/>
    <p:restoredTop sz="96302"/>
  </p:normalViewPr>
  <p:slideViewPr>
    <p:cSldViewPr snapToGrid="0">
      <p:cViewPr varScale="1">
        <p:scale>
          <a:sx n="159" d="100"/>
          <a:sy n="159" d="100"/>
        </p:scale>
        <p:origin x="336" y="184"/>
      </p:cViewPr>
      <p:guideLst/>
    </p:cSldViewPr>
  </p:slid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E9644E5F-D283-154B-825A-141CB3EC9680}" type="datetimeFigureOut">
              <a:rPr lang="en-NL" smtClean="0"/>
              <a:t>6/4/24</a:t>
            </a:fld>
            <a:endParaRPr lang="en-NL"/>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C4BD2BC8-02FA-9B4F-B640-472898D1C93B}" type="slidenum">
              <a:rPr lang="en-NL" smtClean="0"/>
              <a:t>‹#›</a:t>
            </a:fld>
            <a:endParaRPr lang="en-NL"/>
          </a:p>
        </p:txBody>
      </p:sp>
    </p:spTree>
    <p:extLst>
      <p:ext uri="{BB962C8B-B14F-4D97-AF65-F5344CB8AC3E}">
        <p14:creationId xmlns:p14="http://schemas.microsoft.com/office/powerpoint/2010/main" val="782155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6 June 2024</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3</a:t>
            </a:fld>
            <a:endParaRPr lang="en-US"/>
          </a:p>
        </p:txBody>
      </p:sp>
    </p:spTree>
    <p:extLst>
      <p:ext uri="{BB962C8B-B14F-4D97-AF65-F5344CB8AC3E}">
        <p14:creationId xmlns:p14="http://schemas.microsoft.com/office/powerpoint/2010/main" val="361111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6 June 2024</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4</a:t>
            </a:fld>
            <a:endParaRPr lang="en-US"/>
          </a:p>
        </p:txBody>
      </p:sp>
    </p:spTree>
    <p:extLst>
      <p:ext uri="{BB962C8B-B14F-4D97-AF65-F5344CB8AC3E}">
        <p14:creationId xmlns:p14="http://schemas.microsoft.com/office/powerpoint/2010/main" val="3187952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654675-B2E2-403C-804A-4EE9F16C7D17}" type="slidenum">
              <a:rPr lang="en-US" smtClean="0"/>
              <a:t>6</a:t>
            </a:fld>
            <a:endParaRPr lang="en-US" dirty="0"/>
          </a:p>
        </p:txBody>
      </p:sp>
    </p:spTree>
    <p:extLst>
      <p:ext uri="{BB962C8B-B14F-4D97-AF65-F5344CB8AC3E}">
        <p14:creationId xmlns:p14="http://schemas.microsoft.com/office/powerpoint/2010/main" val="3320006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654675-B2E2-403C-804A-4EE9F16C7D17}" type="slidenum">
              <a:rPr lang="en-US" smtClean="0"/>
              <a:t>7</a:t>
            </a:fld>
            <a:endParaRPr lang="en-US" dirty="0"/>
          </a:p>
        </p:txBody>
      </p:sp>
    </p:spTree>
    <p:extLst>
      <p:ext uri="{BB962C8B-B14F-4D97-AF65-F5344CB8AC3E}">
        <p14:creationId xmlns:p14="http://schemas.microsoft.com/office/powerpoint/2010/main" val="2252996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4 June 2024</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11</a:t>
            </a:fld>
            <a:endParaRPr lang="en-US"/>
          </a:p>
        </p:txBody>
      </p:sp>
    </p:spTree>
    <p:extLst>
      <p:ext uri="{BB962C8B-B14F-4D97-AF65-F5344CB8AC3E}">
        <p14:creationId xmlns:p14="http://schemas.microsoft.com/office/powerpoint/2010/main" val="569909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4 June 2024</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12</a:t>
            </a:fld>
            <a:endParaRPr lang="en-US"/>
          </a:p>
        </p:txBody>
      </p:sp>
    </p:spTree>
    <p:extLst>
      <p:ext uri="{BB962C8B-B14F-4D97-AF65-F5344CB8AC3E}">
        <p14:creationId xmlns:p14="http://schemas.microsoft.com/office/powerpoint/2010/main" val="411403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4 June 2024</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13</a:t>
            </a:fld>
            <a:endParaRPr lang="en-US"/>
          </a:p>
        </p:txBody>
      </p:sp>
    </p:spTree>
    <p:extLst>
      <p:ext uri="{BB962C8B-B14F-4D97-AF65-F5344CB8AC3E}">
        <p14:creationId xmlns:p14="http://schemas.microsoft.com/office/powerpoint/2010/main" val="173626077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image" Target="../media/image4.svg"/><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3.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2.emf"/><Relationship Id="rId5" Type="http://schemas.openxmlformats.org/officeDocument/2006/relationships/tags" Target="../tags/tag27.xml"/><Relationship Id="rId10" Type="http://schemas.openxmlformats.org/officeDocument/2006/relationships/oleObject" Target="../embeddings/oleObject2.bin"/><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image" Target="../media/image1.emf"/><Relationship Id="rId4" Type="http://schemas.openxmlformats.org/officeDocument/2006/relationships/tags" Target="../tags/tag34.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slideMaster" Target="../slideMasters/slideMaster1.xml"/><Relationship Id="rId4" Type="http://schemas.openxmlformats.org/officeDocument/2006/relationships/tags" Target="../tags/tag4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slideMaster" Target="../slideMasters/slideMaster1.xml"/><Relationship Id="rId4" Type="http://schemas.openxmlformats.org/officeDocument/2006/relationships/tags" Target="../tags/tag45.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8.xml"/><Relationship Id="rId7"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10" Type="http://schemas.openxmlformats.org/officeDocument/2006/relationships/image" Target="../media/image5.emf"/><Relationship Id="rId4" Type="http://schemas.openxmlformats.org/officeDocument/2006/relationships/tags" Target="../tags/tag55.xml"/><Relationship Id="rId9"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6.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image" Target="../media/image1.emf"/><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oleObject" Target="../embeddings/oleObject6.bin"/><Relationship Id="rId5" Type="http://schemas.openxmlformats.org/officeDocument/2006/relationships/tags" Target="../tags/tag63.xml"/><Relationship Id="rId10" Type="http://schemas.openxmlformats.org/officeDocument/2006/relationships/slideMaster" Target="../slideMasters/slideMaster1.xml"/><Relationship Id="rId4" Type="http://schemas.openxmlformats.org/officeDocument/2006/relationships/tags" Target="../tags/tag62.xml"/><Relationship Id="rId9" Type="http://schemas.openxmlformats.org/officeDocument/2006/relationships/tags" Target="../tags/tag67.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image" Target="../media/image1.emf"/><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oleObject" Target="../embeddings/oleObject7.bin"/><Relationship Id="rId5" Type="http://schemas.openxmlformats.org/officeDocument/2006/relationships/tags" Target="../tags/tag72.xml"/><Relationship Id="rId10" Type="http://schemas.openxmlformats.org/officeDocument/2006/relationships/slideMaster" Target="../slideMasters/slideMaster1.xml"/><Relationship Id="rId4" Type="http://schemas.openxmlformats.org/officeDocument/2006/relationships/tags" Target="../tags/tag71.xml"/><Relationship Id="rId9" Type="http://schemas.openxmlformats.org/officeDocument/2006/relationships/tags" Target="../tags/tag76.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4.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image" Target="../media/image1.emf"/><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oleObject" Target="../embeddings/oleObject8.bin"/><Relationship Id="rId5" Type="http://schemas.openxmlformats.org/officeDocument/2006/relationships/tags" Target="../tags/tag81.xml"/><Relationship Id="rId10" Type="http://schemas.openxmlformats.org/officeDocument/2006/relationships/slideMaster" Target="../slideMasters/slideMaster1.xml"/><Relationship Id="rId4" Type="http://schemas.openxmlformats.org/officeDocument/2006/relationships/tags" Target="../tags/tag80.xml"/><Relationship Id="rId9" Type="http://schemas.openxmlformats.org/officeDocument/2006/relationships/tags" Target="../tags/tag85.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6.emf"/><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oleObject" Target="../embeddings/oleObject9.bin"/><Relationship Id="rId5" Type="http://schemas.openxmlformats.org/officeDocument/2006/relationships/tags" Target="../tags/tag90.xml"/><Relationship Id="rId10" Type="http://schemas.openxmlformats.org/officeDocument/2006/relationships/slideMaster" Target="../slideMasters/slideMaster1.xml"/><Relationship Id="rId4" Type="http://schemas.openxmlformats.org/officeDocument/2006/relationships/tags" Target="../tags/tag89.xml"/><Relationship Id="rId9" Type="http://schemas.openxmlformats.org/officeDocument/2006/relationships/tags" Target="../tags/tag94.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image" Target="../media/image1.emf"/><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oleObject" Target="../embeddings/oleObject10.bin"/><Relationship Id="rId5" Type="http://schemas.openxmlformats.org/officeDocument/2006/relationships/tags" Target="../tags/tag99.xml"/><Relationship Id="rId10" Type="http://schemas.openxmlformats.org/officeDocument/2006/relationships/slideMaster" Target="../slideMasters/slideMaster1.xml"/><Relationship Id="rId4" Type="http://schemas.openxmlformats.org/officeDocument/2006/relationships/tags" Target="../tags/tag98.xml"/><Relationship Id="rId9" Type="http://schemas.openxmlformats.org/officeDocument/2006/relationships/tags" Target="../tags/tag103.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Master" Target="../slideMasters/slideMaster1.xml"/><Relationship Id="rId5" Type="http://schemas.openxmlformats.org/officeDocument/2006/relationships/tags" Target="../tags/tag108.xml"/><Relationship Id="rId4" Type="http://schemas.openxmlformats.org/officeDocument/2006/relationships/tags" Target="../tags/tag107.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slideMaster" Target="../slideMasters/slideMaster1.xml"/><Relationship Id="rId4" Type="http://schemas.openxmlformats.org/officeDocument/2006/relationships/tags" Target="../tags/tag112.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15.xml"/><Relationship Id="rId7" Type="http://schemas.openxmlformats.org/officeDocument/2006/relationships/image" Target="../media/image7.pn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2.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18.xml"/><Relationship Id="rId7" Type="http://schemas.openxmlformats.org/officeDocument/2006/relationships/tags" Target="../tags/tag12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5" Type="http://schemas.openxmlformats.org/officeDocument/2006/relationships/tags" Target="../tags/tag120.xml"/><Relationship Id="rId10" Type="http://schemas.openxmlformats.org/officeDocument/2006/relationships/image" Target="../media/image1.emf"/><Relationship Id="rId4" Type="http://schemas.openxmlformats.org/officeDocument/2006/relationships/tags" Target="../tags/tag119.xml"/><Relationship Id="rId9" Type="http://schemas.openxmlformats.org/officeDocument/2006/relationships/oleObject" Target="../embeddings/oleObject12.bin"/></Relationships>
</file>

<file path=ppt/slideLayouts/_rels/slideLayout16.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tags" Target="../tags/tag125.xml"/><Relationship Id="rId7" Type="http://schemas.openxmlformats.org/officeDocument/2006/relationships/slideMaster" Target="../slideMasters/slideMaster1.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9" Type="http://schemas.openxmlformats.org/officeDocument/2006/relationships/image" Target="../media/image8.emf"/></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image" Target="../media/image4.svg"/><Relationship Id="rId3" Type="http://schemas.openxmlformats.org/officeDocument/2006/relationships/tags" Target="../tags/tag152.xml"/><Relationship Id="rId7" Type="http://schemas.openxmlformats.org/officeDocument/2006/relationships/tags" Target="../tags/tag156.xml"/><Relationship Id="rId12" Type="http://schemas.openxmlformats.org/officeDocument/2006/relationships/image" Target="../media/image3.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image" Target="../media/image2.emf"/><Relationship Id="rId5" Type="http://schemas.openxmlformats.org/officeDocument/2006/relationships/tags" Target="../tags/tag154.xml"/><Relationship Id="rId10" Type="http://schemas.openxmlformats.org/officeDocument/2006/relationships/oleObject" Target="../embeddings/oleObject15.bin"/><Relationship Id="rId4" Type="http://schemas.openxmlformats.org/officeDocument/2006/relationships/tags" Target="../tags/tag153.xml"/><Relationship Id="rId9"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60.xml"/><Relationship Id="rId7" Type="http://schemas.openxmlformats.org/officeDocument/2006/relationships/tags" Target="../tags/tag164.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5" Type="http://schemas.openxmlformats.org/officeDocument/2006/relationships/tags" Target="../tags/tag162.xml"/><Relationship Id="rId10" Type="http://schemas.openxmlformats.org/officeDocument/2006/relationships/image" Target="../media/image1.emf"/><Relationship Id="rId4" Type="http://schemas.openxmlformats.org/officeDocument/2006/relationships/tags" Target="../tags/tag161.xml"/><Relationship Id="rId9" Type="http://schemas.openxmlformats.org/officeDocument/2006/relationships/oleObject" Target="../embeddings/oleObject16.bin"/></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slideMaster" Target="../slideMasters/slideMaster2.xml"/><Relationship Id="rId4" Type="http://schemas.openxmlformats.org/officeDocument/2006/relationships/tags" Target="../tags/tag168.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5" Type="http://schemas.openxmlformats.org/officeDocument/2006/relationships/slideMaster" Target="../slideMasters/slideMaster2.xml"/><Relationship Id="rId4" Type="http://schemas.openxmlformats.org/officeDocument/2006/relationships/tags" Target="../tags/tag172.xml"/></Relationships>
</file>

<file path=ppt/slideLayouts/_rels/slideLayout2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175.xml"/><Relationship Id="rId7" Type="http://schemas.openxmlformats.org/officeDocument/2006/relationships/slideMaster" Target="../slideMasters/slideMaster2.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9"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81.xml"/><Relationship Id="rId7" Type="http://schemas.openxmlformats.org/officeDocument/2006/relationships/tags" Target="../tags/tag185.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tags" Target="../tags/tag184.xml"/><Relationship Id="rId5" Type="http://schemas.openxmlformats.org/officeDocument/2006/relationships/tags" Target="../tags/tag183.xml"/><Relationship Id="rId10" Type="http://schemas.openxmlformats.org/officeDocument/2006/relationships/image" Target="../media/image5.emf"/><Relationship Id="rId4" Type="http://schemas.openxmlformats.org/officeDocument/2006/relationships/tags" Target="../tags/tag182.xml"/><Relationship Id="rId9" Type="http://schemas.openxmlformats.org/officeDocument/2006/relationships/oleObject" Target="../embeddings/oleObject18.bin"/></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slideMaster" Target="../slideMasters/slideMaster2.xml"/><Relationship Id="rId5" Type="http://schemas.openxmlformats.org/officeDocument/2006/relationships/tags" Target="../tags/tag190.xml"/><Relationship Id="rId4" Type="http://schemas.openxmlformats.org/officeDocument/2006/relationships/tags" Target="../tags/tag189.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98.xml"/><Relationship Id="rId3" Type="http://schemas.openxmlformats.org/officeDocument/2006/relationships/tags" Target="../tags/tag193.xml"/><Relationship Id="rId7" Type="http://schemas.openxmlformats.org/officeDocument/2006/relationships/tags" Target="../tags/tag197.xml"/><Relationship Id="rId12" Type="http://schemas.openxmlformats.org/officeDocument/2006/relationships/image" Target="../media/image1.emf"/><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tags" Target="../tags/tag196.xml"/><Relationship Id="rId11" Type="http://schemas.openxmlformats.org/officeDocument/2006/relationships/oleObject" Target="../embeddings/oleObject19.bin"/><Relationship Id="rId5" Type="http://schemas.openxmlformats.org/officeDocument/2006/relationships/tags" Target="../tags/tag195.xml"/><Relationship Id="rId10" Type="http://schemas.openxmlformats.org/officeDocument/2006/relationships/slideMaster" Target="../slideMasters/slideMaster2.xml"/><Relationship Id="rId4" Type="http://schemas.openxmlformats.org/officeDocument/2006/relationships/tags" Target="../tags/tag194.xml"/><Relationship Id="rId9" Type="http://schemas.openxmlformats.org/officeDocument/2006/relationships/tags" Target="../tags/tag199.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07.xml"/><Relationship Id="rId3" Type="http://schemas.openxmlformats.org/officeDocument/2006/relationships/tags" Target="../tags/tag202.xml"/><Relationship Id="rId7" Type="http://schemas.openxmlformats.org/officeDocument/2006/relationships/tags" Target="../tags/tag206.xml"/><Relationship Id="rId12" Type="http://schemas.openxmlformats.org/officeDocument/2006/relationships/image" Target="../media/image1.emf"/><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11" Type="http://schemas.openxmlformats.org/officeDocument/2006/relationships/oleObject" Target="../embeddings/oleObject20.bin"/><Relationship Id="rId5" Type="http://schemas.openxmlformats.org/officeDocument/2006/relationships/tags" Target="../tags/tag204.xml"/><Relationship Id="rId10" Type="http://schemas.openxmlformats.org/officeDocument/2006/relationships/slideMaster" Target="../slideMasters/slideMaster2.xml"/><Relationship Id="rId4" Type="http://schemas.openxmlformats.org/officeDocument/2006/relationships/tags" Target="../tags/tag203.xml"/><Relationship Id="rId9" Type="http://schemas.openxmlformats.org/officeDocument/2006/relationships/tags" Target="../tags/tag208.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16.xml"/><Relationship Id="rId3" Type="http://schemas.openxmlformats.org/officeDocument/2006/relationships/tags" Target="../tags/tag211.xml"/><Relationship Id="rId7" Type="http://schemas.openxmlformats.org/officeDocument/2006/relationships/tags" Target="../tags/tag215.xml"/><Relationship Id="rId12" Type="http://schemas.openxmlformats.org/officeDocument/2006/relationships/image" Target="../media/image8.emf"/><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tags" Target="../tags/tag214.xml"/><Relationship Id="rId11" Type="http://schemas.openxmlformats.org/officeDocument/2006/relationships/oleObject" Target="../embeddings/oleObject21.bin"/><Relationship Id="rId5" Type="http://schemas.openxmlformats.org/officeDocument/2006/relationships/tags" Target="../tags/tag213.xml"/><Relationship Id="rId10" Type="http://schemas.openxmlformats.org/officeDocument/2006/relationships/slideMaster" Target="../slideMasters/slideMaster2.xml"/><Relationship Id="rId4" Type="http://schemas.openxmlformats.org/officeDocument/2006/relationships/tags" Target="../tags/tag212.xml"/><Relationship Id="rId9" Type="http://schemas.openxmlformats.org/officeDocument/2006/relationships/tags" Target="../tags/tag217.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25.xml"/><Relationship Id="rId3" Type="http://schemas.openxmlformats.org/officeDocument/2006/relationships/tags" Target="../tags/tag220.xml"/><Relationship Id="rId7" Type="http://schemas.openxmlformats.org/officeDocument/2006/relationships/tags" Target="../tags/tag224.xml"/><Relationship Id="rId12" Type="http://schemas.openxmlformats.org/officeDocument/2006/relationships/image" Target="../media/image1.emf"/><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oleObject" Target="../embeddings/oleObject22.bin"/><Relationship Id="rId5" Type="http://schemas.openxmlformats.org/officeDocument/2006/relationships/tags" Target="../tags/tag222.xml"/><Relationship Id="rId10" Type="http://schemas.openxmlformats.org/officeDocument/2006/relationships/slideMaster" Target="../slideMasters/slideMaster2.xml"/><Relationship Id="rId4" Type="http://schemas.openxmlformats.org/officeDocument/2006/relationships/tags" Target="../tags/tag221.xml"/><Relationship Id="rId9" Type="http://schemas.openxmlformats.org/officeDocument/2006/relationships/tags" Target="../tags/tag226.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34.xml"/><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image" Target="../media/image8.emf"/><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oleObject" Target="../embeddings/oleObject23.bin"/><Relationship Id="rId5" Type="http://schemas.openxmlformats.org/officeDocument/2006/relationships/tags" Target="../tags/tag231.xml"/><Relationship Id="rId10" Type="http://schemas.openxmlformats.org/officeDocument/2006/relationships/slideMaster" Target="../slideMasters/slideMaster2.xml"/><Relationship Id="rId4" Type="http://schemas.openxmlformats.org/officeDocument/2006/relationships/tags" Target="../tags/tag230.xml"/><Relationship Id="rId9" Type="http://schemas.openxmlformats.org/officeDocument/2006/relationships/tags" Target="../tags/tag235.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43.xml"/><Relationship Id="rId3" Type="http://schemas.openxmlformats.org/officeDocument/2006/relationships/tags" Target="../tags/tag238.xml"/><Relationship Id="rId7" Type="http://schemas.openxmlformats.org/officeDocument/2006/relationships/tags" Target="../tags/tag242.xml"/><Relationship Id="rId12" Type="http://schemas.openxmlformats.org/officeDocument/2006/relationships/image" Target="../media/image8.emf"/><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tags" Target="../tags/tag241.xml"/><Relationship Id="rId11" Type="http://schemas.openxmlformats.org/officeDocument/2006/relationships/oleObject" Target="../embeddings/oleObject24.bin"/><Relationship Id="rId5" Type="http://schemas.openxmlformats.org/officeDocument/2006/relationships/tags" Target="../tags/tag240.xml"/><Relationship Id="rId10" Type="http://schemas.openxmlformats.org/officeDocument/2006/relationships/slideMaster" Target="../slideMasters/slideMaster2.xml"/><Relationship Id="rId4" Type="http://schemas.openxmlformats.org/officeDocument/2006/relationships/tags" Target="../tags/tag239.xml"/><Relationship Id="rId9" Type="http://schemas.openxmlformats.org/officeDocument/2006/relationships/tags" Target="../tags/tag244.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252.xml"/><Relationship Id="rId3" Type="http://schemas.openxmlformats.org/officeDocument/2006/relationships/tags" Target="../tags/tag247.xml"/><Relationship Id="rId7" Type="http://schemas.openxmlformats.org/officeDocument/2006/relationships/tags" Target="../tags/tag251.xml"/><Relationship Id="rId12" Type="http://schemas.openxmlformats.org/officeDocument/2006/relationships/image" Target="../media/image1.emf"/><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tags" Target="../tags/tag250.xml"/><Relationship Id="rId11" Type="http://schemas.openxmlformats.org/officeDocument/2006/relationships/oleObject" Target="../embeddings/oleObject25.bin"/><Relationship Id="rId5" Type="http://schemas.openxmlformats.org/officeDocument/2006/relationships/tags" Target="../tags/tag249.xml"/><Relationship Id="rId10" Type="http://schemas.openxmlformats.org/officeDocument/2006/relationships/slideMaster" Target="../slideMasters/slideMaster2.xml"/><Relationship Id="rId4" Type="http://schemas.openxmlformats.org/officeDocument/2006/relationships/tags" Target="../tags/tag248.xml"/><Relationship Id="rId9" Type="http://schemas.openxmlformats.org/officeDocument/2006/relationships/tags" Target="../tags/tag253.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261.xml"/><Relationship Id="rId3" Type="http://schemas.openxmlformats.org/officeDocument/2006/relationships/tags" Target="../tags/tag256.xml"/><Relationship Id="rId7" Type="http://schemas.openxmlformats.org/officeDocument/2006/relationships/tags" Target="../tags/tag260.xml"/><Relationship Id="rId12" Type="http://schemas.openxmlformats.org/officeDocument/2006/relationships/image" Target="../media/image1.emf"/><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tags" Target="../tags/tag259.xml"/><Relationship Id="rId11" Type="http://schemas.openxmlformats.org/officeDocument/2006/relationships/oleObject" Target="../embeddings/oleObject26.bin"/><Relationship Id="rId5" Type="http://schemas.openxmlformats.org/officeDocument/2006/relationships/tags" Target="../tags/tag258.xml"/><Relationship Id="rId10" Type="http://schemas.openxmlformats.org/officeDocument/2006/relationships/slideMaster" Target="../slideMasters/slideMaster2.xml"/><Relationship Id="rId4" Type="http://schemas.openxmlformats.org/officeDocument/2006/relationships/tags" Target="../tags/tag257.xml"/><Relationship Id="rId9" Type="http://schemas.openxmlformats.org/officeDocument/2006/relationships/tags" Target="../tags/tag26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265.xml"/><Relationship Id="rId2" Type="http://schemas.openxmlformats.org/officeDocument/2006/relationships/tags" Target="../tags/tag264.xml"/><Relationship Id="rId1" Type="http://schemas.openxmlformats.org/officeDocument/2006/relationships/tags" Target="../tags/tag263.xml"/><Relationship Id="rId5" Type="http://schemas.openxmlformats.org/officeDocument/2006/relationships/slideMaster" Target="../slideMasters/slideMaster2.xml"/><Relationship Id="rId4" Type="http://schemas.openxmlformats.org/officeDocument/2006/relationships/tags" Target="../tags/tag266.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269.xml"/><Relationship Id="rId7" Type="http://schemas.openxmlformats.org/officeDocument/2006/relationships/image" Target="../media/image7.png"/><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image" Target="../media/image2.emf"/><Relationship Id="rId5" Type="http://schemas.openxmlformats.org/officeDocument/2006/relationships/oleObject" Target="../embeddings/oleObject27.bin"/><Relationship Id="rId4"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p:custDataLst>
              <p:tags r:id="rId1"/>
            </p:custDataLst>
            <p:extLst>
              <p:ext uri="{D42A27DB-BD31-4B8C-83A1-F6EECF244321}">
                <p14:modId xmlns:p14="http://schemas.microsoft.com/office/powerpoint/2010/main" val="1154262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44" imgH="344" progId="TCLayout.ActiveDocument.1">
                  <p:embed/>
                </p:oleObj>
              </mc:Choice>
              <mc:Fallback>
                <p:oleObj name="think-cell Slide" r:id="rId10"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pic>
        <p:nvPicPr>
          <p:cNvPr id="18" name="Partnership">
            <a:extLst>
              <a:ext uri="{FF2B5EF4-FFF2-40B4-BE49-F238E27FC236}">
                <a16:creationId xmlns:a16="http://schemas.microsoft.com/office/drawing/2014/main" id="{A00311E5-5DD2-4988-94D4-79B581B94FB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sp>
        <p:nvSpPr>
          <p:cNvPr id="8" name="Rectangle 7" hidden="1">
            <a:extLst>
              <a:ext uri="{FF2B5EF4-FFF2-40B4-BE49-F238E27FC236}">
                <a16:creationId xmlns:a16="http://schemas.microsoft.com/office/drawing/2014/main" id="{C54CE3BD-55D7-42CB-8D9D-17E2A0D74581}"/>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grpSp>
        <p:nvGrpSpPr>
          <p:cNvPr id="4" name="LogoImage">
            <a:extLst>
              <a:ext uri="{FF2B5EF4-FFF2-40B4-BE49-F238E27FC236}">
                <a16:creationId xmlns:a16="http://schemas.microsoft.com/office/drawing/2014/main" id="{275CA5E5-0CE7-4325-8DA5-DA17C9380A0C}"/>
              </a:ext>
            </a:extLst>
          </p:cNvPr>
          <p:cNvGrpSpPr>
            <a:grpSpLocks noChangeAspect="1"/>
          </p:cNvGrpSpPr>
          <p:nvPr>
            <p:custDataLst>
              <p:tags r:id="rId3"/>
            </p:custDataLst>
          </p:nvPr>
        </p:nvGrpSpPr>
        <p:grpSpPr bwMode="black">
          <a:xfrm>
            <a:off x="551942" y="481160"/>
            <a:ext cx="1893201" cy="585216"/>
            <a:chOff x="0" y="973"/>
            <a:chExt cx="7680" cy="2374"/>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dirty="0"/>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5"/>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p:custDataLst>
              <p:tags r:id="rId6"/>
            </p:custDataLst>
          </p:nvPr>
        </p:nvSpPr>
        <p:spPr>
          <a:xfrm>
            <a:off x="551942" y="4092559"/>
            <a:ext cx="6016752" cy="307777"/>
          </a:xfrm>
          <a:prstGeom prst="rect">
            <a:avLst/>
          </a:prstGeom>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13" name="Title">
            <a:extLst>
              <a:ext uri="{FF2B5EF4-FFF2-40B4-BE49-F238E27FC236}">
                <a16:creationId xmlns:a16="http://schemas.microsoft.com/office/drawing/2014/main" id="{14DBF1FD-6C25-4E00-ACAB-F60F35C9625C}"/>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GB"/>
              <a:t>Click to edit Master title style</a:t>
            </a:r>
            <a:endParaRPr lang="en-US" dirty="0"/>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p:custDataLst>
              <p:tags r:id="rId8"/>
            </p:custDataLst>
          </p:nvPr>
        </p:nvSpPr>
        <p:spPr bwMode="black">
          <a:xfrm>
            <a:off x="551942" y="6190488"/>
            <a:ext cx="4114800"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dirty="0">
                <a:solidFill>
                  <a:schemeClr val="tx1"/>
                </a:solidFill>
                <a:latin typeface="+mn-lt"/>
              </a:rPr>
              <a:t>CONFIDENTIAL AND PROPRIETARY</a:t>
            </a:r>
          </a:p>
          <a:p>
            <a:pPr defTabSz="804863" eaLnBrk="0" hangingPunct="0"/>
            <a:r>
              <a:rPr lang="en-US" sz="800" dirty="0">
                <a:solidFill>
                  <a:schemeClr val="tx1"/>
                </a:solidFill>
                <a:latin typeface="+mn-lt"/>
              </a:rPr>
              <a:t>Any use of this material without specific permission </a:t>
            </a:r>
          </a:p>
          <a:p>
            <a:pPr defTabSz="804863" eaLnBrk="0" hangingPunct="0"/>
            <a:r>
              <a:rPr lang="en-US" sz="800" dirty="0">
                <a:solidFill>
                  <a:schemeClr val="tx1"/>
                </a:solidFill>
                <a:latin typeface="+mn-lt"/>
              </a:rPr>
              <a:t>of McKinsey &amp; Company is strictly prohibited</a:t>
            </a: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GB"/>
              <a:t>Click to edit Master 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76999"/>
          </a:xfrm>
        </p:spPr>
        <p:txBody>
          <a:bodyPr anchor="ctr" anchorCtr="0"/>
          <a:lstStyle/>
          <a:p>
            <a:r>
              <a:rPr lang="en-GB" sz="1600"/>
              <a:t>Click to edit Master subtitle style</a:t>
            </a:r>
            <a:endParaRPr lang="en-US" sz="1600" dirty="0"/>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GB"/>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GB"/>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GB"/>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dirty="0"/>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76999"/>
          </a:xfrm>
        </p:spPr>
        <p:txBody>
          <a:bodyPr wrap="square">
            <a:no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GB"/>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GB"/>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7036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GB"/>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GB"/>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692910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GB"/>
              <a:t>Click to edit Master title style</a:t>
            </a:r>
            <a:endParaRPr lang="en-US" dirty="0"/>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76999"/>
          </a:xfrm>
        </p:spPr>
        <p:txBody>
          <a:bodyPr anchor="ctr" anchorCtr="0"/>
          <a:lstStyle/>
          <a:p>
            <a:r>
              <a:rPr lang="en-GB" sz="1600"/>
              <a:t>Click to edit Master subtitle style</a:t>
            </a:r>
            <a:endParaRPr lang="en-US" sz="1600" dirty="0"/>
          </a:p>
        </p:txBody>
      </p:sp>
    </p:spTree>
    <p:extLst>
      <p:ext uri="{BB962C8B-B14F-4D97-AF65-F5344CB8AC3E}">
        <p14:creationId xmlns:p14="http://schemas.microsoft.com/office/powerpoint/2010/main" val="605467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GB"/>
              <a:t>Click to edit Master title style</a:t>
            </a:r>
            <a:endParaRPr lang="en-US" dirty="0"/>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76999"/>
          </a:xfrm>
        </p:spPr>
        <p:txBody>
          <a:bodyPr anchor="ctr" anchorCtr="0"/>
          <a:lstStyle/>
          <a:p>
            <a:r>
              <a:rPr lang="en-GB" sz="1600"/>
              <a:t>Click to edit Master subtitle style</a:t>
            </a:r>
            <a:endParaRPr lang="en-US" sz="1600" dirty="0"/>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3370" y="78768"/>
            <a:ext cx="3466941"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911390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dirty="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9860" y="78768"/>
            <a:ext cx="2520451" cy="123111"/>
          </a:xfrm>
        </p:spPr>
        <p:txBody>
          <a:bodyPr wrap="square" anchor="ctr" anchorCtr="0">
            <a:spAutoFit/>
          </a:bodyPr>
          <a:lstStyle>
            <a:lvl1pPr algn="r">
              <a:defRPr sz="800">
                <a:latin typeface="+mn-lt"/>
              </a:defRPr>
            </a:lvl1pPr>
          </a:lstStyle>
          <a:p>
            <a:pPr lvl="0"/>
            <a:r>
              <a:rPr lang="en-US" dirty="0"/>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GB"/>
              <a:t>Click to edit Master title style</a:t>
            </a:r>
            <a:endParaRPr lang="en-US" dirty="0"/>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76999"/>
          </a:xfrm>
        </p:spPr>
        <p:txBody>
          <a:bodyPr anchor="ctr" anchorCtr="0"/>
          <a:lstStyle/>
          <a:p>
            <a:r>
              <a:rPr lang="en-GB" sz="1600"/>
              <a:t>Click to edit Master subtitle style</a:t>
            </a:r>
            <a:endParaRPr lang="en-US" sz="1600" dirty="0"/>
          </a:p>
        </p:txBody>
      </p:sp>
    </p:spTree>
    <p:extLst>
      <p:ext uri="{BB962C8B-B14F-4D97-AF65-F5344CB8AC3E}">
        <p14:creationId xmlns:p14="http://schemas.microsoft.com/office/powerpoint/2010/main" val="1470861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GB"/>
              <a:t>Click to edit Master title style</a:t>
            </a:r>
            <a:endParaRPr lang="en-US" dirty="0"/>
          </a:p>
        </p:txBody>
      </p:sp>
      <p:sp>
        <p:nvSpPr>
          <p:cNvPr id="10" name="5. Source" hidden="1">
            <a:extLst>
              <a:ext uri="{FF2B5EF4-FFF2-40B4-BE49-F238E27FC236}">
                <a16:creationId xmlns:a16="http://schemas.microsoft.com/office/drawing/2014/main" id="{81E2484B-3E40-408C-A350-5EB40C8A09F0}"/>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9" name="Partnership">
            <a:extLst>
              <a:ext uri="{FF2B5EF4-FFF2-40B4-BE49-F238E27FC236}">
                <a16:creationId xmlns:a16="http://schemas.microsoft.com/office/drawing/2014/main" id="{7C3A32BD-483D-48A2-B0AF-7A5223571242}"/>
              </a:ext>
            </a:extLst>
          </p:cNvPr>
          <p:cNvPicPr>
            <a:picLocks noChangeAspect="1"/>
          </p:cNvPicPr>
          <p:nvPr/>
        </p:nvPicPr>
        <p:blipFill>
          <a:blip r:embed="rId7"/>
          <a:stretch>
            <a:fillRect/>
          </a:stretch>
        </p:blipFill>
        <p:spPr>
          <a:xfrm>
            <a:off x="0" y="0"/>
            <a:ext cx="12192000" cy="6858000"/>
          </a:xfrm>
          <a:prstGeom prst="rect">
            <a:avLst/>
          </a:prstGeom>
        </p:spPr>
      </p:pic>
      <p:grpSp>
        <p:nvGrpSpPr>
          <p:cNvPr id="13" name="LogoImage">
            <a:extLst>
              <a:ext uri="{FF2B5EF4-FFF2-40B4-BE49-F238E27FC236}">
                <a16:creationId xmlns:a16="http://schemas.microsoft.com/office/drawing/2014/main" id="{CC7EE236-F5C9-45E4-A938-FB794BCDD026}"/>
              </a:ext>
            </a:extLst>
          </p:cNvPr>
          <p:cNvGrpSpPr>
            <a:grpSpLocks noChangeAspect="1"/>
          </p:cNvGrpSpPr>
          <p:nvPr>
            <p:custDataLst>
              <p:tags r:id="rId2"/>
            </p:custDataLst>
          </p:nvPr>
        </p:nvGrpSpPr>
        <p:grpSpPr bwMode="black">
          <a:xfrm>
            <a:off x="549271" y="481160"/>
            <a:ext cx="1893201" cy="585216"/>
            <a:chOff x="0" y="973"/>
            <a:chExt cx="7680" cy="2374"/>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112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68495778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1" y="1"/>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Proximus" panose="00000500000000000000" pitchFamily="2" charset="0"/>
              <a:ea typeface="+mj-ea"/>
              <a:cs typeface="+mj-cs"/>
              <a:sym typeface="Proximus" panose="00000500000000000000" pitchFamily="2"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3"/>
            <a:ext cx="11082528" cy="384721"/>
          </a:xfrm>
        </p:spPr>
        <p:txBody>
          <a:bodyPr vert="horz" wrap="square" lIns="0" tIns="0" rIns="0" bIns="0" rtlCol="0" anchor="t" anchorCtr="0">
            <a:spAutoFit/>
          </a:bodyPr>
          <a:lstStyle>
            <a:lvl1pPr>
              <a:defRPr lang="en-US" dirty="0"/>
            </a:lvl1pPr>
          </a:lstStyle>
          <a:p>
            <a:pPr lvl="0"/>
            <a:r>
              <a:rPr lang="en-GB"/>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571327"/>
            <a:ext cx="11082528" cy="276999"/>
          </a:xfrm>
          <a:prstGeom prst="rect">
            <a:avLst/>
          </a:prstGeom>
        </p:spPr>
        <p:txBody>
          <a:bodyPr vert="horz" wrap="square" lIns="0" tIns="0" rIns="0" bIns="0" rtlCol="0">
            <a:noAutofit/>
          </a:bodyPr>
          <a:lstStyle>
            <a:lvl1pPr>
              <a:defRPr lang="en-US" sz="1800" b="0" dirty="0">
                <a:latin typeface="+mj-lt"/>
              </a:defRPr>
            </a:lvl1pPr>
          </a:lstStyle>
          <a:p>
            <a:pPr lvl="0">
              <a:buNone/>
            </a:pPr>
            <a:r>
              <a:rPr lang="en-GB"/>
              <a:t>Click to edit Master subtitle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6" y="6605082"/>
            <a:ext cx="325501" cy="138499"/>
          </a:xfrm>
          <a:prstGeom prst="rect">
            <a:avLst/>
          </a:prstGeom>
          <a:noFill/>
          <a:ln w="9525" algn="ctr">
            <a:noFill/>
            <a:miter lim="800000"/>
            <a:headEnd/>
            <a:tailEnd/>
          </a:ln>
          <a:effectLst/>
        </p:spPr>
        <p:txBody>
          <a:bodyPr wrap="square" lIns="0" tIns="0" rIns="0" bIns="0" anchor="b">
            <a:spAutoFit/>
          </a:bodyPr>
          <a:lstStyle/>
          <a:p>
            <a:pPr algn="r" defTabSz="610729" fontAlgn="auto">
              <a:spcBef>
                <a:spcPts val="0"/>
              </a:spcBef>
              <a:spcAft>
                <a:spcPts val="0"/>
              </a:spcAft>
              <a:defRPr/>
            </a:pPr>
            <a:fld id="{4ABDCABE-3F10-B64C-92F1-862014417034}" type="slidenum">
              <a:rPr lang="en-US" sz="900" b="0" smtClean="0">
                <a:solidFill>
                  <a:schemeClr val="accent1"/>
                </a:solidFill>
                <a:latin typeface="+mj-lt"/>
                <a:ea typeface="+mn-ea"/>
                <a:cs typeface="Arial" panose="020B0604020202020204" pitchFamily="34" charset="0"/>
              </a:rPr>
              <a:pPr algn="r" defTabSz="610729" fontAlgn="auto">
                <a:spcBef>
                  <a:spcPts val="0"/>
                </a:spcBef>
                <a:spcAft>
                  <a:spcPts val="0"/>
                </a:spcAft>
                <a:defRPr/>
              </a:pPr>
              <a:t>‹#›</a:t>
            </a:fld>
            <a:endParaRPr lang="en-US" sz="900" b="0" dirty="0">
              <a:solidFill>
                <a:schemeClr val="accent1"/>
              </a:solidFill>
              <a:latin typeface="+mj-lt"/>
              <a:ea typeface="+mn-ea"/>
              <a:cs typeface="Arial" panose="020B0604020202020204" pitchFamily="34" charset="0"/>
            </a:endParaRP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8"/>
            <a:ext cx="3843339" cy="164148"/>
          </a:xfrm>
          <a:prstGeom prst="rect">
            <a:avLst/>
          </a:prstGeom>
          <a:ln w="6350">
            <a:noFill/>
            <a:miter lim="800000"/>
          </a:ln>
        </p:spPr>
        <p:txBody>
          <a:bodyPr vert="horz" wrap="square" lIns="0" tIns="0" rIns="0" bIns="0" rtlCol="0">
            <a:spAutoFit/>
          </a:bodyPr>
          <a:lstStyle>
            <a:lvl1pPr>
              <a:defRPr lang="en-US" sz="1067" b="0" dirty="0">
                <a:latin typeface="+mj-lt"/>
                <a:cs typeface="+mn-cs"/>
              </a:defRPr>
            </a:lvl1pPr>
          </a:lstStyle>
          <a:p>
            <a:pPr lvl="0">
              <a:buNone/>
            </a:pPr>
            <a:r>
              <a:rPr lang="en-US" dirty="0"/>
              <a:t>Add tracker</a:t>
            </a:r>
          </a:p>
        </p:txBody>
      </p:sp>
      <p:sp>
        <p:nvSpPr>
          <p:cNvPr id="2" name="5. Source" hidden="1">
            <a:extLst>
              <a:ext uri="{FF2B5EF4-FFF2-40B4-BE49-F238E27FC236}">
                <a16:creationId xmlns:a16="http://schemas.microsoft.com/office/drawing/2014/main" id="{9F9F267E-A5B5-4DD1-B176-F5FDD61E9783}"/>
              </a:ext>
            </a:extLst>
          </p:cNvPr>
          <p:cNvSpPr txBox="1"/>
          <p:nvPr userDrawn="1">
            <p:custDataLst>
              <p:tags r:id="rId7"/>
            </p:custDataLst>
          </p:nvPr>
        </p:nvSpPr>
        <p:spPr>
          <a:xfrm>
            <a:off x="554735" y="6396586"/>
            <a:ext cx="11082528" cy="164148"/>
          </a:xfrm>
          <a:prstGeom prst="rect">
            <a:avLst/>
          </a:prstGeom>
          <a:ln w="6350">
            <a:noFill/>
            <a:miter lim="800000"/>
          </a:ln>
        </p:spPr>
        <p:txBody>
          <a:bodyPr vert="horz" wrap="square" lIns="0" tIns="0" rIns="0" bIns="0" rtlCol="0">
            <a:noAutofit/>
          </a:bodyPr>
          <a:lstStyle/>
          <a:p>
            <a:pPr algn="l">
              <a:spcBef>
                <a:spcPts val="400"/>
              </a:spcBef>
              <a:spcAft>
                <a:spcPts val="400"/>
              </a:spcAft>
              <a:buNone/>
            </a:pPr>
            <a:r>
              <a:rPr lang="en-GB" sz="800"/>
              <a:t>Source: …</a:t>
            </a:r>
            <a:endParaRPr lang="en-GB" sz="800" dirty="0"/>
          </a:p>
        </p:txBody>
      </p:sp>
    </p:spTree>
    <p:extLst>
      <p:ext uri="{BB962C8B-B14F-4D97-AF65-F5344CB8AC3E}">
        <p14:creationId xmlns:p14="http://schemas.microsoft.com/office/powerpoint/2010/main" val="194160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1462882389"/>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1" y="1"/>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Proximus" panose="00000500000000000000" pitchFamily="2" charset="0"/>
              <a:ea typeface="+mj-ea"/>
              <a:cs typeface="+mj-cs"/>
              <a:sym typeface="Proximus" panose="00000500000000000000" pitchFamily="2"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429001"/>
            <a:ext cx="5065776" cy="384721"/>
          </a:xfrm>
          <a:prstGeom prst="rect">
            <a:avLst/>
          </a:prstGeom>
        </p:spPr>
        <p:txBody>
          <a:bodyPr vert="horz" wrap="square" lIns="0" tIns="0" rIns="0" bIns="0" rtlCol="0" anchor="b" anchorCtr="0">
            <a:spAutoFit/>
          </a:bodyPr>
          <a:lstStyle>
            <a:lvl1pPr>
              <a:defRPr lang="en-US" dirty="0"/>
            </a:lvl1pPr>
          </a:lstStyle>
          <a:p>
            <a:pPr lvl="0"/>
            <a:r>
              <a:rPr lang="en-GB"/>
              <a:t>Click to edit Master title style</a:t>
            </a:r>
            <a:endParaRPr lang="en-US" dirty="0"/>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4"/>
            </p:custDataLst>
          </p:nvPr>
        </p:nvSpPr>
        <p:spPr>
          <a:xfrm>
            <a:off x="554735" y="41598"/>
            <a:ext cx="3843339" cy="164148"/>
          </a:xfrm>
          <a:prstGeom prst="rect">
            <a:avLst/>
          </a:prstGeom>
          <a:ln w="6350">
            <a:noFill/>
            <a:miter lim="800000"/>
          </a:ln>
        </p:spPr>
        <p:txBody>
          <a:bodyPr vert="horz" wrap="square" lIns="0" tIns="0" rIns="0" bIns="0" rtlCol="0">
            <a:spAutoFit/>
          </a:bodyPr>
          <a:lstStyle>
            <a:lvl1pPr>
              <a:defRPr lang="en-US" sz="1067" b="0" dirty="0">
                <a:latin typeface="+mj-lt"/>
                <a:cs typeface="+mn-cs"/>
              </a:defRPr>
            </a:lvl1pPr>
          </a:lstStyle>
          <a:p>
            <a:pPr lvl="0">
              <a:buNone/>
            </a:pPr>
            <a:r>
              <a:rPr lang="en-US" dirty="0"/>
              <a:t>Add tracker</a:t>
            </a:r>
          </a:p>
        </p:txBody>
      </p:sp>
      <p:sp>
        <p:nvSpPr>
          <p:cNvPr id="5" name="5. Source" hidden="1">
            <a:extLst>
              <a:ext uri="{FF2B5EF4-FFF2-40B4-BE49-F238E27FC236}">
                <a16:creationId xmlns:a16="http://schemas.microsoft.com/office/drawing/2014/main" id="{76AFD030-E7F2-4964-BAD9-D769A6CED935}"/>
              </a:ext>
            </a:extLst>
          </p:cNvPr>
          <p:cNvSpPr txBox="1"/>
          <p:nvPr userDrawn="1">
            <p:custDataLst>
              <p:tags r:id="rId5"/>
            </p:custDataLst>
          </p:nvPr>
        </p:nvSpPr>
        <p:spPr>
          <a:xfrm>
            <a:off x="554735" y="6396586"/>
            <a:ext cx="11082528" cy="164148"/>
          </a:xfrm>
          <a:prstGeom prst="rect">
            <a:avLst/>
          </a:prstGeom>
          <a:ln w="6350">
            <a:noFill/>
            <a:miter lim="800000"/>
          </a:ln>
        </p:spPr>
        <p:txBody>
          <a:bodyPr vert="horz" wrap="square" lIns="0" tIns="0" rIns="0" bIns="0" rtlCol="0">
            <a:noAutofit/>
          </a:bodyPr>
          <a:lstStyle/>
          <a:p>
            <a:pPr algn="l">
              <a:spcBef>
                <a:spcPts val="400"/>
              </a:spcBef>
              <a:spcAft>
                <a:spcPts val="400"/>
              </a:spcAft>
              <a:buNone/>
            </a:pPr>
            <a:r>
              <a:rPr lang="en-GB" sz="800"/>
              <a:t>Source: …</a:t>
            </a:r>
            <a:endParaRPr lang="en-GB" sz="800" dirty="0"/>
          </a:p>
        </p:txBody>
      </p:sp>
      <p:sp>
        <p:nvSpPr>
          <p:cNvPr id="6" name="Slide Number">
            <a:extLst>
              <a:ext uri="{FF2B5EF4-FFF2-40B4-BE49-F238E27FC236}">
                <a16:creationId xmlns:a16="http://schemas.microsoft.com/office/drawing/2014/main" id="{81647DA9-1D03-3714-1E4E-480ECAECA13A}"/>
              </a:ext>
            </a:extLst>
          </p:cNvPr>
          <p:cNvSpPr>
            <a:spLocks noChangeArrowheads="1"/>
          </p:cNvSpPr>
          <p:nvPr userDrawn="1">
            <p:custDataLst>
              <p:tags r:id="rId6"/>
            </p:custDataLst>
          </p:nvPr>
        </p:nvSpPr>
        <p:spPr bwMode="black">
          <a:xfrm>
            <a:off x="11312526" y="6605082"/>
            <a:ext cx="325501" cy="138499"/>
          </a:xfrm>
          <a:prstGeom prst="rect">
            <a:avLst/>
          </a:prstGeom>
          <a:noFill/>
          <a:ln w="9525" algn="ctr">
            <a:noFill/>
            <a:miter lim="800000"/>
            <a:headEnd/>
            <a:tailEnd/>
          </a:ln>
          <a:effectLst/>
        </p:spPr>
        <p:txBody>
          <a:bodyPr wrap="square" lIns="0" tIns="0" rIns="0" bIns="0" anchor="b">
            <a:spAutoFit/>
          </a:bodyPr>
          <a:lstStyle/>
          <a:p>
            <a:pPr algn="r" defTabSz="610729" fontAlgn="auto">
              <a:spcBef>
                <a:spcPts val="0"/>
              </a:spcBef>
              <a:spcAft>
                <a:spcPts val="0"/>
              </a:spcAft>
              <a:defRPr/>
            </a:pPr>
            <a:fld id="{4ABDCABE-3F10-B64C-92F1-862014417034}" type="slidenum">
              <a:rPr lang="en-US" sz="900" b="0" smtClean="0">
                <a:solidFill>
                  <a:schemeClr val="accent1"/>
                </a:solidFill>
                <a:latin typeface="+mj-lt"/>
                <a:ea typeface="+mn-ea"/>
                <a:cs typeface="Arial" panose="020B0604020202020204" pitchFamily="34" charset="0"/>
              </a:rPr>
              <a:pPr algn="r" defTabSz="610729" fontAlgn="auto">
                <a:spcBef>
                  <a:spcPts val="0"/>
                </a:spcBef>
                <a:spcAft>
                  <a:spcPts val="0"/>
                </a:spcAft>
                <a:defRPr/>
              </a:pPr>
              <a:t>‹#›</a:t>
            </a:fld>
            <a:endParaRPr lang="en-US" sz="900" b="0" dirty="0">
              <a:solidFill>
                <a:schemeClr val="accent1"/>
              </a:solidFill>
              <a:latin typeface="+mj-lt"/>
              <a:ea typeface="+mn-ea"/>
              <a:cs typeface="Arial" panose="020B0604020202020204" pitchFamily="34" charset="0"/>
            </a:endParaRPr>
          </a:p>
        </p:txBody>
      </p:sp>
    </p:spTree>
    <p:extLst>
      <p:ext uri="{BB962C8B-B14F-4D97-AF65-F5344CB8AC3E}">
        <p14:creationId xmlns:p14="http://schemas.microsoft.com/office/powerpoint/2010/main" val="38892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rast Title">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BEFF58C-83CF-420F-BF45-F188AE9E7308}"/>
              </a:ext>
            </a:extLst>
          </p:cNvPr>
          <p:cNvGraphicFramePr>
            <a:graphicFrameLocks noChangeAspect="1"/>
          </p:cNvGraphicFramePr>
          <p:nvPr>
            <p:custDataLst>
              <p:tags r:id="rId1"/>
            </p:custDataLst>
            <p:extLst>
              <p:ext uri="{D42A27DB-BD31-4B8C-83A1-F6EECF244321}">
                <p14:modId xmlns:p14="http://schemas.microsoft.com/office/powerpoint/2010/main" val="14009636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44" imgH="344" progId="TCLayout.ActiveDocument.1">
                  <p:embed/>
                </p:oleObj>
              </mc:Choice>
              <mc:Fallback>
                <p:oleObj name="think-cell Slide" r:id="rId10" imgW="344" imgH="344" progId="TCLayout.ActiveDocument.1">
                  <p:embed/>
                  <p:pic>
                    <p:nvPicPr>
                      <p:cNvPr id="3" name="Object 2" hidden="1">
                        <a:extLst>
                          <a:ext uri="{FF2B5EF4-FFF2-40B4-BE49-F238E27FC236}">
                            <a16:creationId xmlns:a16="http://schemas.microsoft.com/office/drawing/2014/main" id="{7BEFF58C-83CF-420F-BF45-F188AE9E730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pic>
        <p:nvPicPr>
          <p:cNvPr id="5" name="Graphic 4">
            <a:extLst>
              <a:ext uri="{FF2B5EF4-FFF2-40B4-BE49-F238E27FC236}">
                <a16:creationId xmlns:a16="http://schemas.microsoft.com/office/drawing/2014/main" id="{F5EEAF01-776E-4297-981A-CCA9ED98FA3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sp>
        <p:nvSpPr>
          <p:cNvPr id="2" name="Rectangle 1" hidden="1">
            <a:extLst>
              <a:ext uri="{FF2B5EF4-FFF2-40B4-BE49-F238E27FC236}">
                <a16:creationId xmlns:a16="http://schemas.microsoft.com/office/drawing/2014/main" id="{0BEC3B16-0840-4135-8BED-D45704C35593}"/>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2" name="ClientLogo">
            <a:extLst>
              <a:ext uri="{FF2B5EF4-FFF2-40B4-BE49-F238E27FC236}">
                <a16:creationId xmlns:a16="http://schemas.microsoft.com/office/drawing/2014/main" id="{5A541723-8353-4CC2-AFDA-19C8B3B786BF}"/>
              </a:ext>
            </a:extLst>
          </p:cNvPr>
          <p:cNvSpPr>
            <a:spLocks noGrp="1"/>
          </p:cNvSpPr>
          <p:nvPr>
            <p:ph type="pic" sz="quarter" idx="14" hasCustomPrompt="1"/>
            <p:custDataLst>
              <p:tags r:id="rId3"/>
            </p:custDataLst>
          </p:nvPr>
        </p:nvSpPr>
        <p:spPr>
          <a:xfrm>
            <a:off x="551942" y="4984025"/>
            <a:ext cx="1901952" cy="969264"/>
          </a:xfrm>
          <a:prstGeom prst="rect">
            <a:avLst/>
          </a:prstGeom>
        </p:spPr>
        <p:txBody>
          <a:bodyPr>
            <a:noAutofit/>
          </a:bodyPr>
          <a:lstStyle>
            <a:lvl1pPr algn="ctr">
              <a:defRPr sz="1200">
                <a:solidFill>
                  <a:schemeClr val="bg1"/>
                </a:solidFill>
              </a:defRPr>
            </a:lvl1pPr>
          </a:lstStyle>
          <a:p>
            <a:r>
              <a:rPr lang="en-US" dirty="0"/>
              <a:t>Client logo goes here.</a:t>
            </a:r>
          </a:p>
        </p:txBody>
      </p:sp>
      <p:sp>
        <p:nvSpPr>
          <p:cNvPr id="13" name="Documenttype">
            <a:extLst>
              <a:ext uri="{FF2B5EF4-FFF2-40B4-BE49-F238E27FC236}">
                <a16:creationId xmlns:a16="http://schemas.microsoft.com/office/drawing/2014/main" id="{A8F38EAB-8863-4F94-ACD0-B6D27373BCC1}"/>
              </a:ext>
            </a:extLst>
          </p:cNvPr>
          <p:cNvSpPr>
            <a:spLocks noGrp="1"/>
          </p:cNvSpPr>
          <p:nvPr>
            <p:ph type="body" sz="quarter" idx="13" hasCustomPrompt="1"/>
            <p:custDataLst>
              <p:tags r:id="rId4"/>
            </p:custDataLst>
          </p:nvPr>
        </p:nvSpPr>
        <p:spPr>
          <a:xfrm>
            <a:off x="551942" y="4510168"/>
            <a:ext cx="6016752" cy="215444"/>
          </a:xfrm>
          <a:prstGeom prst="rect">
            <a:avLst/>
          </a:prstGeom>
        </p:spPr>
        <p:txBody>
          <a:bodyPr wrap="square">
            <a:noAutofit/>
          </a:bodyPr>
          <a:lstStyle>
            <a:lvl1pPr>
              <a:buNone/>
              <a:defRPr sz="1400">
                <a:solidFill>
                  <a:schemeClr val="bg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Edit date or title/role</a:t>
            </a:r>
          </a:p>
        </p:txBody>
      </p:sp>
      <p:sp>
        <p:nvSpPr>
          <p:cNvPr id="14" name="Subtitle">
            <a:extLst>
              <a:ext uri="{FF2B5EF4-FFF2-40B4-BE49-F238E27FC236}">
                <a16:creationId xmlns:a16="http://schemas.microsoft.com/office/drawing/2014/main" id="{6C219131-971A-4BF6-8DFB-186691126F2C}"/>
              </a:ext>
            </a:extLst>
          </p:cNvPr>
          <p:cNvSpPr>
            <a:spLocks noGrp="1"/>
          </p:cNvSpPr>
          <p:nvPr>
            <p:ph type="subTitle" idx="1"/>
            <p:custDataLst>
              <p:tags r:id="rId5"/>
            </p:custDataLst>
          </p:nvPr>
        </p:nvSpPr>
        <p:spPr>
          <a:xfrm>
            <a:off x="551942" y="4092559"/>
            <a:ext cx="6016752" cy="307777"/>
          </a:xfrm>
          <a:prstGeom prst="rect">
            <a:avLst/>
          </a:prstGeom>
        </p:spPr>
        <p:txBody>
          <a:bodyPr wrap="square">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1" name="Title">
            <a:extLst>
              <a:ext uri="{FF2B5EF4-FFF2-40B4-BE49-F238E27FC236}">
                <a16:creationId xmlns:a16="http://schemas.microsoft.com/office/drawing/2014/main" id="{B280F3D7-8B5E-4751-907E-C1D9BEBFDCB8}"/>
              </a:ext>
            </a:extLst>
          </p:cNvPr>
          <p:cNvSpPr>
            <a:spLocks noGrp="1"/>
          </p:cNvSpPr>
          <p:nvPr>
            <p:ph type="title"/>
            <p:custDataLst>
              <p:tags r:id="rId6"/>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bg1"/>
                </a:solidFill>
              </a:defRPr>
            </a:lvl1pPr>
          </a:lstStyle>
          <a:p>
            <a:r>
              <a:rPr lang="en-US" dirty="0"/>
              <a:t>Click to edit Master title style</a:t>
            </a:r>
          </a:p>
        </p:txBody>
      </p:sp>
      <p:sp>
        <p:nvSpPr>
          <p:cNvPr id="25" name="Disclaimer-English (United States)">
            <a:extLst>
              <a:ext uri="{FF2B5EF4-FFF2-40B4-BE49-F238E27FC236}">
                <a16:creationId xmlns:a16="http://schemas.microsoft.com/office/drawing/2014/main" id="{365FDE2E-B4AC-48A0-8D5A-94F648AEA896}"/>
              </a:ext>
            </a:extLst>
          </p:cNvPr>
          <p:cNvSpPr>
            <a:spLocks noChangeArrowheads="1"/>
          </p:cNvSpPr>
          <p:nvPr>
            <p:custDataLst>
              <p:tags r:id="rId7"/>
            </p:custDataLst>
          </p:nvPr>
        </p:nvSpPr>
        <p:spPr bwMode="black">
          <a:xfrm>
            <a:off x="551942" y="6190488"/>
            <a:ext cx="2372490"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800" dirty="0">
                <a:solidFill>
                  <a:schemeClr val="bg2"/>
                </a:solidFill>
                <a:latin typeface="+mn-lt"/>
              </a:rPr>
              <a:t>CONFIDENTIAL AND PROPRIETARY</a:t>
            </a:r>
          </a:p>
          <a:p>
            <a:pPr defTabSz="804863" eaLnBrk="0" hangingPunct="0"/>
            <a:r>
              <a:rPr lang="en-US" sz="800" dirty="0">
                <a:solidFill>
                  <a:schemeClr val="bg2"/>
                </a:solidFill>
                <a:latin typeface="+mn-lt"/>
              </a:rPr>
              <a:t>Any use of this material without specific permission</a:t>
            </a:r>
          </a:p>
          <a:p>
            <a:pPr defTabSz="804863" eaLnBrk="0" hangingPunct="0"/>
            <a:r>
              <a:rPr lang="en-US" sz="800" dirty="0">
                <a:solidFill>
                  <a:schemeClr val="bg2"/>
                </a:solidFill>
                <a:latin typeface="+mn-lt"/>
              </a:rPr>
              <a:t>of McKinsey &amp; Company is strictly prohibited</a:t>
            </a:r>
          </a:p>
        </p:txBody>
      </p:sp>
      <p:grpSp>
        <p:nvGrpSpPr>
          <p:cNvPr id="17" name="LogoImage">
            <a:extLst>
              <a:ext uri="{FF2B5EF4-FFF2-40B4-BE49-F238E27FC236}">
                <a16:creationId xmlns:a16="http://schemas.microsoft.com/office/drawing/2014/main" id="{9A40F029-D503-41EA-9DD1-42DBAE313A0F}"/>
              </a:ext>
            </a:extLst>
          </p:cNvPr>
          <p:cNvGrpSpPr>
            <a:grpSpLocks noChangeAspect="1"/>
          </p:cNvGrpSpPr>
          <p:nvPr>
            <p:custDataLst>
              <p:tags r:id="rId8"/>
            </p:custDataLst>
          </p:nvPr>
        </p:nvGrpSpPr>
        <p:grpSpPr bwMode="black">
          <a:xfrm>
            <a:off x="551942" y="481160"/>
            <a:ext cx="1893201" cy="585216"/>
            <a:chOff x="0" y="973"/>
            <a:chExt cx="7680" cy="2374"/>
          </a:xfrm>
        </p:grpSpPr>
        <p:sp>
          <p:nvSpPr>
            <p:cNvPr id="18" name="AutoShape 3">
              <a:extLst>
                <a:ext uri="{FF2B5EF4-FFF2-40B4-BE49-F238E27FC236}">
                  <a16:creationId xmlns:a16="http://schemas.microsoft.com/office/drawing/2014/main" id="{18D61011-66A0-4C81-941E-D63CC06B1CA2}"/>
                </a:ext>
              </a:extLst>
            </p:cNvPr>
            <p:cNvSpPr>
              <a:spLocks noChangeAspect="1" noChangeArrowheads="1" noTextEdit="1"/>
            </p:cNvSpPr>
            <p:nvPr/>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22" name="Freeform 5">
              <a:extLst>
                <a:ext uri="{FF2B5EF4-FFF2-40B4-BE49-F238E27FC236}">
                  <a16:creationId xmlns:a16="http://schemas.microsoft.com/office/drawing/2014/main" id="{432F335E-7785-4123-A720-55B1C78518D8}"/>
                </a:ext>
              </a:extLst>
            </p:cNvPr>
            <p:cNvSpPr>
              <a:spLocks noEditPoints="1"/>
            </p:cNvSpPr>
            <p:nvPr/>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Tree>
    <p:extLst>
      <p:ext uri="{BB962C8B-B14F-4D97-AF65-F5344CB8AC3E}">
        <p14:creationId xmlns:p14="http://schemas.microsoft.com/office/powerpoint/2010/main" val="2688593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endParaRPr lang="en-US" dirty="0"/>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76999"/>
          </a:xfrm>
        </p:spPr>
        <p:txBody>
          <a:bodyPr anchor="ctr" anchorCtr="0"/>
          <a:lstStyle/>
          <a:p>
            <a:r>
              <a:rPr lang="en-US" sz="1600" dirty="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545150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rast 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861774"/>
          </a:xfrm>
          <a:prstGeom prst="rect">
            <a:avLst/>
          </a:prstGeom>
        </p:spPr>
        <p:txBody>
          <a:bodyPr anchor="t">
            <a:noAutofit/>
          </a:bodyPr>
          <a:lstStyle>
            <a:lvl1pPr>
              <a:defRPr>
                <a:ln w="6350" cap="flat">
                  <a:noFill/>
                  <a:miter lim="800000"/>
                </a:ln>
              </a:defRPr>
            </a:lvl1pPr>
          </a:lstStyle>
          <a:p>
            <a:r>
              <a:rPr lang="en-US" dirty="0"/>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86FA29AF-027A-4D55-B276-E2DD256DB988}"/>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9219664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rast 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dirty="0"/>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93728AF3-A71A-4C7A-97DE-605BB9E1802D}"/>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528294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0A466E0-AD73-4F3A-9B78-5C1BB1238B16}"/>
              </a:ext>
            </a:extLst>
          </p:cNvPr>
          <p:cNvGraphicFramePr>
            <a:graphicFrameLocks noChangeAspect="1"/>
          </p:cNvGraphicFramePr>
          <p:nvPr>
            <p:custDataLst>
              <p:tags r:id="rId1"/>
            </p:custDataLst>
            <p:extLst>
              <p:ext uri="{D42A27DB-BD31-4B8C-83A1-F6EECF244321}">
                <p14:modId xmlns:p14="http://schemas.microsoft.com/office/powerpoint/2010/main" val="181429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70A466E0-AD73-4F3A-9B78-5C1BB1238B1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52DFA4F-F49F-468D-B19A-F0D9ACACF902}"/>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dirty="0"/>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4D7CBA4-82F6-465D-A903-99498223AB1A}"/>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7750153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65A42E5-8A95-48CC-91A7-EC09BEF8D283}"/>
              </a:ext>
            </a:extLst>
          </p:cNvPr>
          <p:cNvGraphicFramePr>
            <a:graphicFrameLocks noChangeAspect="1"/>
          </p:cNvGraphicFramePr>
          <p:nvPr>
            <p:custDataLst>
              <p:tags r:id="rId1"/>
            </p:custDataLst>
            <p:extLst>
              <p:ext uri="{D42A27DB-BD31-4B8C-83A1-F6EECF244321}">
                <p14:modId xmlns:p14="http://schemas.microsoft.com/office/powerpoint/2010/main" val="4181396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965A42E5-8A95-48CC-91A7-EC09BEF8D2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96343A1-B4C8-41A2-9540-F666771DD092}"/>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dirty="0"/>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76999"/>
          </a:xfrm>
        </p:spPr>
        <p:txBody>
          <a:bodyPr wrap="square">
            <a:no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3" name="1. On-page tracker">
            <a:extLst>
              <a:ext uri="{FF2B5EF4-FFF2-40B4-BE49-F238E27FC236}">
                <a16:creationId xmlns:a16="http://schemas.microsoft.com/office/drawing/2014/main" id="{F4C99502-105F-4A25-9FB4-3478945E9EF7}"/>
              </a:ext>
            </a:extLst>
          </p:cNvPr>
          <p:cNvSpPr>
            <a:spLocks noGrp="1"/>
          </p:cNvSpPr>
          <p:nvPr>
            <p:ph type="body" sz="quarter" idx="17" hasCustomPrompt="1"/>
            <p:custDataLst>
              <p:tags r:id="rId7"/>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3126788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rast 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dirty="0"/>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4511BB28-C86B-4C18-B1A3-EF33CF458B8E}"/>
              </a:ext>
            </a:extLst>
          </p:cNvPr>
          <p:cNvSpPr>
            <a:spLocks noGrp="1"/>
          </p:cNvSpPr>
          <p:nvPr>
            <p:ph type="body" sz="quarter" idx="17" hasCustomPrompt="1"/>
            <p:custDataLst>
              <p:tags r:id="rId5"/>
            </p:custDataLst>
          </p:nvPr>
        </p:nvSpPr>
        <p:spPr>
          <a:xfrm>
            <a:off x="7159752" y="78768"/>
            <a:ext cx="4480560" cy="123111"/>
          </a:xfrm>
        </p:spPr>
        <p:txBody>
          <a:bodyPr anchor="ctr" anchorCtr="0">
            <a:spAutoFit/>
          </a:bodyPr>
          <a:lstStyle>
            <a:lvl1pPr algn="r">
              <a:defRPr sz="800">
                <a:solidFill>
                  <a:schemeClr val="tx1"/>
                </a:solidFill>
                <a:latin typeface="+mn-lt"/>
              </a:defRPr>
            </a:lvl1pPr>
          </a:lstStyle>
          <a:p>
            <a:pPr lvl="0"/>
            <a:r>
              <a:rPr lang="en-US" dirty="0"/>
              <a:t>Chapter › Topic</a:t>
            </a:r>
          </a:p>
        </p:txBody>
      </p:sp>
    </p:spTree>
    <p:extLst>
      <p:ext uri="{BB962C8B-B14F-4D97-AF65-F5344CB8AC3E}">
        <p14:creationId xmlns:p14="http://schemas.microsoft.com/office/powerpoint/2010/main" val="1546407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p:custDataLst>
              <p:tags r:id="rId1"/>
            </p:custDataLst>
            <p:extLst>
              <p:ext uri="{D42A27DB-BD31-4B8C-83A1-F6EECF244321}">
                <p14:modId xmlns:p14="http://schemas.microsoft.com/office/powerpoint/2010/main" val="2799266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6"/>
            </p:custDataLst>
          </p:nvPr>
        </p:nvSpPr>
        <p:spPr>
          <a:xfrm>
            <a:off x="554736" y="2744369"/>
            <a:ext cx="2514600" cy="769441"/>
          </a:xfrm>
        </p:spPr>
        <p:txBody>
          <a:bodyPr vert="horz" anchor="b">
            <a:noAutofit/>
          </a:bodyPr>
          <a:lstStyle>
            <a:lvl1pPr>
              <a:defRPr>
                <a:solidFill>
                  <a:schemeClr val="bg2"/>
                </a:solidFill>
              </a:defRPr>
            </a:lvl1pPr>
          </a:lstStyle>
          <a:p>
            <a:r>
              <a:rPr lang="en-US" dirty="0"/>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7"/>
            </p:custDataLst>
          </p:nvPr>
        </p:nvSpPr>
        <p:spPr>
          <a:xfrm>
            <a:off x="554736" y="3659644"/>
            <a:ext cx="2514600" cy="492443"/>
          </a:xfrm>
        </p:spPr>
        <p:txBody>
          <a:bodyPr wrap="square">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5" name="1. On-page tracker">
            <a:extLst>
              <a:ext uri="{FF2B5EF4-FFF2-40B4-BE49-F238E27FC236}">
                <a16:creationId xmlns:a16="http://schemas.microsoft.com/office/drawing/2014/main" id="{3DF66089-C2CC-4E6A-A7ED-0B333FCF2C47}"/>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9191069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p:custDataLst>
              <p:tags r:id="rId1"/>
            </p:custDataLst>
            <p:extLst>
              <p:ext uri="{D42A27DB-BD31-4B8C-83A1-F6EECF244321}">
                <p14:modId xmlns:p14="http://schemas.microsoft.com/office/powerpoint/2010/main" val="15866271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a:defRPr>
                <a:solidFill>
                  <a:schemeClr val="bg2"/>
                </a:solidFill>
              </a:defRPr>
            </a:lvl1pPr>
          </a:lstStyle>
          <a:p>
            <a:r>
              <a:rPr lang="en-US" dirty="0"/>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1536359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793B5E-3475-4FCD-8164-7A168B5C1B4B}"/>
              </a:ext>
            </a:extLst>
          </p:cNvPr>
          <p:cNvGraphicFramePr>
            <a:graphicFrameLocks noChangeAspect="1"/>
          </p:cNvGraphicFramePr>
          <p:nvPr>
            <p:custDataLst>
              <p:tags r:id="rId1"/>
            </p:custDataLst>
            <p:extLst>
              <p:ext uri="{D42A27DB-BD31-4B8C-83A1-F6EECF244321}">
                <p14:modId xmlns:p14="http://schemas.microsoft.com/office/powerpoint/2010/main" val="7039142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65793B5E-3475-4FCD-8164-7A168B5C1B4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89D8F9-1075-4B52-8375-8D4A2673D845}"/>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DF67D7DC-1A5A-4301-93C0-59BCC9FE6A85}"/>
              </a:ext>
            </a:extLst>
          </p:cNvPr>
          <p:cNvSpPr>
            <a:spLocks noGrp="1"/>
          </p:cNvSpPr>
          <p:nvPr>
            <p:ph type="title"/>
            <p:custDataLst>
              <p:tags r:id="rId7"/>
            </p:custDataLst>
          </p:nvPr>
        </p:nvSpPr>
        <p:spPr>
          <a:xfrm>
            <a:off x="554736" y="182372"/>
            <a:ext cx="5065776" cy="731520"/>
          </a:xfrm>
        </p:spPr>
        <p:txBody>
          <a:bodyPr vert="horz"/>
          <a:lstStyle>
            <a:lvl1pPr>
              <a:defRPr>
                <a:solidFill>
                  <a:schemeClr val="tx2"/>
                </a:solidFill>
              </a:defRPr>
            </a:lvl1pPr>
          </a:lstStyle>
          <a:p>
            <a:r>
              <a:rPr lang="en-US" dirty="0"/>
              <a:t>Click to edit Master title style</a:t>
            </a:r>
          </a:p>
        </p:txBody>
      </p:sp>
      <p:sp>
        <p:nvSpPr>
          <p:cNvPr id="23" name="3. Subtitle">
            <a:extLst>
              <a:ext uri="{FF2B5EF4-FFF2-40B4-BE49-F238E27FC236}">
                <a16:creationId xmlns:a16="http://schemas.microsoft.com/office/drawing/2014/main" id="{08590DB3-FFB4-489D-B120-ADFDC12014DE}"/>
              </a:ext>
            </a:extLst>
          </p:cNvPr>
          <p:cNvSpPr>
            <a:spLocks noGrp="1"/>
          </p:cNvSpPr>
          <p:nvPr>
            <p:ph type="subTitle" idx="1"/>
            <p:custDataLst>
              <p:tags r:id="rId8"/>
            </p:custDataLst>
          </p:nvPr>
        </p:nvSpPr>
        <p:spPr>
          <a:xfrm>
            <a:off x="554736" y="903861"/>
            <a:ext cx="5065776" cy="276999"/>
          </a:xfrm>
        </p:spPr>
        <p:txBody>
          <a:bodyPr anchor="ctr" anchorCtr="0"/>
          <a:lstStyle>
            <a:lvl1pPr>
              <a:defRPr>
                <a:solidFill>
                  <a:schemeClr val="tx2"/>
                </a:solidFill>
              </a:defRPr>
            </a:lvl1pPr>
          </a:lstStyle>
          <a:p>
            <a:r>
              <a:rPr lang="en-US" sz="1600" dirty="0"/>
              <a:t>Click to edit Master subtitle style</a:t>
            </a:r>
          </a:p>
        </p:txBody>
      </p:sp>
      <p:sp>
        <p:nvSpPr>
          <p:cNvPr id="24" name="1. On-page tracker">
            <a:extLst>
              <a:ext uri="{FF2B5EF4-FFF2-40B4-BE49-F238E27FC236}">
                <a16:creationId xmlns:a16="http://schemas.microsoft.com/office/drawing/2014/main" id="{CC3A7643-6C17-4DEC-88AD-F79B0F2E7A18}"/>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4722318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p:custDataLst>
              <p:tags r:id="rId1"/>
            </p:custDataLst>
            <p:extLst>
              <p:ext uri="{D42A27DB-BD31-4B8C-83A1-F6EECF244321}">
                <p14:modId xmlns:p14="http://schemas.microsoft.com/office/powerpoint/2010/main" val="9051100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4A5E485D-7560-4AEC-8D55-C1425B9D1F47}"/>
              </a:ext>
            </a:extLst>
          </p:cNvPr>
          <p:cNvSpPr>
            <a:spLocks noGrp="1"/>
          </p:cNvSpPr>
          <p:nvPr>
            <p:ph type="title"/>
            <p:custDataLst>
              <p:tags r:id="rId7"/>
            </p:custDataLst>
          </p:nvPr>
        </p:nvSpPr>
        <p:spPr>
          <a:xfrm>
            <a:off x="554736" y="182372"/>
            <a:ext cx="6967728" cy="731520"/>
          </a:xfrm>
        </p:spPr>
        <p:txBody>
          <a:bodyPr vert="horz"/>
          <a:lstStyle>
            <a:lvl1pPr>
              <a:defRPr>
                <a:solidFill>
                  <a:schemeClr val="tx2"/>
                </a:solidFill>
              </a:defRPr>
            </a:lvl1pPr>
          </a:lstStyle>
          <a:p>
            <a:r>
              <a:rPr lang="en-US"/>
              <a:t>Click to edit Master title style</a:t>
            </a:r>
            <a:endParaRPr lang="en-US" dirty="0"/>
          </a:p>
        </p:txBody>
      </p:sp>
      <p:sp>
        <p:nvSpPr>
          <p:cNvPr id="22" name="3. Subtitle">
            <a:extLst>
              <a:ext uri="{FF2B5EF4-FFF2-40B4-BE49-F238E27FC236}">
                <a16:creationId xmlns:a16="http://schemas.microsoft.com/office/drawing/2014/main" id="{F1301516-07B7-4BE0-9669-E93BD5C22D18}"/>
              </a:ext>
            </a:extLst>
          </p:cNvPr>
          <p:cNvSpPr>
            <a:spLocks noGrp="1"/>
          </p:cNvSpPr>
          <p:nvPr>
            <p:ph type="subTitle" idx="1"/>
            <p:custDataLst>
              <p:tags r:id="rId8"/>
            </p:custDataLst>
          </p:nvPr>
        </p:nvSpPr>
        <p:spPr>
          <a:xfrm>
            <a:off x="554736" y="903861"/>
            <a:ext cx="6967728" cy="276999"/>
          </a:xfrm>
        </p:spPr>
        <p:txBody>
          <a:bodyPr anchor="ctr" anchorCtr="0"/>
          <a:lstStyle>
            <a:lvl1pPr>
              <a:defRPr>
                <a:solidFill>
                  <a:schemeClr val="tx2"/>
                </a:solidFill>
              </a:defRPr>
            </a:lvl1pPr>
          </a:lstStyle>
          <a:p>
            <a:r>
              <a:rPr lang="en-US" sz="1600" dirty="0"/>
              <a:t>Click to edit Master subtitle style</a:t>
            </a:r>
          </a:p>
        </p:txBody>
      </p:sp>
      <p:sp>
        <p:nvSpPr>
          <p:cNvPr id="15" name="1. On-page tracker">
            <a:extLst>
              <a:ext uri="{FF2B5EF4-FFF2-40B4-BE49-F238E27FC236}">
                <a16:creationId xmlns:a16="http://schemas.microsoft.com/office/drawing/2014/main" id="{D374A786-7E98-4488-A29B-98B4E357E7B8}"/>
              </a:ext>
            </a:extLst>
          </p:cNvPr>
          <p:cNvSpPr>
            <a:spLocks noGrp="1"/>
          </p:cNvSpPr>
          <p:nvPr>
            <p:ph type="body" sz="quarter" idx="18" hasCustomPrompt="1"/>
            <p:custDataLst>
              <p:tags r:id="rId9"/>
            </p:custDataLst>
          </p:nvPr>
        </p:nvSpPr>
        <p:spPr>
          <a:xfrm>
            <a:off x="8173370" y="78768"/>
            <a:ext cx="3466942"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1856397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p:custDataLst>
              <p:tags r:id="rId1"/>
            </p:custDataLst>
            <p:extLst>
              <p:ext uri="{D42A27DB-BD31-4B8C-83A1-F6EECF244321}">
                <p14:modId xmlns:p14="http://schemas.microsoft.com/office/powerpoint/2010/main" val="745614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dirty="0" err="1">
              <a:ln>
                <a:noFill/>
              </a:ln>
              <a:solidFill>
                <a:srgbClr val="051C2C"/>
              </a:solidFill>
              <a:effectLst/>
              <a:uLnTx/>
              <a:uFillTx/>
              <a:latin typeface="Georgia" panose="02040502050405020303" pitchFamily="18" charset="0"/>
              <a:ea typeface="+mj-ea"/>
              <a:cs typeface="+mj-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21" name="2. Slide Title">
            <a:extLst>
              <a:ext uri="{FF2B5EF4-FFF2-40B4-BE49-F238E27FC236}">
                <a16:creationId xmlns:a16="http://schemas.microsoft.com/office/drawing/2014/main" id="{7387EF73-467A-4B89-B365-A62C8CF7BE39}"/>
              </a:ext>
            </a:extLst>
          </p:cNvPr>
          <p:cNvSpPr>
            <a:spLocks noGrp="1"/>
          </p:cNvSpPr>
          <p:nvPr>
            <p:ph type="title"/>
            <p:custDataLst>
              <p:tags r:id="rId7"/>
            </p:custDataLst>
          </p:nvPr>
        </p:nvSpPr>
        <p:spPr>
          <a:xfrm>
            <a:off x="554736" y="182372"/>
            <a:ext cx="7918704" cy="731520"/>
          </a:xfrm>
        </p:spPr>
        <p:txBody>
          <a:bodyPr vert="horz"/>
          <a:lstStyle>
            <a:lvl1pPr>
              <a:defRPr>
                <a:solidFill>
                  <a:schemeClr val="tx2"/>
                </a:solidFill>
              </a:defRPr>
            </a:lvl1pPr>
          </a:lstStyle>
          <a:p>
            <a:r>
              <a:rPr lang="en-US"/>
              <a:t>Click to edit Master title style</a:t>
            </a:r>
            <a:endParaRPr lang="en-US" dirty="0"/>
          </a:p>
        </p:txBody>
      </p:sp>
      <p:sp>
        <p:nvSpPr>
          <p:cNvPr id="27" name="3. Subtitle">
            <a:extLst>
              <a:ext uri="{FF2B5EF4-FFF2-40B4-BE49-F238E27FC236}">
                <a16:creationId xmlns:a16="http://schemas.microsoft.com/office/drawing/2014/main" id="{274629CD-1AB4-49FA-9F53-76F3C2EB06BF}"/>
              </a:ext>
            </a:extLst>
          </p:cNvPr>
          <p:cNvSpPr>
            <a:spLocks noGrp="1"/>
          </p:cNvSpPr>
          <p:nvPr>
            <p:ph type="subTitle" idx="1"/>
            <p:custDataLst>
              <p:tags r:id="rId8"/>
            </p:custDataLst>
          </p:nvPr>
        </p:nvSpPr>
        <p:spPr>
          <a:xfrm>
            <a:off x="554736" y="903861"/>
            <a:ext cx="7918704" cy="276999"/>
          </a:xfrm>
        </p:spPr>
        <p:txBody>
          <a:bodyPr anchor="ctr" anchorCtr="0"/>
          <a:lstStyle>
            <a:lvl1pPr>
              <a:defRPr>
                <a:solidFill>
                  <a:schemeClr val="tx2"/>
                </a:solidFill>
              </a:defRPr>
            </a:lvl1pPr>
          </a:lstStyle>
          <a:p>
            <a:r>
              <a:rPr lang="en-US" sz="1600" dirty="0"/>
              <a:t>Click to edit Master subtitle style</a:t>
            </a:r>
          </a:p>
        </p:txBody>
      </p:sp>
      <p:sp>
        <p:nvSpPr>
          <p:cNvPr id="28" name="1. On-page tracker">
            <a:extLst>
              <a:ext uri="{FF2B5EF4-FFF2-40B4-BE49-F238E27FC236}">
                <a16:creationId xmlns:a16="http://schemas.microsoft.com/office/drawing/2014/main" id="{DF5FDB83-729E-495E-B061-EB75DD93AD7B}"/>
              </a:ext>
            </a:extLst>
          </p:cNvPr>
          <p:cNvSpPr>
            <a:spLocks noGrp="1"/>
          </p:cNvSpPr>
          <p:nvPr>
            <p:ph type="body" sz="quarter" idx="17" hasCustomPrompt="1"/>
            <p:custDataLst>
              <p:tags r:id="rId9"/>
            </p:custDataLst>
          </p:nvPr>
        </p:nvSpPr>
        <p:spPr>
          <a:xfrm>
            <a:off x="9119860" y="78768"/>
            <a:ext cx="2520451"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0093778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B8ACA33-401E-43F4-A170-DD6C5D984D07}"/>
              </a:ext>
            </a:extLst>
          </p:cNvPr>
          <p:cNvGraphicFramePr>
            <a:graphicFrameLocks noChangeAspect="1"/>
          </p:cNvGraphicFramePr>
          <p:nvPr>
            <p:custDataLst>
              <p:tags r:id="rId1"/>
            </p:custDataLst>
            <p:extLst>
              <p:ext uri="{D42A27DB-BD31-4B8C-83A1-F6EECF244321}">
                <p14:modId xmlns:p14="http://schemas.microsoft.com/office/powerpoint/2010/main" val="2703389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4" name="Object 3" hidden="1">
                        <a:extLst>
                          <a:ext uri="{FF2B5EF4-FFF2-40B4-BE49-F238E27FC236}">
                            <a16:creationId xmlns:a16="http://schemas.microsoft.com/office/drawing/2014/main" id="{DB8ACA33-401E-43F4-A170-DD6C5D984D0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231008-BBCB-47D1-91D5-881CAE172F74}"/>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6" name="2. Slide Title">
            <a:extLst>
              <a:ext uri="{FF2B5EF4-FFF2-40B4-BE49-F238E27FC236}">
                <a16:creationId xmlns:a16="http://schemas.microsoft.com/office/drawing/2014/main" id="{A6572372-0AB1-4E81-BB71-21DAADA26CB0}"/>
              </a:ext>
            </a:extLst>
          </p:cNvPr>
          <p:cNvSpPr>
            <a:spLocks noGrp="1"/>
          </p:cNvSpPr>
          <p:nvPr>
            <p:ph type="title"/>
            <p:custDataLst>
              <p:tags r:id="rId7"/>
            </p:custDataLst>
          </p:nvPr>
        </p:nvSpPr>
        <p:spPr>
          <a:xfrm>
            <a:off x="554736" y="18237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1" name="3. Subtitle">
            <a:extLst>
              <a:ext uri="{FF2B5EF4-FFF2-40B4-BE49-F238E27FC236}">
                <a16:creationId xmlns:a16="http://schemas.microsoft.com/office/drawing/2014/main" id="{ECA9DF7A-E368-4E06-81DB-9573DB7F92EA}"/>
              </a:ext>
            </a:extLst>
          </p:cNvPr>
          <p:cNvSpPr>
            <a:spLocks noGrp="1"/>
          </p:cNvSpPr>
          <p:nvPr>
            <p:ph type="subTitle" idx="1"/>
            <p:custDataLst>
              <p:tags r:id="rId8"/>
            </p:custDataLst>
          </p:nvPr>
        </p:nvSpPr>
        <p:spPr>
          <a:xfrm>
            <a:off x="554736" y="903861"/>
            <a:ext cx="5065776" cy="276999"/>
          </a:xfrm>
        </p:spPr>
        <p:txBody>
          <a:bodyPr anchor="ctr" anchorCtr="0"/>
          <a:lstStyle>
            <a:lvl1pPr>
              <a:defRPr>
                <a:solidFill>
                  <a:schemeClr val="tx1"/>
                </a:solidFill>
              </a:defRPr>
            </a:lvl1pPr>
          </a:lstStyle>
          <a:p>
            <a:r>
              <a:rPr lang="en-US" sz="1600" dirty="0"/>
              <a:t>Click to edit Master subtitle style</a:t>
            </a:r>
          </a:p>
        </p:txBody>
      </p:sp>
      <p:sp>
        <p:nvSpPr>
          <p:cNvPr id="24" name="1. On-page tracker">
            <a:extLst>
              <a:ext uri="{FF2B5EF4-FFF2-40B4-BE49-F238E27FC236}">
                <a16:creationId xmlns:a16="http://schemas.microsoft.com/office/drawing/2014/main" id="{0343DE71-74EF-4CF3-AB14-F26D42418051}"/>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5952591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p:custDataLst>
              <p:tags r:id="rId1"/>
            </p:custDataLst>
            <p:extLst>
              <p:ext uri="{D42A27DB-BD31-4B8C-83A1-F6EECF244321}">
                <p14:modId xmlns:p14="http://schemas.microsoft.com/office/powerpoint/2010/main" val="38554223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p:custDataLst>
              <p:tags r:id="rId3"/>
            </p:custDataLst>
          </p:nvPr>
        </p:nvSpPr>
        <p:spPr bwMode="ltGray">
          <a:xfrm>
            <a:off x="-570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61BAB226-116B-4061-AAA6-FA0B19E0A17E}"/>
              </a:ext>
            </a:extLst>
          </p:cNvPr>
          <p:cNvSpPr>
            <a:spLocks noGrp="1"/>
          </p:cNvSpPr>
          <p:nvPr>
            <p:ph type="title"/>
            <p:custDataLst>
              <p:tags r:id="rId7"/>
            </p:custDataLst>
          </p:nvPr>
        </p:nvSpPr>
        <p:spPr>
          <a:xfrm>
            <a:off x="554736" y="2743200"/>
            <a:ext cx="3465576" cy="770400"/>
          </a:xfrm>
        </p:spPr>
        <p:txBody>
          <a:bodyPr vert="horz"/>
          <a:lstStyle>
            <a:lvl1pPr>
              <a:defRPr>
                <a:solidFill>
                  <a:schemeClr val="tx1"/>
                </a:solidFill>
              </a:defRPr>
            </a:lvl1pPr>
          </a:lstStyle>
          <a:p>
            <a:r>
              <a:rPr lang="en-US" dirty="0"/>
              <a:t>Click to edit Master title style</a:t>
            </a:r>
          </a:p>
        </p:txBody>
      </p:sp>
      <p:sp>
        <p:nvSpPr>
          <p:cNvPr id="22" name="3. Subtitle">
            <a:extLst>
              <a:ext uri="{FF2B5EF4-FFF2-40B4-BE49-F238E27FC236}">
                <a16:creationId xmlns:a16="http://schemas.microsoft.com/office/drawing/2014/main" id="{901EC9FA-65C7-4AC6-A9AC-B43BD4264291}"/>
              </a:ext>
            </a:extLst>
          </p:cNvPr>
          <p:cNvSpPr>
            <a:spLocks noGrp="1"/>
          </p:cNvSpPr>
          <p:nvPr>
            <p:ph type="subTitle" idx="1"/>
            <p:custDataLst>
              <p:tags r:id="rId8"/>
            </p:custDataLst>
          </p:nvPr>
        </p:nvSpPr>
        <p:spPr>
          <a:xfrm>
            <a:off x="554736" y="3661200"/>
            <a:ext cx="3465576" cy="244800"/>
          </a:xfrm>
        </p:spPr>
        <p:txBody>
          <a:bodyPr anchor="t" anchorCtr="0"/>
          <a:lstStyle>
            <a:lvl1pPr>
              <a:defRPr>
                <a:solidFill>
                  <a:schemeClr val="tx1"/>
                </a:solidFill>
              </a:defRPr>
            </a:lvl1pPr>
          </a:lstStyle>
          <a:p>
            <a:r>
              <a:rPr lang="en-US" sz="1600" dirty="0"/>
              <a:t>Click to edit Master subtitle style</a:t>
            </a:r>
          </a:p>
        </p:txBody>
      </p:sp>
      <p:sp>
        <p:nvSpPr>
          <p:cNvPr id="23" name="1. On-page tracker">
            <a:extLst>
              <a:ext uri="{FF2B5EF4-FFF2-40B4-BE49-F238E27FC236}">
                <a16:creationId xmlns:a16="http://schemas.microsoft.com/office/drawing/2014/main" id="{A75CDD39-93AC-4160-B69B-06F75E5A85A6}"/>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35072657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p:custDataLst>
              <p:tags r:id="rId1"/>
            </p:custDataLst>
            <p:extLst>
              <p:ext uri="{D42A27DB-BD31-4B8C-83A1-F6EECF244321}">
                <p14:modId xmlns:p14="http://schemas.microsoft.com/office/powerpoint/2010/main" val="21277901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p:custDataLst>
              <p:tags r:id="rId3"/>
            </p:custDataLst>
          </p:nvPr>
        </p:nvSpPr>
        <p:spPr bwMode="ltGray">
          <a:xfrm>
            <a:off x="-5702"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4" name="2. Slide Title">
            <a:extLst>
              <a:ext uri="{FF2B5EF4-FFF2-40B4-BE49-F238E27FC236}">
                <a16:creationId xmlns:a16="http://schemas.microsoft.com/office/drawing/2014/main" id="{931FDB32-E5DC-4F7F-A1B1-FB3CC830903E}"/>
              </a:ext>
            </a:extLst>
          </p:cNvPr>
          <p:cNvSpPr>
            <a:spLocks noGrp="1"/>
          </p:cNvSpPr>
          <p:nvPr>
            <p:ph type="title" hasCustomPrompt="1"/>
            <p:custDataLst>
              <p:tags r:id="rId7"/>
            </p:custDataLst>
          </p:nvPr>
        </p:nvSpPr>
        <p:spPr>
          <a:xfrm>
            <a:off x="554736" y="2743200"/>
            <a:ext cx="2514600" cy="770400"/>
          </a:xfrm>
        </p:spPr>
        <p:txBody>
          <a:bodyPr vert="horz"/>
          <a:lstStyle>
            <a:lvl1pPr>
              <a:defRPr>
                <a:solidFill>
                  <a:schemeClr val="tx1"/>
                </a:solidFill>
              </a:defRPr>
            </a:lvl1pPr>
          </a:lstStyle>
          <a:p>
            <a:r>
              <a:rPr lang="en-US" dirty="0"/>
              <a:t>Click to edit title style</a:t>
            </a:r>
          </a:p>
        </p:txBody>
      </p:sp>
      <p:sp>
        <p:nvSpPr>
          <p:cNvPr id="25" name="3. Subtitle">
            <a:extLst>
              <a:ext uri="{FF2B5EF4-FFF2-40B4-BE49-F238E27FC236}">
                <a16:creationId xmlns:a16="http://schemas.microsoft.com/office/drawing/2014/main" id="{04057707-3F89-441E-A13E-6FCB40A78D50}"/>
              </a:ext>
            </a:extLst>
          </p:cNvPr>
          <p:cNvSpPr>
            <a:spLocks noGrp="1"/>
          </p:cNvSpPr>
          <p:nvPr>
            <p:ph type="subTitle" idx="1" hasCustomPrompt="1"/>
            <p:custDataLst>
              <p:tags r:id="rId8"/>
            </p:custDataLst>
          </p:nvPr>
        </p:nvSpPr>
        <p:spPr>
          <a:xfrm>
            <a:off x="554736" y="3661200"/>
            <a:ext cx="2514600" cy="493200"/>
          </a:xfrm>
        </p:spPr>
        <p:txBody>
          <a:bodyPr anchor="t" anchorCtr="0"/>
          <a:lstStyle>
            <a:lvl1pPr>
              <a:defRPr>
                <a:solidFill>
                  <a:schemeClr val="tx1"/>
                </a:solidFill>
              </a:defRPr>
            </a:lvl1pPr>
          </a:lstStyle>
          <a:p>
            <a:r>
              <a:rPr lang="en-US" sz="1600" dirty="0"/>
              <a:t>Click to edit subtitle style</a:t>
            </a:r>
          </a:p>
        </p:txBody>
      </p:sp>
      <p:sp>
        <p:nvSpPr>
          <p:cNvPr id="26" name="1. On-page tracker">
            <a:extLst>
              <a:ext uri="{FF2B5EF4-FFF2-40B4-BE49-F238E27FC236}">
                <a16:creationId xmlns:a16="http://schemas.microsoft.com/office/drawing/2014/main" id="{95F50EB6-435E-4A8C-B188-9BE2198DB2B9}"/>
              </a:ext>
            </a:extLst>
          </p:cNvPr>
          <p:cNvSpPr>
            <a:spLocks noGrp="1"/>
          </p:cNvSpPr>
          <p:nvPr>
            <p:ph type="body" sz="quarter" idx="17" hasCustomPrompt="1"/>
            <p:custDataLst>
              <p:tags r:id="rId9"/>
            </p:custDataLst>
          </p:nvPr>
        </p:nvSpPr>
        <p:spPr>
          <a:xfrm>
            <a:off x="7159752"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23086935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rast Custom">
    <p:spTree>
      <p:nvGrpSpPr>
        <p:cNvPr id="1" name=""/>
        <p:cNvGrpSpPr/>
        <p:nvPr/>
      </p:nvGrpSpPr>
      <p:grpSpPr>
        <a:xfrm>
          <a:off x="0" y="0"/>
          <a:ext cx="0" cy="0"/>
          <a:chOff x="0" y="0"/>
          <a:chExt cx="0" cy="0"/>
        </a:xfrm>
      </p:grpSpPr>
      <p:sp>
        <p:nvSpPr>
          <p:cNvPr id="4" name="SlideLogoText">
            <a:extLst>
              <a:ext uri="{FF2B5EF4-FFF2-40B4-BE49-F238E27FC236}">
                <a16:creationId xmlns:a16="http://schemas.microsoft.com/office/drawing/2014/main" id="{2F705A80-1DB0-43C3-A71A-9587E6BCC3AD}"/>
              </a:ext>
            </a:extLst>
          </p:cNvPr>
          <p:cNvSpPr txBox="1"/>
          <p:nvPr>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5" name="Slide Number">
            <a:extLst>
              <a:ext uri="{FF2B5EF4-FFF2-40B4-BE49-F238E27FC236}">
                <a16:creationId xmlns:a16="http://schemas.microsoft.com/office/drawing/2014/main" id="{4833D5AF-2A75-4978-AA54-00BA594BBA72}"/>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7" name="1. On-page tracker">
            <a:extLst>
              <a:ext uri="{FF2B5EF4-FFF2-40B4-BE49-F238E27FC236}">
                <a16:creationId xmlns:a16="http://schemas.microsoft.com/office/drawing/2014/main" id="{AD9436C5-E5F5-42BD-9013-D04449180E92}"/>
              </a:ext>
            </a:extLst>
          </p:cNvPr>
          <p:cNvSpPr>
            <a:spLocks noGrp="1"/>
          </p:cNvSpPr>
          <p:nvPr>
            <p:ph type="body" sz="quarter" idx="17" hasCustomPrompt="1"/>
            <p:custDataLst>
              <p:tags r:id="rId4"/>
            </p:custDataLst>
          </p:nvPr>
        </p:nvSpPr>
        <p:spPr>
          <a:xfrm>
            <a:off x="7159752" y="78768"/>
            <a:ext cx="4480560" cy="123111"/>
          </a:xfrm>
        </p:spPr>
        <p:txBody>
          <a:bodyPr anchor="ctr" anchorCtr="0">
            <a:spAutoFit/>
          </a:bodyPr>
          <a:lstStyle>
            <a:lvl1pPr algn="r">
              <a:defRPr sz="800">
                <a:solidFill>
                  <a:schemeClr val="tx1"/>
                </a:solidFill>
                <a:latin typeface="+mn-lt"/>
              </a:defRPr>
            </a:lvl1pPr>
          </a:lstStyle>
          <a:p>
            <a:pPr lvl="0"/>
            <a:r>
              <a:rPr lang="en-US" dirty="0"/>
              <a:t>Chapter › Topic</a:t>
            </a:r>
          </a:p>
        </p:txBody>
      </p:sp>
    </p:spTree>
    <p:extLst>
      <p:ext uri="{BB962C8B-B14F-4D97-AF65-F5344CB8AC3E}">
        <p14:creationId xmlns:p14="http://schemas.microsoft.com/office/powerpoint/2010/main" val="3196490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rast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491B0EE-37B4-4A8C-9C8F-48909747EA09}"/>
              </a:ext>
            </a:extLst>
          </p:cNvPr>
          <p:cNvGraphicFramePr>
            <a:graphicFrameLocks noChangeAspect="1"/>
          </p:cNvGraphicFramePr>
          <p:nvPr>
            <p:custDataLst>
              <p:tags r:id="rId1"/>
            </p:custDataLst>
            <p:extLst>
              <p:ext uri="{D42A27DB-BD31-4B8C-83A1-F6EECF244321}">
                <p14:modId xmlns:p14="http://schemas.microsoft.com/office/powerpoint/2010/main" val="33844785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2" name="Object 1" hidden="1">
                        <a:extLst>
                          <a:ext uri="{FF2B5EF4-FFF2-40B4-BE49-F238E27FC236}">
                            <a16:creationId xmlns:a16="http://schemas.microsoft.com/office/drawing/2014/main" id="{D491B0EE-37B4-4A8C-9C8F-48909747EA0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6" name="LogoImage">
            <a:extLst>
              <a:ext uri="{FF2B5EF4-FFF2-40B4-BE49-F238E27FC236}">
                <a16:creationId xmlns:a16="http://schemas.microsoft.com/office/drawing/2014/main" id="{280FE25E-C8A9-4A63-9254-D200989A2E09}"/>
              </a:ext>
            </a:extLst>
          </p:cNvPr>
          <p:cNvGrpSpPr>
            <a:grpSpLocks noChangeAspect="1"/>
          </p:cNvGrpSpPr>
          <p:nvPr>
            <p:custDataLst>
              <p:tags r:id="rId2"/>
            </p:custDataLst>
          </p:nvPr>
        </p:nvGrpSpPr>
        <p:grpSpPr bwMode="black">
          <a:xfrm>
            <a:off x="549271" y="481161"/>
            <a:ext cx="1893202" cy="585216"/>
            <a:chOff x="0" y="973"/>
            <a:chExt cx="7680" cy="2374"/>
          </a:xfrm>
        </p:grpSpPr>
        <p:sp>
          <p:nvSpPr>
            <p:cNvPr id="8" name="AutoShape 3">
              <a:extLst>
                <a:ext uri="{FF2B5EF4-FFF2-40B4-BE49-F238E27FC236}">
                  <a16:creationId xmlns:a16="http://schemas.microsoft.com/office/drawing/2014/main" id="{FD120780-E7D0-42EA-AB5A-363335299EBE}"/>
                </a:ext>
              </a:extLst>
            </p:cNvPr>
            <p:cNvSpPr>
              <a:spLocks noChangeAspect="1" noChangeArrowheads="1" noTextEdit="1"/>
            </p:cNvSpPr>
            <p:nvPr/>
          </p:nvSpPr>
          <p:spPr bwMode="black">
            <a:xfrm>
              <a:off x="0" y="973"/>
              <a:ext cx="7680" cy="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9" name="Freeform 5">
              <a:extLst>
                <a:ext uri="{FF2B5EF4-FFF2-40B4-BE49-F238E27FC236}">
                  <a16:creationId xmlns:a16="http://schemas.microsoft.com/office/drawing/2014/main" id="{A9C60168-96E8-4CC3-91EC-B2F7F57959D9}"/>
                </a:ext>
              </a:extLst>
            </p:cNvPr>
            <p:cNvSpPr>
              <a:spLocks noEditPoints="1"/>
            </p:cNvSpPr>
            <p:nvPr/>
          </p:nvSpPr>
          <p:spPr bwMode="black">
            <a:xfrm>
              <a:off x="0" y="974"/>
              <a:ext cx="7680" cy="2373"/>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10" name="5. Source" hidden="1">
            <a:extLst>
              <a:ext uri="{FF2B5EF4-FFF2-40B4-BE49-F238E27FC236}">
                <a16:creationId xmlns:a16="http://schemas.microsoft.com/office/drawing/2014/main" id="{EED9D83D-9CC3-45F3-876D-CC42BC0B70E0}"/>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pic>
        <p:nvPicPr>
          <p:cNvPr id="12" name="Partnership">
            <a:extLst>
              <a:ext uri="{FF2B5EF4-FFF2-40B4-BE49-F238E27FC236}">
                <a16:creationId xmlns:a16="http://schemas.microsoft.com/office/drawing/2014/main" id="{0F7487FE-3275-468A-8AE3-F3DA10AD9C31}"/>
              </a:ext>
            </a:extLst>
          </p:cNvPr>
          <p:cNvPicPr>
            <a:picLocks noChangeAspect="1"/>
          </p:cNvPicPr>
          <p:nvPr/>
        </p:nvPicPr>
        <p:blipFill>
          <a:blip r:embed="rId7"/>
          <a:stretch>
            <a:fillRect/>
          </a:stretch>
        </p:blipFill>
        <p:spPr>
          <a:xfrm>
            <a:off x="0" y="0"/>
            <a:ext cx="12192000" cy="6858000"/>
          </a:xfrm>
          <a:prstGeom prst="rect">
            <a:avLst/>
          </a:prstGeom>
        </p:spPr>
      </p:pic>
    </p:spTree>
    <p:extLst>
      <p:ext uri="{BB962C8B-B14F-4D97-AF65-F5344CB8AC3E}">
        <p14:creationId xmlns:p14="http://schemas.microsoft.com/office/powerpoint/2010/main" val="3677900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2.xml"/><Relationship Id="rId26" Type="http://schemas.openxmlformats.org/officeDocument/2006/relationships/tags" Target="../tags/tag10.xml"/><Relationship Id="rId39" Type="http://schemas.openxmlformats.org/officeDocument/2006/relationships/oleObject" Target="../embeddings/oleObject1.bin"/><Relationship Id="rId21" Type="http://schemas.openxmlformats.org/officeDocument/2006/relationships/tags" Target="../tags/tag5.xml"/><Relationship Id="rId34" Type="http://schemas.openxmlformats.org/officeDocument/2006/relationships/tags" Target="../tags/tag18.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tags" Target="../tags/tag9.xml"/><Relationship Id="rId33" Type="http://schemas.openxmlformats.org/officeDocument/2006/relationships/tags" Target="../tags/tag17.xml"/><Relationship Id="rId38" Type="http://schemas.openxmlformats.org/officeDocument/2006/relationships/tags" Target="../tags/tag2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4.xml"/><Relationship Id="rId29" Type="http://schemas.openxmlformats.org/officeDocument/2006/relationships/tags" Target="../tags/tag1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8.xml"/><Relationship Id="rId32" Type="http://schemas.openxmlformats.org/officeDocument/2006/relationships/tags" Target="../tags/tag16.xml"/><Relationship Id="rId37" Type="http://schemas.openxmlformats.org/officeDocument/2006/relationships/tags" Target="../tags/tag21.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7.xml"/><Relationship Id="rId28" Type="http://schemas.openxmlformats.org/officeDocument/2006/relationships/tags" Target="../tags/tag12.xml"/><Relationship Id="rId36" Type="http://schemas.openxmlformats.org/officeDocument/2006/relationships/tags" Target="../tags/tag20.xml"/><Relationship Id="rId10" Type="http://schemas.openxmlformats.org/officeDocument/2006/relationships/slideLayout" Target="../slideLayouts/slideLayout10.xml"/><Relationship Id="rId19" Type="http://schemas.openxmlformats.org/officeDocument/2006/relationships/tags" Target="../tags/tag3.xml"/><Relationship Id="rId31" Type="http://schemas.openxmlformats.org/officeDocument/2006/relationships/tags" Target="../tags/tag1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6.xml"/><Relationship Id="rId27" Type="http://schemas.openxmlformats.org/officeDocument/2006/relationships/tags" Target="../tags/tag11.xml"/><Relationship Id="rId30" Type="http://schemas.openxmlformats.org/officeDocument/2006/relationships/tags" Target="../tags/tag14.xml"/><Relationship Id="rId35" Type="http://schemas.openxmlformats.org/officeDocument/2006/relationships/tags" Target="../tags/tag19.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theme" Target="../theme/theme2.xml"/><Relationship Id="rId26" Type="http://schemas.openxmlformats.org/officeDocument/2006/relationships/tags" Target="../tags/tag136.xml"/><Relationship Id="rId39" Type="http://schemas.openxmlformats.org/officeDocument/2006/relationships/tags" Target="../tags/tag149.xml"/><Relationship Id="rId21" Type="http://schemas.openxmlformats.org/officeDocument/2006/relationships/tags" Target="../tags/tag131.xml"/><Relationship Id="rId34" Type="http://schemas.openxmlformats.org/officeDocument/2006/relationships/tags" Target="../tags/tag144.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tags" Target="../tags/tag130.xml"/><Relationship Id="rId29" Type="http://schemas.openxmlformats.org/officeDocument/2006/relationships/tags" Target="../tags/tag139.xml"/><Relationship Id="rId41" Type="http://schemas.openxmlformats.org/officeDocument/2006/relationships/image" Target="../media/image2.emf"/><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tags" Target="../tags/tag134.xml"/><Relationship Id="rId32" Type="http://schemas.openxmlformats.org/officeDocument/2006/relationships/tags" Target="../tags/tag142.xml"/><Relationship Id="rId37" Type="http://schemas.openxmlformats.org/officeDocument/2006/relationships/tags" Target="../tags/tag147.xml"/><Relationship Id="rId40" Type="http://schemas.openxmlformats.org/officeDocument/2006/relationships/oleObject" Target="../embeddings/oleObject14.bin"/><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tags" Target="../tags/tag133.xml"/><Relationship Id="rId28" Type="http://schemas.openxmlformats.org/officeDocument/2006/relationships/tags" Target="../tags/tag138.xml"/><Relationship Id="rId36" Type="http://schemas.openxmlformats.org/officeDocument/2006/relationships/tags" Target="../tags/tag146.xml"/><Relationship Id="rId10" Type="http://schemas.openxmlformats.org/officeDocument/2006/relationships/slideLayout" Target="../slideLayouts/slideLayout26.xml"/><Relationship Id="rId19" Type="http://schemas.openxmlformats.org/officeDocument/2006/relationships/tags" Target="../tags/tag129.xml"/><Relationship Id="rId31" Type="http://schemas.openxmlformats.org/officeDocument/2006/relationships/tags" Target="../tags/tag141.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tags" Target="../tags/tag132.xml"/><Relationship Id="rId27" Type="http://schemas.openxmlformats.org/officeDocument/2006/relationships/tags" Target="../tags/tag137.xml"/><Relationship Id="rId30" Type="http://schemas.openxmlformats.org/officeDocument/2006/relationships/tags" Target="../tags/tag140.xml"/><Relationship Id="rId35" Type="http://schemas.openxmlformats.org/officeDocument/2006/relationships/tags" Target="../tags/tag145.xml"/><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tags" Target="../tags/tag135.xml"/><Relationship Id="rId33" Type="http://schemas.openxmlformats.org/officeDocument/2006/relationships/tags" Target="../tags/tag143.xml"/><Relationship Id="rId38" Type="http://schemas.openxmlformats.org/officeDocument/2006/relationships/tags" Target="../tags/tag1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p:custDataLst>
              <p:tags r:id="rId18"/>
            </p:custDataLst>
            <p:extLst>
              <p:ext uri="{D42A27DB-BD31-4B8C-83A1-F6EECF244321}">
                <p14:modId xmlns:p14="http://schemas.microsoft.com/office/powerpoint/2010/main" val="35546408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13" imgH="416" progId="TCLayout.ActiveDocument.1">
                  <p:embed/>
                </p:oleObj>
              </mc:Choice>
              <mc:Fallback>
                <p:oleObj name="think-cell Slide" r:id="rId39"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p:custDataLst>
              <p:tags r:id="rId1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p:custDataLst>
              <p:tags r:id="rId20"/>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p:custDataLst>
              <p:tags r:id="rId21"/>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GB"/>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59" name="Grid" hidden="1">
            <a:extLst>
              <a:ext uri="{FF2B5EF4-FFF2-40B4-BE49-F238E27FC236}">
                <a16:creationId xmlns:a16="http://schemas.microsoft.com/office/drawing/2014/main" id="{D35250B8-D61E-4F1A-9ACD-6E1BB958B78E}"/>
              </a:ext>
            </a:extLst>
          </p:cNvPr>
          <p:cNvGrpSpPr/>
          <p:nvPr>
            <p:custDataLst>
              <p:tags r:id="rId23"/>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p:nvGrpSpPr>
        <p:grpSpPr>
          <a:xfrm>
            <a:off x="10692000" y="1339200"/>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24"/>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3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25"/>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36"/>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26"/>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3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27"/>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32"/>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28"/>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2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30"/>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60" r:id="rId7"/>
    <p:sldLayoutId id="2147483856" r:id="rId8"/>
    <p:sldLayoutId id="2147483805" r:id="rId9"/>
    <p:sldLayoutId id="2147483806" r:id="rId10"/>
    <p:sldLayoutId id="2147483882" r:id="rId11"/>
    <p:sldLayoutId id="2147483879" r:id="rId12"/>
    <p:sldLayoutId id="2147483706" r:id="rId13"/>
    <p:sldLayoutId id="2147483718" r:id="rId14"/>
    <p:sldLayoutId id="2147483893" r:id="rId15"/>
    <p:sldLayoutId id="2147483895" r:id="rId16"/>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p:custDataLst>
              <p:tags r:id="rId19"/>
            </p:custDataLst>
            <p:extLst>
              <p:ext uri="{D42A27DB-BD31-4B8C-83A1-F6EECF244321}">
                <p14:modId xmlns:p14="http://schemas.microsoft.com/office/powerpoint/2010/main" val="5381878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44" imgH="344" progId="TCLayout.ActiveDocument.1">
                  <p:embed/>
                </p:oleObj>
              </mc:Choice>
              <mc:Fallback>
                <p:oleObj name="think-cell Slide" r:id="rId40"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p:custDataLst>
              <p:tags r:id="rId20"/>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p:custDataLst>
              <p:tags r:id="rId2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dirty="0"/>
              <a:t>Click to edit Master title style</a:t>
            </a:r>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5" name="Grid" hidden="1">
            <a:extLst>
              <a:ext uri="{FF2B5EF4-FFF2-40B4-BE49-F238E27FC236}">
                <a16:creationId xmlns:a16="http://schemas.microsoft.com/office/drawing/2014/main" id="{DEFB2FD9-7CD8-4FAE-9553-EBB1883173D8}"/>
              </a:ext>
            </a:extLst>
          </p:cNvPr>
          <p:cNvGrpSpPr/>
          <p:nvPr>
            <p:custDataLst>
              <p:tags r:id="rId23"/>
            </p:custDataLst>
          </p:nvPr>
        </p:nvGrpSpPr>
        <p:grpSpPr>
          <a:xfrm>
            <a:off x="1524" y="0"/>
            <a:ext cx="12190476" cy="6858000"/>
            <a:chOff x="0"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p:nvCxnSpPr>
          <p:spPr bwMode="invGray">
            <a:xfrm>
              <a:off x="554736" y="1711453"/>
              <a:ext cx="11082528" cy="0"/>
            </a:xfrm>
            <a:prstGeom prst="line">
              <a:avLst/>
            </a:prstGeom>
            <a:noFill/>
            <a:ln w="12700">
              <a:solidFill>
                <a:srgbClr val="19D3C5">
                  <a:alpha val="50000"/>
                </a:srgbClr>
              </a:solidFill>
            </a:ln>
          </p:spPr>
        </p:cxnSp>
      </p:grpSp>
      <p:sp>
        <p:nvSpPr>
          <p:cNvPr id="145" name="4. Footnote" hidden="1">
            <a:extLst>
              <a:ext uri="{FF2B5EF4-FFF2-40B4-BE49-F238E27FC236}">
                <a16:creationId xmlns:a16="http://schemas.microsoft.com/office/drawing/2014/main" id="{56E3DC21-21DB-42FE-8721-1BC0E89F13AE}"/>
              </a:ext>
            </a:extLst>
          </p:cNvPr>
          <p:cNvSpPr txBox="1"/>
          <p:nvPr>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p:nvGrpSpPr>
        <p:grpSpPr>
          <a:xfrm>
            <a:off x="10722394" y="4323600"/>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6" name="LegendMoons" hidden="1">
            <a:extLst>
              <a:ext uri="{FF2B5EF4-FFF2-40B4-BE49-F238E27FC236}">
                <a16:creationId xmlns:a16="http://schemas.microsoft.com/office/drawing/2014/main" id="{BCBAA4B3-76E3-4E3E-9DFB-193618E70571}"/>
              </a:ext>
            </a:extLst>
          </p:cNvPr>
          <p:cNvGrpSpPr/>
          <p:nvPr/>
        </p:nvGrpSpPr>
        <p:grpSpPr>
          <a:xfrm>
            <a:off x="10692000" y="1339200"/>
            <a:ext cx="1023616" cy="1731859"/>
            <a:chOff x="7723680" y="1702457"/>
            <a:chExt cx="1023616" cy="1731859"/>
          </a:xfrm>
        </p:grpSpPr>
        <p:sp>
          <p:nvSpPr>
            <p:cNvPr id="147" name="Legend1">
              <a:extLst>
                <a:ext uri="{FF2B5EF4-FFF2-40B4-BE49-F238E27FC236}">
                  <a16:creationId xmlns:a16="http://schemas.microsoft.com/office/drawing/2014/main" id="{A8F35D73-D259-46FA-AFD2-EA8247EDE0B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48" name="Legend2">
              <a:extLst>
                <a:ext uri="{FF2B5EF4-FFF2-40B4-BE49-F238E27FC236}">
                  <a16:creationId xmlns:a16="http://schemas.microsoft.com/office/drawing/2014/main" id="{8C810E22-5C1D-4238-A604-CBCDDCB4C05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49" name="Legend3">
              <a:extLst>
                <a:ext uri="{FF2B5EF4-FFF2-40B4-BE49-F238E27FC236}">
                  <a16:creationId xmlns:a16="http://schemas.microsoft.com/office/drawing/2014/main" id="{E4D11ABD-C458-4D2C-B8BA-1BD7E497965C}"/>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4">
              <a:extLst>
                <a:ext uri="{FF2B5EF4-FFF2-40B4-BE49-F238E27FC236}">
                  <a16:creationId xmlns:a16="http://schemas.microsoft.com/office/drawing/2014/main" id="{6751DA88-7594-4AF8-9B0B-6D236454D486}"/>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5">
              <a:extLst>
                <a:ext uri="{FF2B5EF4-FFF2-40B4-BE49-F238E27FC236}">
                  <a16:creationId xmlns:a16="http://schemas.microsoft.com/office/drawing/2014/main" id="{9BD97B4F-09E8-498D-A862-8771F6492867}"/>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2" name="MoonLegend1">
              <a:extLst>
                <a:ext uri="{FF2B5EF4-FFF2-40B4-BE49-F238E27FC236}">
                  <a16:creationId xmlns:a16="http://schemas.microsoft.com/office/drawing/2014/main" id="{2D833A59-C7AB-446D-8FF2-91CA9DB3ACEE}"/>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165" name="Oval 164">
                <a:extLst>
                  <a:ext uri="{FF2B5EF4-FFF2-40B4-BE49-F238E27FC236}">
                    <a16:creationId xmlns:a16="http://schemas.microsoft.com/office/drawing/2014/main" id="{6FAD167A-470E-49B3-9358-C391E9721499}"/>
                  </a:ext>
                </a:extLst>
              </p:cNvPr>
              <p:cNvSpPr/>
              <p:nvPr>
                <p:custDataLst>
                  <p:tags r:id="rId3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6" name="Arc 165" hidden="1">
                <a:extLst>
                  <a:ext uri="{FF2B5EF4-FFF2-40B4-BE49-F238E27FC236}">
                    <a16:creationId xmlns:a16="http://schemas.microsoft.com/office/drawing/2014/main" id="{2106BC3D-6019-4A97-BF49-95FEE529E3EF}"/>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3" name="MoonLegend2">
              <a:extLst>
                <a:ext uri="{FF2B5EF4-FFF2-40B4-BE49-F238E27FC236}">
                  <a16:creationId xmlns:a16="http://schemas.microsoft.com/office/drawing/2014/main" id="{290914A9-07C8-4F8C-AD47-74783B1DE6E1}"/>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163" name="Oval 162">
                <a:extLst>
                  <a:ext uri="{FF2B5EF4-FFF2-40B4-BE49-F238E27FC236}">
                    <a16:creationId xmlns:a16="http://schemas.microsoft.com/office/drawing/2014/main" id="{14C29FC0-EC32-412C-A1FC-29EF13DE8125}"/>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4" name="Arc 163">
                <a:extLst>
                  <a:ext uri="{FF2B5EF4-FFF2-40B4-BE49-F238E27FC236}">
                    <a16:creationId xmlns:a16="http://schemas.microsoft.com/office/drawing/2014/main" id="{08217F02-10EE-4BF5-8640-3409A47C5847}"/>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4" name="MoonLegend3">
              <a:extLst>
                <a:ext uri="{FF2B5EF4-FFF2-40B4-BE49-F238E27FC236}">
                  <a16:creationId xmlns:a16="http://schemas.microsoft.com/office/drawing/2014/main" id="{435D5936-2D97-416D-A834-DF4B9D96A043}"/>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61" name="Oval 160">
                <a:extLst>
                  <a:ext uri="{FF2B5EF4-FFF2-40B4-BE49-F238E27FC236}">
                    <a16:creationId xmlns:a16="http://schemas.microsoft.com/office/drawing/2014/main" id="{69BF58B2-CF38-41FB-8EF8-3EE6A3F13980}"/>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2" name="Arc 161">
                <a:extLst>
                  <a:ext uri="{FF2B5EF4-FFF2-40B4-BE49-F238E27FC236}">
                    <a16:creationId xmlns:a16="http://schemas.microsoft.com/office/drawing/2014/main" id="{9A2D06B2-79B1-475C-A66E-9CB573E98829}"/>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4">
              <a:extLst>
                <a:ext uri="{FF2B5EF4-FFF2-40B4-BE49-F238E27FC236}">
                  <a16:creationId xmlns:a16="http://schemas.microsoft.com/office/drawing/2014/main" id="{8EC87CF1-17C2-4BF0-9A01-8C2C8FFFF842}"/>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59" name="Oval 158">
                <a:extLst>
                  <a:ext uri="{FF2B5EF4-FFF2-40B4-BE49-F238E27FC236}">
                    <a16:creationId xmlns:a16="http://schemas.microsoft.com/office/drawing/2014/main" id="{3A7C7C4F-14E8-4812-AC35-7D066AEC66E0}"/>
                  </a:ext>
                </a:extLst>
              </p:cNvPr>
              <p:cNvSpPr/>
              <p:nvPr>
                <p:custDataLst>
                  <p:tags r:id="rId3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0" name="Arc 159">
                <a:extLst>
                  <a:ext uri="{FF2B5EF4-FFF2-40B4-BE49-F238E27FC236}">
                    <a16:creationId xmlns:a16="http://schemas.microsoft.com/office/drawing/2014/main" id="{7F7E2EA4-AD8C-4DA3-ACA6-A69404D1E88D}"/>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5">
              <a:extLst>
                <a:ext uri="{FF2B5EF4-FFF2-40B4-BE49-F238E27FC236}">
                  <a16:creationId xmlns:a16="http://schemas.microsoft.com/office/drawing/2014/main" id="{BCD87F8B-10B7-4E82-8EC4-F08B412A1736}"/>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7" name="Oval 156">
                <a:extLst>
                  <a:ext uri="{FF2B5EF4-FFF2-40B4-BE49-F238E27FC236}">
                    <a16:creationId xmlns:a16="http://schemas.microsoft.com/office/drawing/2014/main" id="{88573FB6-1F3D-4B01-98F6-7E4478BE33EF}"/>
                  </a:ext>
                </a:extLst>
              </p:cNvPr>
              <p:cNvSpPr/>
              <p:nvPr>
                <p:custDataLst>
                  <p:tags r:id="rId3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58" name="Arc 157">
                <a:extLst>
                  <a:ext uri="{FF2B5EF4-FFF2-40B4-BE49-F238E27FC236}">
                    <a16:creationId xmlns:a16="http://schemas.microsoft.com/office/drawing/2014/main" id="{CF3B10D5-50BA-4075-BEDD-5D7FF7BE36E6}"/>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2"/>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p:nvGrpSpPr>
        <p:grpSpPr>
          <a:xfrm>
            <a:off x="10440000" y="3243600"/>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Tree>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80" r:id="rId7"/>
    <p:sldLayoutId id="2147483883" r:id="rId8"/>
    <p:sldLayoutId id="2147483884" r:id="rId9"/>
    <p:sldLayoutId id="2147483885" r:id="rId10"/>
    <p:sldLayoutId id="2147483886" r:id="rId11"/>
    <p:sldLayoutId id="2147483887" r:id="rId12"/>
    <p:sldLayoutId id="2147483888" r:id="rId13"/>
    <p:sldLayoutId id="2147483889" r:id="rId14"/>
    <p:sldLayoutId id="2147483890" r:id="rId15"/>
    <p:sldLayoutId id="2147483877" r:id="rId16"/>
    <p:sldLayoutId id="2147483878"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71.xml"/><Relationship Id="rId1" Type="http://schemas.openxmlformats.org/officeDocument/2006/relationships/tags" Target="../tags/tag270.xml"/><Relationship Id="rId5" Type="http://schemas.openxmlformats.org/officeDocument/2006/relationships/image" Target="../media/image9.emf"/><Relationship Id="rId4" Type="http://schemas.openxmlformats.org/officeDocument/2006/relationships/oleObject" Target="../embeddings/oleObject28.bin"/></Relationships>
</file>

<file path=ppt/slides/_rels/slide2.xml.rels><?xml version="1.0" encoding="UTF-8" standalone="yes"?>
<Relationships xmlns="http://schemas.openxmlformats.org/package/2006/relationships"><Relationship Id="rId8" Type="http://schemas.openxmlformats.org/officeDocument/2006/relationships/tags" Target="../tags/tag279.xml"/><Relationship Id="rId13" Type="http://schemas.openxmlformats.org/officeDocument/2006/relationships/slideLayout" Target="../slideLayouts/slideLayout2.xml"/><Relationship Id="rId18" Type="http://schemas.openxmlformats.org/officeDocument/2006/relationships/image" Target="../media/image13.png"/><Relationship Id="rId3" Type="http://schemas.openxmlformats.org/officeDocument/2006/relationships/tags" Target="../tags/tag274.xml"/><Relationship Id="rId7" Type="http://schemas.openxmlformats.org/officeDocument/2006/relationships/tags" Target="../tags/tag278.xml"/><Relationship Id="rId12" Type="http://schemas.openxmlformats.org/officeDocument/2006/relationships/tags" Target="../tags/tag283.xml"/><Relationship Id="rId17" Type="http://schemas.openxmlformats.org/officeDocument/2006/relationships/image" Target="../media/image12.svg"/><Relationship Id="rId2" Type="http://schemas.openxmlformats.org/officeDocument/2006/relationships/tags" Target="../tags/tag273.xml"/><Relationship Id="rId16" Type="http://schemas.openxmlformats.org/officeDocument/2006/relationships/image" Target="../media/image11.png"/><Relationship Id="rId1" Type="http://schemas.openxmlformats.org/officeDocument/2006/relationships/tags" Target="../tags/tag272.xml"/><Relationship Id="rId6" Type="http://schemas.openxmlformats.org/officeDocument/2006/relationships/tags" Target="../tags/tag277.xml"/><Relationship Id="rId11" Type="http://schemas.openxmlformats.org/officeDocument/2006/relationships/tags" Target="../tags/tag282.xml"/><Relationship Id="rId5" Type="http://schemas.openxmlformats.org/officeDocument/2006/relationships/tags" Target="../tags/tag276.xml"/><Relationship Id="rId15" Type="http://schemas.openxmlformats.org/officeDocument/2006/relationships/image" Target="../media/image10.emf"/><Relationship Id="rId10" Type="http://schemas.openxmlformats.org/officeDocument/2006/relationships/tags" Target="../tags/tag281.xml"/><Relationship Id="rId19" Type="http://schemas.openxmlformats.org/officeDocument/2006/relationships/image" Target="../media/image14.svg"/><Relationship Id="rId4" Type="http://schemas.openxmlformats.org/officeDocument/2006/relationships/tags" Target="../tags/tag275.xml"/><Relationship Id="rId9" Type="http://schemas.openxmlformats.org/officeDocument/2006/relationships/tags" Target="../tags/tag280.xml"/><Relationship Id="rId14" Type="http://schemas.openxmlformats.org/officeDocument/2006/relationships/oleObject" Target="../embeddings/oleObject29.bin"/></Relationships>
</file>

<file path=ppt/slides/_rels/slide3.xml.rels><?xml version="1.0" encoding="UTF-8" standalone="yes"?>
<Relationships xmlns="http://schemas.openxmlformats.org/package/2006/relationships"><Relationship Id="rId13" Type="http://schemas.openxmlformats.org/officeDocument/2006/relationships/tags" Target="../tags/tag296.xml"/><Relationship Id="rId18" Type="http://schemas.openxmlformats.org/officeDocument/2006/relationships/tags" Target="../tags/tag301.xml"/><Relationship Id="rId26" Type="http://schemas.openxmlformats.org/officeDocument/2006/relationships/tags" Target="../tags/tag309.xml"/><Relationship Id="rId39" Type="http://schemas.openxmlformats.org/officeDocument/2006/relationships/tags" Target="../tags/tag322.xml"/><Relationship Id="rId21" Type="http://schemas.openxmlformats.org/officeDocument/2006/relationships/tags" Target="../tags/tag304.xml"/><Relationship Id="rId34" Type="http://schemas.openxmlformats.org/officeDocument/2006/relationships/tags" Target="../tags/tag317.xml"/><Relationship Id="rId42" Type="http://schemas.openxmlformats.org/officeDocument/2006/relationships/tags" Target="../tags/tag325.xml"/><Relationship Id="rId47" Type="http://schemas.openxmlformats.org/officeDocument/2006/relationships/tags" Target="../tags/tag330.xml"/><Relationship Id="rId50" Type="http://schemas.openxmlformats.org/officeDocument/2006/relationships/notesSlide" Target="../notesSlides/notesSlide1.xml"/><Relationship Id="rId55" Type="http://schemas.openxmlformats.org/officeDocument/2006/relationships/image" Target="../media/image17.png"/><Relationship Id="rId7" Type="http://schemas.openxmlformats.org/officeDocument/2006/relationships/tags" Target="../tags/tag290.xml"/><Relationship Id="rId2" Type="http://schemas.openxmlformats.org/officeDocument/2006/relationships/tags" Target="../tags/tag285.xml"/><Relationship Id="rId16" Type="http://schemas.openxmlformats.org/officeDocument/2006/relationships/tags" Target="../tags/tag299.xml"/><Relationship Id="rId29" Type="http://schemas.openxmlformats.org/officeDocument/2006/relationships/tags" Target="../tags/tag312.xml"/><Relationship Id="rId11" Type="http://schemas.openxmlformats.org/officeDocument/2006/relationships/tags" Target="../tags/tag294.xml"/><Relationship Id="rId24" Type="http://schemas.openxmlformats.org/officeDocument/2006/relationships/tags" Target="../tags/tag307.xml"/><Relationship Id="rId32" Type="http://schemas.openxmlformats.org/officeDocument/2006/relationships/tags" Target="../tags/tag315.xml"/><Relationship Id="rId37" Type="http://schemas.openxmlformats.org/officeDocument/2006/relationships/tags" Target="../tags/tag320.xml"/><Relationship Id="rId40" Type="http://schemas.openxmlformats.org/officeDocument/2006/relationships/tags" Target="../tags/tag323.xml"/><Relationship Id="rId45" Type="http://schemas.openxmlformats.org/officeDocument/2006/relationships/tags" Target="../tags/tag328.xml"/><Relationship Id="rId53" Type="http://schemas.openxmlformats.org/officeDocument/2006/relationships/image" Target="../media/image15.png"/><Relationship Id="rId5" Type="http://schemas.openxmlformats.org/officeDocument/2006/relationships/tags" Target="../tags/tag288.xml"/><Relationship Id="rId10" Type="http://schemas.openxmlformats.org/officeDocument/2006/relationships/tags" Target="../tags/tag293.xml"/><Relationship Id="rId19" Type="http://schemas.openxmlformats.org/officeDocument/2006/relationships/tags" Target="../tags/tag302.xml"/><Relationship Id="rId31" Type="http://schemas.openxmlformats.org/officeDocument/2006/relationships/tags" Target="../tags/tag314.xml"/><Relationship Id="rId44" Type="http://schemas.openxmlformats.org/officeDocument/2006/relationships/tags" Target="../tags/tag327.xml"/><Relationship Id="rId52" Type="http://schemas.openxmlformats.org/officeDocument/2006/relationships/image" Target="../media/image8.emf"/><Relationship Id="rId4" Type="http://schemas.openxmlformats.org/officeDocument/2006/relationships/tags" Target="../tags/tag287.xml"/><Relationship Id="rId9" Type="http://schemas.openxmlformats.org/officeDocument/2006/relationships/tags" Target="../tags/tag292.xml"/><Relationship Id="rId14" Type="http://schemas.openxmlformats.org/officeDocument/2006/relationships/tags" Target="../tags/tag297.xml"/><Relationship Id="rId22" Type="http://schemas.openxmlformats.org/officeDocument/2006/relationships/tags" Target="../tags/tag305.xml"/><Relationship Id="rId27" Type="http://schemas.openxmlformats.org/officeDocument/2006/relationships/tags" Target="../tags/tag310.xml"/><Relationship Id="rId30" Type="http://schemas.openxmlformats.org/officeDocument/2006/relationships/tags" Target="../tags/tag313.xml"/><Relationship Id="rId35" Type="http://schemas.openxmlformats.org/officeDocument/2006/relationships/tags" Target="../tags/tag318.xml"/><Relationship Id="rId43" Type="http://schemas.openxmlformats.org/officeDocument/2006/relationships/tags" Target="../tags/tag326.xml"/><Relationship Id="rId48" Type="http://schemas.openxmlformats.org/officeDocument/2006/relationships/tags" Target="../tags/tag331.xml"/><Relationship Id="rId56" Type="http://schemas.openxmlformats.org/officeDocument/2006/relationships/image" Target="../media/image18.svg"/><Relationship Id="rId8" Type="http://schemas.openxmlformats.org/officeDocument/2006/relationships/tags" Target="../tags/tag291.xml"/><Relationship Id="rId51" Type="http://schemas.openxmlformats.org/officeDocument/2006/relationships/oleObject" Target="../embeddings/oleObject30.bin"/><Relationship Id="rId3" Type="http://schemas.openxmlformats.org/officeDocument/2006/relationships/tags" Target="../tags/tag286.xml"/><Relationship Id="rId12" Type="http://schemas.openxmlformats.org/officeDocument/2006/relationships/tags" Target="../tags/tag295.xml"/><Relationship Id="rId17" Type="http://schemas.openxmlformats.org/officeDocument/2006/relationships/tags" Target="../tags/tag300.xml"/><Relationship Id="rId25" Type="http://schemas.openxmlformats.org/officeDocument/2006/relationships/tags" Target="../tags/tag308.xml"/><Relationship Id="rId33" Type="http://schemas.openxmlformats.org/officeDocument/2006/relationships/tags" Target="../tags/tag316.xml"/><Relationship Id="rId38" Type="http://schemas.openxmlformats.org/officeDocument/2006/relationships/tags" Target="../tags/tag321.xml"/><Relationship Id="rId46" Type="http://schemas.openxmlformats.org/officeDocument/2006/relationships/tags" Target="../tags/tag329.xml"/><Relationship Id="rId20" Type="http://schemas.openxmlformats.org/officeDocument/2006/relationships/tags" Target="../tags/tag303.xml"/><Relationship Id="rId41" Type="http://schemas.openxmlformats.org/officeDocument/2006/relationships/tags" Target="../tags/tag324.xml"/><Relationship Id="rId54" Type="http://schemas.openxmlformats.org/officeDocument/2006/relationships/image" Target="../media/image16.svg"/><Relationship Id="rId1" Type="http://schemas.openxmlformats.org/officeDocument/2006/relationships/tags" Target="../tags/tag284.xml"/><Relationship Id="rId6" Type="http://schemas.openxmlformats.org/officeDocument/2006/relationships/tags" Target="../tags/tag289.xml"/><Relationship Id="rId15" Type="http://schemas.openxmlformats.org/officeDocument/2006/relationships/tags" Target="../tags/tag298.xml"/><Relationship Id="rId23" Type="http://schemas.openxmlformats.org/officeDocument/2006/relationships/tags" Target="../tags/tag306.xml"/><Relationship Id="rId28" Type="http://schemas.openxmlformats.org/officeDocument/2006/relationships/tags" Target="../tags/tag311.xml"/><Relationship Id="rId36" Type="http://schemas.openxmlformats.org/officeDocument/2006/relationships/tags" Target="../tags/tag319.xml"/><Relationship Id="rId49"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3" Type="http://schemas.openxmlformats.org/officeDocument/2006/relationships/tags" Target="../tags/tag344.xml"/><Relationship Id="rId18" Type="http://schemas.openxmlformats.org/officeDocument/2006/relationships/tags" Target="../tags/tag349.xml"/><Relationship Id="rId26" Type="http://schemas.openxmlformats.org/officeDocument/2006/relationships/tags" Target="../tags/tag357.xml"/><Relationship Id="rId39" Type="http://schemas.openxmlformats.org/officeDocument/2006/relationships/tags" Target="../tags/tag370.xml"/><Relationship Id="rId21" Type="http://schemas.openxmlformats.org/officeDocument/2006/relationships/tags" Target="../tags/tag352.xml"/><Relationship Id="rId34" Type="http://schemas.openxmlformats.org/officeDocument/2006/relationships/tags" Target="../tags/tag365.xml"/><Relationship Id="rId42" Type="http://schemas.openxmlformats.org/officeDocument/2006/relationships/tags" Target="../tags/tag373.xml"/><Relationship Id="rId47" Type="http://schemas.openxmlformats.org/officeDocument/2006/relationships/tags" Target="../tags/tag378.xml"/><Relationship Id="rId50" Type="http://schemas.openxmlformats.org/officeDocument/2006/relationships/notesSlide" Target="../notesSlides/notesSlide2.xml"/><Relationship Id="rId55" Type="http://schemas.openxmlformats.org/officeDocument/2006/relationships/image" Target="../media/image17.png"/><Relationship Id="rId7" Type="http://schemas.openxmlformats.org/officeDocument/2006/relationships/tags" Target="../tags/tag338.xml"/><Relationship Id="rId2" Type="http://schemas.openxmlformats.org/officeDocument/2006/relationships/tags" Target="../tags/tag333.xml"/><Relationship Id="rId16" Type="http://schemas.openxmlformats.org/officeDocument/2006/relationships/tags" Target="../tags/tag347.xml"/><Relationship Id="rId29" Type="http://schemas.openxmlformats.org/officeDocument/2006/relationships/tags" Target="../tags/tag360.xml"/><Relationship Id="rId11" Type="http://schemas.openxmlformats.org/officeDocument/2006/relationships/tags" Target="../tags/tag342.xml"/><Relationship Id="rId24" Type="http://schemas.openxmlformats.org/officeDocument/2006/relationships/tags" Target="../tags/tag355.xml"/><Relationship Id="rId32" Type="http://schemas.openxmlformats.org/officeDocument/2006/relationships/tags" Target="../tags/tag363.xml"/><Relationship Id="rId37" Type="http://schemas.openxmlformats.org/officeDocument/2006/relationships/tags" Target="../tags/tag368.xml"/><Relationship Id="rId40" Type="http://schemas.openxmlformats.org/officeDocument/2006/relationships/tags" Target="../tags/tag371.xml"/><Relationship Id="rId45" Type="http://schemas.openxmlformats.org/officeDocument/2006/relationships/tags" Target="../tags/tag376.xml"/><Relationship Id="rId53" Type="http://schemas.openxmlformats.org/officeDocument/2006/relationships/image" Target="../media/image15.png"/><Relationship Id="rId5" Type="http://schemas.openxmlformats.org/officeDocument/2006/relationships/tags" Target="../tags/tag336.xml"/><Relationship Id="rId10" Type="http://schemas.openxmlformats.org/officeDocument/2006/relationships/tags" Target="../tags/tag341.xml"/><Relationship Id="rId19" Type="http://schemas.openxmlformats.org/officeDocument/2006/relationships/tags" Target="../tags/tag350.xml"/><Relationship Id="rId31" Type="http://schemas.openxmlformats.org/officeDocument/2006/relationships/tags" Target="../tags/tag362.xml"/><Relationship Id="rId44" Type="http://schemas.openxmlformats.org/officeDocument/2006/relationships/tags" Target="../tags/tag375.xml"/><Relationship Id="rId52" Type="http://schemas.openxmlformats.org/officeDocument/2006/relationships/image" Target="../media/image8.emf"/><Relationship Id="rId4" Type="http://schemas.openxmlformats.org/officeDocument/2006/relationships/tags" Target="../tags/tag335.xml"/><Relationship Id="rId9" Type="http://schemas.openxmlformats.org/officeDocument/2006/relationships/tags" Target="../tags/tag340.xml"/><Relationship Id="rId14" Type="http://schemas.openxmlformats.org/officeDocument/2006/relationships/tags" Target="../tags/tag345.xml"/><Relationship Id="rId22" Type="http://schemas.openxmlformats.org/officeDocument/2006/relationships/tags" Target="../tags/tag353.xml"/><Relationship Id="rId27" Type="http://schemas.openxmlformats.org/officeDocument/2006/relationships/tags" Target="../tags/tag358.xml"/><Relationship Id="rId30" Type="http://schemas.openxmlformats.org/officeDocument/2006/relationships/tags" Target="../tags/tag361.xml"/><Relationship Id="rId35" Type="http://schemas.openxmlformats.org/officeDocument/2006/relationships/tags" Target="../tags/tag366.xml"/><Relationship Id="rId43" Type="http://schemas.openxmlformats.org/officeDocument/2006/relationships/tags" Target="../tags/tag374.xml"/><Relationship Id="rId48" Type="http://schemas.openxmlformats.org/officeDocument/2006/relationships/tags" Target="../tags/tag379.xml"/><Relationship Id="rId56" Type="http://schemas.openxmlformats.org/officeDocument/2006/relationships/image" Target="../media/image20.svg"/><Relationship Id="rId8" Type="http://schemas.openxmlformats.org/officeDocument/2006/relationships/tags" Target="../tags/tag339.xml"/><Relationship Id="rId51" Type="http://schemas.openxmlformats.org/officeDocument/2006/relationships/oleObject" Target="../embeddings/oleObject31.bin"/><Relationship Id="rId3" Type="http://schemas.openxmlformats.org/officeDocument/2006/relationships/tags" Target="../tags/tag334.xml"/><Relationship Id="rId12" Type="http://schemas.openxmlformats.org/officeDocument/2006/relationships/tags" Target="../tags/tag343.xml"/><Relationship Id="rId17" Type="http://schemas.openxmlformats.org/officeDocument/2006/relationships/tags" Target="../tags/tag348.xml"/><Relationship Id="rId25" Type="http://schemas.openxmlformats.org/officeDocument/2006/relationships/tags" Target="../tags/tag356.xml"/><Relationship Id="rId33" Type="http://schemas.openxmlformats.org/officeDocument/2006/relationships/tags" Target="../tags/tag364.xml"/><Relationship Id="rId38" Type="http://schemas.openxmlformats.org/officeDocument/2006/relationships/tags" Target="../tags/tag369.xml"/><Relationship Id="rId46" Type="http://schemas.openxmlformats.org/officeDocument/2006/relationships/tags" Target="../tags/tag377.xml"/><Relationship Id="rId20" Type="http://schemas.openxmlformats.org/officeDocument/2006/relationships/tags" Target="../tags/tag351.xml"/><Relationship Id="rId41" Type="http://schemas.openxmlformats.org/officeDocument/2006/relationships/tags" Target="../tags/tag372.xml"/><Relationship Id="rId54" Type="http://schemas.openxmlformats.org/officeDocument/2006/relationships/image" Target="../media/image19.svg"/><Relationship Id="rId1" Type="http://schemas.openxmlformats.org/officeDocument/2006/relationships/tags" Target="../tags/tag332.xml"/><Relationship Id="rId6" Type="http://schemas.openxmlformats.org/officeDocument/2006/relationships/tags" Target="../tags/tag337.xml"/><Relationship Id="rId15" Type="http://schemas.openxmlformats.org/officeDocument/2006/relationships/tags" Target="../tags/tag346.xml"/><Relationship Id="rId23" Type="http://schemas.openxmlformats.org/officeDocument/2006/relationships/tags" Target="../tags/tag354.xml"/><Relationship Id="rId28" Type="http://schemas.openxmlformats.org/officeDocument/2006/relationships/tags" Target="../tags/tag359.xml"/><Relationship Id="rId36" Type="http://schemas.openxmlformats.org/officeDocument/2006/relationships/tags" Target="../tags/tag367.xml"/><Relationship Id="rId49"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tags" Target="../tags/tag387.xml"/><Relationship Id="rId3" Type="http://schemas.openxmlformats.org/officeDocument/2006/relationships/tags" Target="../tags/tag382.xml"/><Relationship Id="rId7" Type="http://schemas.openxmlformats.org/officeDocument/2006/relationships/tags" Target="../tags/tag386.xml"/><Relationship Id="rId2" Type="http://schemas.openxmlformats.org/officeDocument/2006/relationships/tags" Target="../tags/tag381.xml"/><Relationship Id="rId1" Type="http://schemas.openxmlformats.org/officeDocument/2006/relationships/tags" Target="../tags/tag380.xml"/><Relationship Id="rId6" Type="http://schemas.openxmlformats.org/officeDocument/2006/relationships/tags" Target="../tags/tag385.xml"/><Relationship Id="rId11" Type="http://schemas.openxmlformats.org/officeDocument/2006/relationships/image" Target="../media/image21.emf"/><Relationship Id="rId5" Type="http://schemas.openxmlformats.org/officeDocument/2006/relationships/tags" Target="../tags/tag384.xml"/><Relationship Id="rId10" Type="http://schemas.openxmlformats.org/officeDocument/2006/relationships/oleObject" Target="../embeddings/oleObject32.bin"/><Relationship Id="rId4" Type="http://schemas.openxmlformats.org/officeDocument/2006/relationships/tags" Target="../tags/tag383.xml"/><Relationship Id="rId9"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390.xml"/><Relationship Id="rId7" Type="http://schemas.openxmlformats.org/officeDocument/2006/relationships/image" Target="../media/image8.emf"/><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oleObject" Target="../embeddings/oleObject33.bin"/><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393.xml"/><Relationship Id="rId7" Type="http://schemas.openxmlformats.org/officeDocument/2006/relationships/oleObject" Target="../embeddings/oleObject34.bin"/><Relationship Id="rId2" Type="http://schemas.openxmlformats.org/officeDocument/2006/relationships/tags" Target="../tags/tag392.xml"/><Relationship Id="rId1" Type="http://schemas.openxmlformats.org/officeDocument/2006/relationships/tags" Target="../tags/tag391.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394.xml"/></Relationships>
</file>

<file path=ppt/slides/_rels/slide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tags" Target="../tags/tag397.xml"/><Relationship Id="rId7" Type="http://schemas.openxmlformats.org/officeDocument/2006/relationships/image" Target="../media/image22.png"/><Relationship Id="rId2" Type="http://schemas.openxmlformats.org/officeDocument/2006/relationships/tags" Target="../tags/tag396.xml"/><Relationship Id="rId1" Type="http://schemas.openxmlformats.org/officeDocument/2006/relationships/tags" Target="../tags/tag395.xml"/><Relationship Id="rId6" Type="http://schemas.openxmlformats.org/officeDocument/2006/relationships/image" Target="../media/image5.emf"/><Relationship Id="rId5" Type="http://schemas.openxmlformats.org/officeDocument/2006/relationships/oleObject" Target="../embeddings/oleObject35.bin"/><Relationship Id="rId4"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4.xml"/><Relationship Id="rId1" Type="http://schemas.openxmlformats.org/officeDocument/2006/relationships/tags" Target="../tags/tag398.xml"/><Relationship Id="rId4" Type="http://schemas.openxmlformats.org/officeDocument/2006/relationships/image" Target="../media/image24.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4.xml"/><Relationship Id="rId1" Type="http://schemas.openxmlformats.org/officeDocument/2006/relationships/tags" Target="../tags/tag399.xml"/><Relationship Id="rId4" Type="http://schemas.openxmlformats.org/officeDocument/2006/relationships/image" Target="../media/image25.emf"/></Relationships>
</file>

<file path=ppt/slides/_rels/slide11.xml.rels><?xml version="1.0" encoding="UTF-8" standalone="yes"?>
<Relationships xmlns="http://schemas.openxmlformats.org/package/2006/relationships"><Relationship Id="rId8" Type="http://schemas.openxmlformats.org/officeDocument/2006/relationships/tags" Target="../tags/tag407.xml"/><Relationship Id="rId13" Type="http://schemas.openxmlformats.org/officeDocument/2006/relationships/tags" Target="../tags/tag412.xml"/><Relationship Id="rId18" Type="http://schemas.openxmlformats.org/officeDocument/2006/relationships/tags" Target="../tags/tag417.xml"/><Relationship Id="rId3" Type="http://schemas.openxmlformats.org/officeDocument/2006/relationships/tags" Target="../tags/tag402.xml"/><Relationship Id="rId21" Type="http://schemas.openxmlformats.org/officeDocument/2006/relationships/slideLayout" Target="../slideLayouts/slideLayout2.xml"/><Relationship Id="rId7" Type="http://schemas.openxmlformats.org/officeDocument/2006/relationships/tags" Target="../tags/tag406.xml"/><Relationship Id="rId12" Type="http://schemas.openxmlformats.org/officeDocument/2006/relationships/tags" Target="../tags/tag411.xml"/><Relationship Id="rId17" Type="http://schemas.openxmlformats.org/officeDocument/2006/relationships/tags" Target="../tags/tag416.xml"/><Relationship Id="rId2" Type="http://schemas.openxmlformats.org/officeDocument/2006/relationships/tags" Target="../tags/tag401.xml"/><Relationship Id="rId16" Type="http://schemas.openxmlformats.org/officeDocument/2006/relationships/tags" Target="../tags/tag415.xml"/><Relationship Id="rId20" Type="http://schemas.openxmlformats.org/officeDocument/2006/relationships/tags" Target="../tags/tag419.xml"/><Relationship Id="rId1" Type="http://schemas.openxmlformats.org/officeDocument/2006/relationships/tags" Target="../tags/tag400.xml"/><Relationship Id="rId6" Type="http://schemas.openxmlformats.org/officeDocument/2006/relationships/tags" Target="../tags/tag405.xml"/><Relationship Id="rId11" Type="http://schemas.openxmlformats.org/officeDocument/2006/relationships/tags" Target="../tags/tag410.xml"/><Relationship Id="rId24" Type="http://schemas.openxmlformats.org/officeDocument/2006/relationships/image" Target="../media/image26.emf"/><Relationship Id="rId5" Type="http://schemas.openxmlformats.org/officeDocument/2006/relationships/tags" Target="../tags/tag404.xml"/><Relationship Id="rId15" Type="http://schemas.openxmlformats.org/officeDocument/2006/relationships/tags" Target="../tags/tag414.xml"/><Relationship Id="rId23" Type="http://schemas.openxmlformats.org/officeDocument/2006/relationships/oleObject" Target="../embeddings/oleObject38.bin"/><Relationship Id="rId10" Type="http://schemas.openxmlformats.org/officeDocument/2006/relationships/tags" Target="../tags/tag409.xml"/><Relationship Id="rId19" Type="http://schemas.openxmlformats.org/officeDocument/2006/relationships/tags" Target="../tags/tag418.xml"/><Relationship Id="rId4" Type="http://schemas.openxmlformats.org/officeDocument/2006/relationships/tags" Target="../tags/tag403.xml"/><Relationship Id="rId9" Type="http://schemas.openxmlformats.org/officeDocument/2006/relationships/tags" Target="../tags/tag408.xml"/><Relationship Id="rId14" Type="http://schemas.openxmlformats.org/officeDocument/2006/relationships/tags" Target="../tags/tag413.xml"/><Relationship Id="rId2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8" Type="http://schemas.openxmlformats.org/officeDocument/2006/relationships/tags" Target="../tags/tag427.xml"/><Relationship Id="rId13" Type="http://schemas.openxmlformats.org/officeDocument/2006/relationships/tags" Target="../tags/tag432.xml"/><Relationship Id="rId18" Type="http://schemas.openxmlformats.org/officeDocument/2006/relationships/tags" Target="../tags/tag437.xml"/><Relationship Id="rId26" Type="http://schemas.openxmlformats.org/officeDocument/2006/relationships/image" Target="../media/image27.png"/><Relationship Id="rId3" Type="http://schemas.openxmlformats.org/officeDocument/2006/relationships/tags" Target="../tags/tag422.xml"/><Relationship Id="rId21" Type="http://schemas.openxmlformats.org/officeDocument/2006/relationships/tags" Target="../tags/tag440.xml"/><Relationship Id="rId7" Type="http://schemas.openxmlformats.org/officeDocument/2006/relationships/tags" Target="../tags/tag426.xml"/><Relationship Id="rId12" Type="http://schemas.openxmlformats.org/officeDocument/2006/relationships/tags" Target="../tags/tag431.xml"/><Relationship Id="rId17" Type="http://schemas.openxmlformats.org/officeDocument/2006/relationships/tags" Target="../tags/tag436.xml"/><Relationship Id="rId25" Type="http://schemas.openxmlformats.org/officeDocument/2006/relationships/image" Target="../media/image26.emf"/><Relationship Id="rId2" Type="http://schemas.openxmlformats.org/officeDocument/2006/relationships/tags" Target="../tags/tag421.xml"/><Relationship Id="rId16" Type="http://schemas.openxmlformats.org/officeDocument/2006/relationships/tags" Target="../tags/tag435.xml"/><Relationship Id="rId20" Type="http://schemas.openxmlformats.org/officeDocument/2006/relationships/tags" Target="../tags/tag439.xml"/><Relationship Id="rId1" Type="http://schemas.openxmlformats.org/officeDocument/2006/relationships/tags" Target="../tags/tag420.xml"/><Relationship Id="rId6" Type="http://schemas.openxmlformats.org/officeDocument/2006/relationships/tags" Target="../tags/tag425.xml"/><Relationship Id="rId11" Type="http://schemas.openxmlformats.org/officeDocument/2006/relationships/tags" Target="../tags/tag430.xml"/><Relationship Id="rId24" Type="http://schemas.openxmlformats.org/officeDocument/2006/relationships/oleObject" Target="../embeddings/oleObject39.bin"/><Relationship Id="rId5" Type="http://schemas.openxmlformats.org/officeDocument/2006/relationships/tags" Target="../tags/tag424.xml"/><Relationship Id="rId15" Type="http://schemas.openxmlformats.org/officeDocument/2006/relationships/tags" Target="../tags/tag434.xml"/><Relationship Id="rId23" Type="http://schemas.openxmlformats.org/officeDocument/2006/relationships/notesSlide" Target="../notesSlides/notesSlide6.xml"/><Relationship Id="rId10" Type="http://schemas.openxmlformats.org/officeDocument/2006/relationships/tags" Target="../tags/tag429.xml"/><Relationship Id="rId19" Type="http://schemas.openxmlformats.org/officeDocument/2006/relationships/tags" Target="../tags/tag438.xml"/><Relationship Id="rId4" Type="http://schemas.openxmlformats.org/officeDocument/2006/relationships/tags" Target="../tags/tag423.xml"/><Relationship Id="rId9" Type="http://schemas.openxmlformats.org/officeDocument/2006/relationships/tags" Target="../tags/tag428.xml"/><Relationship Id="rId14" Type="http://schemas.openxmlformats.org/officeDocument/2006/relationships/tags" Target="../tags/tag433.xml"/><Relationship Id="rId22" Type="http://schemas.openxmlformats.org/officeDocument/2006/relationships/slideLayout" Target="../slideLayouts/slideLayout2.xml"/><Relationship Id="rId27" Type="http://schemas.openxmlformats.org/officeDocument/2006/relationships/image" Target="../media/image28.svg"/></Relationships>
</file>

<file path=ppt/slides/_rels/slide13.xml.rels><?xml version="1.0" encoding="UTF-8" standalone="yes"?>
<Relationships xmlns="http://schemas.openxmlformats.org/package/2006/relationships"><Relationship Id="rId8" Type="http://schemas.openxmlformats.org/officeDocument/2006/relationships/tags" Target="../tags/tag448.xml"/><Relationship Id="rId13" Type="http://schemas.openxmlformats.org/officeDocument/2006/relationships/tags" Target="../tags/tag453.xml"/><Relationship Id="rId18" Type="http://schemas.openxmlformats.org/officeDocument/2006/relationships/tags" Target="../tags/tag458.xml"/><Relationship Id="rId26" Type="http://schemas.openxmlformats.org/officeDocument/2006/relationships/image" Target="../media/image27.png"/><Relationship Id="rId3" Type="http://schemas.openxmlformats.org/officeDocument/2006/relationships/tags" Target="../tags/tag443.xml"/><Relationship Id="rId21" Type="http://schemas.openxmlformats.org/officeDocument/2006/relationships/tags" Target="../tags/tag461.xml"/><Relationship Id="rId7" Type="http://schemas.openxmlformats.org/officeDocument/2006/relationships/tags" Target="../tags/tag447.xml"/><Relationship Id="rId12" Type="http://schemas.openxmlformats.org/officeDocument/2006/relationships/tags" Target="../tags/tag452.xml"/><Relationship Id="rId17" Type="http://schemas.openxmlformats.org/officeDocument/2006/relationships/tags" Target="../tags/tag457.xml"/><Relationship Id="rId25" Type="http://schemas.openxmlformats.org/officeDocument/2006/relationships/image" Target="../media/image26.emf"/><Relationship Id="rId2" Type="http://schemas.openxmlformats.org/officeDocument/2006/relationships/tags" Target="../tags/tag442.xml"/><Relationship Id="rId16" Type="http://schemas.openxmlformats.org/officeDocument/2006/relationships/tags" Target="../tags/tag456.xml"/><Relationship Id="rId20" Type="http://schemas.openxmlformats.org/officeDocument/2006/relationships/tags" Target="../tags/tag460.xml"/><Relationship Id="rId1" Type="http://schemas.openxmlformats.org/officeDocument/2006/relationships/tags" Target="../tags/tag441.xml"/><Relationship Id="rId6" Type="http://schemas.openxmlformats.org/officeDocument/2006/relationships/tags" Target="../tags/tag446.xml"/><Relationship Id="rId11" Type="http://schemas.openxmlformats.org/officeDocument/2006/relationships/tags" Target="../tags/tag451.xml"/><Relationship Id="rId24" Type="http://schemas.openxmlformats.org/officeDocument/2006/relationships/oleObject" Target="../embeddings/oleObject40.bin"/><Relationship Id="rId5" Type="http://schemas.openxmlformats.org/officeDocument/2006/relationships/tags" Target="../tags/tag445.xml"/><Relationship Id="rId15" Type="http://schemas.openxmlformats.org/officeDocument/2006/relationships/tags" Target="../tags/tag455.xml"/><Relationship Id="rId23" Type="http://schemas.openxmlformats.org/officeDocument/2006/relationships/notesSlide" Target="../notesSlides/notesSlide7.xml"/><Relationship Id="rId10" Type="http://schemas.openxmlformats.org/officeDocument/2006/relationships/tags" Target="../tags/tag450.xml"/><Relationship Id="rId19" Type="http://schemas.openxmlformats.org/officeDocument/2006/relationships/tags" Target="../tags/tag459.xml"/><Relationship Id="rId4" Type="http://schemas.openxmlformats.org/officeDocument/2006/relationships/tags" Target="../tags/tag444.xml"/><Relationship Id="rId9" Type="http://schemas.openxmlformats.org/officeDocument/2006/relationships/tags" Target="../tags/tag449.xml"/><Relationship Id="rId14" Type="http://schemas.openxmlformats.org/officeDocument/2006/relationships/tags" Target="../tags/tag454.xml"/><Relationship Id="rId22" Type="http://schemas.openxmlformats.org/officeDocument/2006/relationships/slideLayout" Target="../slideLayouts/slideLayout2.xml"/><Relationship Id="rId27" Type="http://schemas.openxmlformats.org/officeDocument/2006/relationships/image" Target="../media/image29.sv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4.xml"/><Relationship Id="rId1" Type="http://schemas.openxmlformats.org/officeDocument/2006/relationships/tags" Target="../tags/tag462.xml"/><Relationship Id="rId4" Type="http://schemas.openxmlformats.org/officeDocument/2006/relationships/image" Target="../media/image25.emf"/></Relationships>
</file>

<file path=ppt/slides/_rels/slide15.xml.rels><?xml version="1.0" encoding="UTF-8" standalone="yes"?>
<Relationships xmlns="http://schemas.openxmlformats.org/package/2006/relationships"><Relationship Id="rId3" Type="http://schemas.openxmlformats.org/officeDocument/2006/relationships/tags" Target="../tags/tag465.xml"/><Relationship Id="rId7" Type="http://schemas.openxmlformats.org/officeDocument/2006/relationships/image" Target="../media/image30.emf"/><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oleObject" Target="../embeddings/oleObject42.bin"/><Relationship Id="rId5" Type="http://schemas.openxmlformats.org/officeDocument/2006/relationships/slideLayout" Target="../slideLayouts/slideLayout7.xml"/><Relationship Id="rId4" Type="http://schemas.openxmlformats.org/officeDocument/2006/relationships/tags" Target="../tags/tag4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76A0BAA-F7D4-59FF-D9E0-5A1C33606B96}"/>
              </a:ext>
            </a:extLst>
          </p:cNvPr>
          <p:cNvGraphicFramePr>
            <a:graphicFrameLocks noChangeAspect="1"/>
          </p:cNvGraphicFramePr>
          <p:nvPr>
            <p:custDataLst>
              <p:tags r:id="rId1"/>
            </p:custDataLst>
            <p:extLst>
              <p:ext uri="{D42A27DB-BD31-4B8C-83A1-F6EECF244321}">
                <p14:modId xmlns:p14="http://schemas.microsoft.com/office/powerpoint/2010/main" val="17660090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7" name="Object 6" hidden="1">
                        <a:extLst>
                          <a:ext uri="{FF2B5EF4-FFF2-40B4-BE49-F238E27FC236}">
                            <a16:creationId xmlns:a16="http://schemas.microsoft.com/office/drawing/2014/main" id="{476A0BAA-F7D4-59FF-D9E0-5A1C33606B9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E0A1AD16-6D51-2631-DDCE-1C94315830A5}"/>
              </a:ext>
            </a:extLst>
          </p:cNvPr>
          <p:cNvSpPr>
            <a:spLocks noGrp="1"/>
          </p:cNvSpPr>
          <p:nvPr>
            <p:ph type="title"/>
          </p:nvPr>
        </p:nvSpPr>
        <p:spPr>
          <a:xfrm>
            <a:off x="551942" y="2082341"/>
            <a:ext cx="6016752" cy="1889172"/>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Full Stack Developer </a:t>
            </a:r>
            <a:br>
              <a:rPr lang="en-US" dirty="0"/>
            </a:br>
            <a:r>
              <a:rPr lang="en-US" dirty="0"/>
              <a:t>Interview Guide</a:t>
            </a:r>
            <a:br>
              <a:rPr lang="en-US" dirty="0"/>
            </a:br>
            <a:r>
              <a:rPr lang="en-US" dirty="0"/>
              <a:t>(</a:t>
            </a:r>
            <a:r>
              <a:rPr lang="en-US" dirty="0" err="1"/>
              <a:t>Medior</a:t>
            </a:r>
            <a:r>
              <a:rPr lang="en-US" dirty="0"/>
              <a:t> / Senior)</a:t>
            </a:r>
            <a:endParaRPr lang="en-GB" dirty="0"/>
          </a:p>
        </p:txBody>
      </p:sp>
      <p:sp>
        <p:nvSpPr>
          <p:cNvPr id="8" name="Sticky">
            <a:extLst>
              <a:ext uri="{FF2B5EF4-FFF2-40B4-BE49-F238E27FC236}">
                <a16:creationId xmlns:a16="http://schemas.microsoft.com/office/drawing/2014/main" id="{A06745D6-1DC5-AD31-555A-6C4E54C6A179}"/>
              </a:ext>
            </a:extLst>
          </p:cNvPr>
          <p:cNvSpPr/>
          <p:nvPr>
            <p:custDataLst>
              <p:tags r:id="rId2"/>
            </p:custDataLst>
          </p:nvPr>
        </p:nvSpPr>
        <p:spPr>
          <a:xfrm>
            <a:off x="551942" y="4576011"/>
            <a:ext cx="3394416" cy="1212788"/>
          </a:xfrm>
          <a:prstGeom prst="foldedCorner">
            <a:avLst>
              <a:gd name="adj" fmla="val 0"/>
            </a:avLst>
          </a:prstGeom>
          <a:solidFill>
            <a:srgbClr val="FAA08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GB" sz="1400" b="1" dirty="0">
                <a:solidFill>
                  <a:srgbClr val="000000"/>
                </a:solidFill>
              </a:rPr>
              <a:t>Note: </a:t>
            </a:r>
            <a:r>
              <a:rPr lang="en-GB" sz="1400" dirty="0">
                <a:solidFill>
                  <a:srgbClr val="000000"/>
                </a:solidFill>
              </a:rPr>
              <a:t>tech stack included in the role descriptions and interview questions (Angular &amp; Node.js) should be adjusted to match the tech stack of the given context before sharing this material</a:t>
            </a:r>
          </a:p>
        </p:txBody>
      </p:sp>
    </p:spTree>
    <p:extLst>
      <p:ext uri="{BB962C8B-B14F-4D97-AF65-F5344CB8AC3E}">
        <p14:creationId xmlns:p14="http://schemas.microsoft.com/office/powerpoint/2010/main" val="3551332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2" hidden="1">
            <a:extLst>
              <a:ext uri="{FF2B5EF4-FFF2-40B4-BE49-F238E27FC236}">
                <a16:creationId xmlns:a16="http://schemas.microsoft.com/office/drawing/2014/main" id="{B9AC1D64-846B-FB2A-1095-83208436CF1D}"/>
              </a:ext>
            </a:extLst>
          </p:cNvPr>
          <p:cNvGraphicFramePr>
            <a:graphicFrameLocks noChangeAspect="1"/>
          </p:cNvGraphicFramePr>
          <p:nvPr>
            <p:custDataLst>
              <p:tags r:id="rId1"/>
            </p:custDataLst>
            <p:extLst>
              <p:ext uri="{D42A27DB-BD31-4B8C-83A1-F6EECF244321}">
                <p14:modId xmlns:p14="http://schemas.microsoft.com/office/powerpoint/2010/main" val="8297414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9" name="Object 2" hidden="1">
                        <a:extLst>
                          <a:ext uri="{FF2B5EF4-FFF2-40B4-BE49-F238E27FC236}">
                            <a16:creationId xmlns:a16="http://schemas.microsoft.com/office/drawing/2014/main" id="{B9AC1D64-846B-FB2A-1095-83208436CF1D}"/>
                          </a:ext>
                        </a:extLst>
                      </p:cNvPr>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A378D1-879E-9E43-BBCA-C3CF12C80722}"/>
              </a:ext>
            </a:extLst>
          </p:cNvPr>
          <p:cNvSpPr>
            <a:spLocks noGrp="1"/>
          </p:cNvSpPr>
          <p:nvPr>
            <p:ph type="title"/>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Structure of the interview process, and guiding principles</a:t>
            </a:r>
          </a:p>
        </p:txBody>
      </p:sp>
      <p:sp>
        <p:nvSpPr>
          <p:cNvPr id="21" name="1. On-page tracker">
            <a:extLst>
              <a:ext uri="{FF2B5EF4-FFF2-40B4-BE49-F238E27FC236}">
                <a16:creationId xmlns:a16="http://schemas.microsoft.com/office/drawing/2014/main" id="{6EDEE624-010F-A84E-9F69-210C042948AB}"/>
              </a:ext>
            </a:extLst>
          </p:cNvPr>
          <p:cNvSpPr>
            <a:spLocks noGrp="1"/>
          </p:cNvSpPr>
          <p:nvPr>
            <p:ph type="body" sz="quarter" idx="17"/>
            <p:custDataLst>
              <p:tags r:id="rId2"/>
            </p:custDataLst>
          </p:nvPr>
        </p:nvSpPr>
        <p:spPr/>
        <p:txBody>
          <a:bodyPr/>
          <a:lstStyle/>
          <a:p>
            <a:endParaRPr lang="en-GB"/>
          </a:p>
        </p:txBody>
      </p:sp>
      <p:sp>
        <p:nvSpPr>
          <p:cNvPr id="22" name="TextBox 21">
            <a:extLst>
              <a:ext uri="{FF2B5EF4-FFF2-40B4-BE49-F238E27FC236}">
                <a16:creationId xmlns:a16="http://schemas.microsoft.com/office/drawing/2014/main" id="{36749571-48B5-44F9-9231-4D8EC3A168DA}"/>
              </a:ext>
            </a:extLst>
          </p:cNvPr>
          <p:cNvSpPr txBox="1">
            <a:spLocks/>
          </p:cNvSpPr>
          <p:nvPr/>
        </p:nvSpPr>
        <p:spPr>
          <a:xfrm>
            <a:off x="6569012" y="1839436"/>
            <a:ext cx="5065776" cy="646331"/>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t>This interview guide aims to provide you with a set of questions for inspiration, however, not all questions are required to be asked</a:t>
            </a:r>
          </a:p>
        </p:txBody>
      </p:sp>
      <p:sp>
        <p:nvSpPr>
          <p:cNvPr id="23" name="TextBox 22">
            <a:extLst>
              <a:ext uri="{FF2B5EF4-FFF2-40B4-BE49-F238E27FC236}">
                <a16:creationId xmlns:a16="http://schemas.microsoft.com/office/drawing/2014/main" id="{8D7DCDC5-3F9E-4F87-AE69-4BB2678C2030}"/>
              </a:ext>
            </a:extLst>
          </p:cNvPr>
          <p:cNvSpPr txBox="1">
            <a:spLocks/>
          </p:cNvSpPr>
          <p:nvPr/>
        </p:nvSpPr>
        <p:spPr>
          <a:xfrm>
            <a:off x="6569012" y="2634577"/>
            <a:ext cx="5065776" cy="1077218"/>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t>Let the candidate know that you will be taking notes during the interview, so they know you are paying attention and listening. It is also helpful to let them know you will be interrupting them from time to time in order to redirect the conversation for efficiency</a:t>
            </a:r>
          </a:p>
        </p:txBody>
      </p:sp>
      <p:sp>
        <p:nvSpPr>
          <p:cNvPr id="24" name="TextBox 23">
            <a:extLst>
              <a:ext uri="{FF2B5EF4-FFF2-40B4-BE49-F238E27FC236}">
                <a16:creationId xmlns:a16="http://schemas.microsoft.com/office/drawing/2014/main" id="{CECD70C3-62EF-4AD9-9CFB-DB95EB39C69D}"/>
              </a:ext>
            </a:extLst>
          </p:cNvPr>
          <p:cNvSpPr txBox="1">
            <a:spLocks/>
          </p:cNvSpPr>
          <p:nvPr/>
        </p:nvSpPr>
        <p:spPr>
          <a:xfrm>
            <a:off x="6569012" y="3828657"/>
            <a:ext cx="5065776" cy="861774"/>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ct val="50000"/>
              </a:spcBef>
            </a:pPr>
            <a:r>
              <a:rPr lang="en-US" sz="1400" dirty="0">
                <a:latin typeface="Arial" panose="020B0604020202020204" pitchFamily="34" charset="0"/>
              </a:rPr>
              <a:t>Evaluate each candidate individually against the hiring bar. Do not compare candidates to each other and take the best of the current pool. It’s better to leave a position open then fill it with a candidate who doesn't reach the bar</a:t>
            </a:r>
          </a:p>
        </p:txBody>
      </p:sp>
      <p:cxnSp>
        <p:nvCxnSpPr>
          <p:cNvPr id="29" name="LineSeparatorDefault 26">
            <a:extLst>
              <a:ext uri="{FF2B5EF4-FFF2-40B4-BE49-F238E27FC236}">
                <a16:creationId xmlns:a16="http://schemas.microsoft.com/office/drawing/2014/main" id="{06EF950C-3D3D-47F1-A9A5-707CB370A761}"/>
              </a:ext>
            </a:extLst>
          </p:cNvPr>
          <p:cNvCxnSpPr>
            <a:cxnSpLocks/>
          </p:cNvCxnSpPr>
          <p:nvPr>
            <p:custDataLst>
              <p:tags r:id="rId3"/>
            </p:custDataLst>
          </p:nvPr>
        </p:nvCxnSpPr>
        <p:spPr>
          <a:xfrm>
            <a:off x="6569012" y="2576146"/>
            <a:ext cx="5065776"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LineSeparatorDefault 26">
            <a:extLst>
              <a:ext uri="{FF2B5EF4-FFF2-40B4-BE49-F238E27FC236}">
                <a16:creationId xmlns:a16="http://schemas.microsoft.com/office/drawing/2014/main" id="{EEFB95F0-0C6F-4CD7-A3FE-A1F6B5406B94}"/>
              </a:ext>
            </a:extLst>
          </p:cNvPr>
          <p:cNvCxnSpPr>
            <a:cxnSpLocks/>
          </p:cNvCxnSpPr>
          <p:nvPr>
            <p:custDataLst>
              <p:tags r:id="rId4"/>
            </p:custDataLst>
          </p:nvPr>
        </p:nvCxnSpPr>
        <p:spPr>
          <a:xfrm>
            <a:off x="6569012" y="3770226"/>
            <a:ext cx="5065776"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7C3C4D5-BE79-4751-A918-3B08911E0F26}"/>
              </a:ext>
            </a:extLst>
          </p:cNvPr>
          <p:cNvSpPr txBox="1">
            <a:spLocks/>
          </p:cNvSpPr>
          <p:nvPr/>
        </p:nvSpPr>
        <p:spPr>
          <a:xfrm>
            <a:off x="554736" y="1424275"/>
            <a:ext cx="5065776" cy="264688"/>
          </a:xfrm>
          <a:prstGeom prst="rect">
            <a:avLst/>
          </a:prstGeom>
        </p:spPr>
        <p:txBody>
          <a:bodyPr vert="horz" wrap="square" lIns="0" tIns="0" rIns="0" bIns="18288" rtlCol="0" anchor="b"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b="1" dirty="0">
                <a:solidFill>
                  <a:schemeClr val="accent1"/>
                </a:solidFill>
              </a:rPr>
              <a:t>Structure of the interviewing process:</a:t>
            </a:r>
          </a:p>
        </p:txBody>
      </p:sp>
      <p:cxnSp>
        <p:nvCxnSpPr>
          <p:cNvPr id="26" name="LineSeparatorDefault 26">
            <a:extLst>
              <a:ext uri="{FF2B5EF4-FFF2-40B4-BE49-F238E27FC236}">
                <a16:creationId xmlns:a16="http://schemas.microsoft.com/office/drawing/2014/main" id="{419F8797-BCE4-4976-B5E0-DB3C0C777F7E}"/>
              </a:ext>
            </a:extLst>
          </p:cNvPr>
          <p:cNvCxnSpPr>
            <a:cxnSpLocks/>
          </p:cNvCxnSpPr>
          <p:nvPr>
            <p:custDataLst>
              <p:tags r:id="rId5"/>
            </p:custDataLst>
          </p:nvPr>
        </p:nvCxnSpPr>
        <p:spPr>
          <a:xfrm>
            <a:off x="554736" y="1717538"/>
            <a:ext cx="5065776" cy="0"/>
          </a:xfrm>
          <a:prstGeom prst="straightConnector1">
            <a:avLst/>
          </a:prstGeom>
          <a:ln w="12700" cap="sq">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B9670A5-2D24-47C6-A4FB-C3D14508F589}"/>
              </a:ext>
            </a:extLst>
          </p:cNvPr>
          <p:cNvSpPr txBox="1">
            <a:spLocks/>
          </p:cNvSpPr>
          <p:nvPr/>
        </p:nvSpPr>
        <p:spPr>
          <a:xfrm>
            <a:off x="6569012" y="1424275"/>
            <a:ext cx="5065776" cy="264688"/>
          </a:xfrm>
          <a:prstGeom prst="rect">
            <a:avLst/>
          </a:prstGeom>
        </p:spPr>
        <p:txBody>
          <a:bodyPr vert="horz" wrap="square" lIns="0" tIns="0" rIns="0" bIns="18288" rtlCol="0" anchor="b"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b="1" dirty="0">
                <a:solidFill>
                  <a:schemeClr val="accent1"/>
                </a:solidFill>
              </a:rPr>
              <a:t>Guiding principles:</a:t>
            </a:r>
          </a:p>
        </p:txBody>
      </p:sp>
      <p:cxnSp>
        <p:nvCxnSpPr>
          <p:cNvPr id="28" name="LineSeparatorDefault 26">
            <a:extLst>
              <a:ext uri="{FF2B5EF4-FFF2-40B4-BE49-F238E27FC236}">
                <a16:creationId xmlns:a16="http://schemas.microsoft.com/office/drawing/2014/main" id="{4C6F6C4B-C5D4-4C95-8F11-359DD60882F5}"/>
              </a:ext>
            </a:extLst>
          </p:cNvPr>
          <p:cNvCxnSpPr>
            <a:cxnSpLocks/>
          </p:cNvCxnSpPr>
          <p:nvPr>
            <p:custDataLst>
              <p:tags r:id="rId6"/>
            </p:custDataLst>
          </p:nvPr>
        </p:nvCxnSpPr>
        <p:spPr>
          <a:xfrm>
            <a:off x="6569012" y="1717538"/>
            <a:ext cx="5065776" cy="0"/>
          </a:xfrm>
          <a:prstGeom prst="straightConnector1">
            <a:avLst/>
          </a:prstGeom>
          <a:ln w="12700" cap="sq">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4" name="CustomIcon">
            <a:extLst>
              <a:ext uri="{FF2B5EF4-FFF2-40B4-BE49-F238E27FC236}">
                <a16:creationId xmlns:a16="http://schemas.microsoft.com/office/drawing/2014/main" id="{E7123EF7-4483-4AE0-B5FA-F1AD187E7F87}"/>
              </a:ext>
            </a:extLst>
          </p:cNvPr>
          <p:cNvPicPr>
            <a:picLocks noChangeAspect="1"/>
          </p:cNvPicPr>
          <p:nvPr>
            <p:custDataLst>
              <p:tags r:id="rId7"/>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269028" y="1323203"/>
            <a:ext cx="365760" cy="365760"/>
          </a:xfrm>
          <a:prstGeom prst="rect">
            <a:avLst/>
          </a:prstGeom>
        </p:spPr>
      </p:pic>
      <p:pic>
        <p:nvPicPr>
          <p:cNvPr id="32" name="CustomIcon">
            <a:extLst>
              <a:ext uri="{FF2B5EF4-FFF2-40B4-BE49-F238E27FC236}">
                <a16:creationId xmlns:a16="http://schemas.microsoft.com/office/drawing/2014/main" id="{D3697A0F-4C8C-467E-8705-3201CC43AB05}"/>
              </a:ext>
            </a:extLst>
          </p:cNvPr>
          <p:cNvPicPr>
            <a:picLocks noChangeAspect="1"/>
          </p:cNvPicPr>
          <p:nvPr>
            <p:custDataLst>
              <p:tags r:id="rId8"/>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254752" y="1323203"/>
            <a:ext cx="365760" cy="365760"/>
          </a:xfrm>
          <a:prstGeom prst="rect">
            <a:avLst/>
          </a:prstGeom>
        </p:spPr>
      </p:pic>
      <p:sp>
        <p:nvSpPr>
          <p:cNvPr id="41" name="TextBox 40">
            <a:extLst>
              <a:ext uri="{FF2B5EF4-FFF2-40B4-BE49-F238E27FC236}">
                <a16:creationId xmlns:a16="http://schemas.microsoft.com/office/drawing/2014/main" id="{AF9660FD-E9BC-F765-BAED-0F77A084E018}"/>
              </a:ext>
            </a:extLst>
          </p:cNvPr>
          <p:cNvSpPr txBox="1">
            <a:spLocks/>
          </p:cNvSpPr>
          <p:nvPr/>
        </p:nvSpPr>
        <p:spPr>
          <a:xfrm>
            <a:off x="554736" y="3282353"/>
            <a:ext cx="5065776" cy="140807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400" b="1" dirty="0">
                <a:cs typeface="+mn-cs"/>
              </a:rPr>
              <a:t>Round 1 (60 min)</a:t>
            </a:r>
          </a:p>
          <a:p>
            <a:pPr lvl="2"/>
            <a:r>
              <a:rPr lang="en-US" sz="1400" dirty="0">
                <a:cs typeface="+mn-cs"/>
              </a:rPr>
              <a:t>Craft and </a:t>
            </a:r>
            <a:r>
              <a:rPr lang="en-US" sz="1400" dirty="0" err="1">
                <a:cs typeface="+mn-cs"/>
              </a:rPr>
              <a:t>Techncial</a:t>
            </a:r>
            <a:r>
              <a:rPr lang="en-US" sz="1400" dirty="0">
                <a:cs typeface="+mn-cs"/>
              </a:rPr>
              <a:t> Domain knowledge– </a:t>
            </a:r>
            <a:r>
              <a:rPr lang="en-US" sz="1400" b="1" dirty="0">
                <a:cs typeface="+mn-cs"/>
              </a:rPr>
              <a:t>page 7 </a:t>
            </a:r>
            <a:br>
              <a:rPr lang="en-US" sz="1400" b="1" dirty="0">
                <a:cs typeface="+mn-cs"/>
              </a:rPr>
            </a:br>
            <a:r>
              <a:rPr lang="en-US" sz="1400" dirty="0">
                <a:cs typeface="+mn-cs"/>
              </a:rPr>
              <a:t>(conducted by </a:t>
            </a:r>
            <a:r>
              <a:rPr lang="en-US" sz="1400" dirty="0" err="1">
                <a:cs typeface="+mn-cs"/>
              </a:rPr>
              <a:t>xCorp</a:t>
            </a:r>
            <a:r>
              <a:rPr lang="en-US" sz="1400" dirty="0">
                <a:cs typeface="+mn-cs"/>
              </a:rPr>
              <a:t> &amp; McKinsey, max 2 ppl)</a:t>
            </a:r>
          </a:p>
          <a:p>
            <a:pPr lvl="1"/>
            <a:r>
              <a:rPr lang="en-GB" sz="1400" b="1" dirty="0">
                <a:cs typeface="+mn-cs"/>
              </a:rPr>
              <a:t>Round 2 (45 min)</a:t>
            </a:r>
          </a:p>
          <a:p>
            <a:pPr lvl="2"/>
            <a:r>
              <a:rPr lang="en-US" sz="1400" dirty="0">
                <a:cs typeface="+mn-cs"/>
              </a:rPr>
              <a:t>Cultural fit and leadership – </a:t>
            </a:r>
            <a:r>
              <a:rPr lang="en-US" sz="1400" b="1" dirty="0">
                <a:cs typeface="+mn-cs"/>
              </a:rPr>
              <a:t>page 8</a:t>
            </a:r>
            <a:br>
              <a:rPr lang="en-US" sz="1400" b="1" dirty="0">
                <a:cs typeface="+mn-cs"/>
              </a:rPr>
            </a:br>
            <a:r>
              <a:rPr lang="en-US" sz="1400" dirty="0">
                <a:cs typeface="+mn-cs"/>
              </a:rPr>
              <a:t>(conducted by </a:t>
            </a:r>
            <a:r>
              <a:rPr lang="en-US" sz="1400" dirty="0" err="1">
                <a:cs typeface="+mn-cs"/>
              </a:rPr>
              <a:t>xCorp</a:t>
            </a:r>
            <a:r>
              <a:rPr lang="en-US" sz="1400" dirty="0">
                <a:cs typeface="+mn-cs"/>
              </a:rPr>
              <a:t> &amp; McKinsey, max 2 ppl)</a:t>
            </a:r>
            <a:endParaRPr lang="en-GB" sz="1400" dirty="0">
              <a:cs typeface="+mn-cs"/>
            </a:endParaRPr>
          </a:p>
        </p:txBody>
      </p:sp>
      <p:grpSp>
        <p:nvGrpSpPr>
          <p:cNvPr id="65" name="Group 64">
            <a:extLst>
              <a:ext uri="{FF2B5EF4-FFF2-40B4-BE49-F238E27FC236}">
                <a16:creationId xmlns:a16="http://schemas.microsoft.com/office/drawing/2014/main" id="{D3A98F35-9638-6737-E8B9-67AF3874EA38}"/>
              </a:ext>
            </a:extLst>
          </p:cNvPr>
          <p:cNvGrpSpPr/>
          <p:nvPr/>
        </p:nvGrpSpPr>
        <p:grpSpPr>
          <a:xfrm>
            <a:off x="554735" y="1839436"/>
            <a:ext cx="5065777" cy="724789"/>
            <a:chOff x="554735" y="1839436"/>
            <a:chExt cx="5065777" cy="724789"/>
          </a:xfrm>
        </p:grpSpPr>
        <p:sp>
          <p:nvSpPr>
            <p:cNvPr id="38" name="TextBox 37">
              <a:extLst>
                <a:ext uri="{FF2B5EF4-FFF2-40B4-BE49-F238E27FC236}">
                  <a16:creationId xmlns:a16="http://schemas.microsoft.com/office/drawing/2014/main" id="{6BAF392F-DC78-67C4-5088-E7E4F34EDE74}"/>
                </a:ext>
              </a:extLst>
            </p:cNvPr>
            <p:cNvSpPr txBox="1">
              <a:spLocks/>
            </p:cNvSpPr>
            <p:nvPr/>
          </p:nvSpPr>
          <p:spPr>
            <a:xfrm>
              <a:off x="554735" y="2094866"/>
              <a:ext cx="5065776" cy="46935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400" dirty="0">
                  <a:cs typeface="+mn-cs"/>
                </a:rPr>
                <a:t>Recruiter phone screen (30 min) – </a:t>
              </a:r>
              <a:r>
                <a:rPr lang="en-GB" sz="1400" b="1" dirty="0">
                  <a:cs typeface="+mn-cs"/>
                </a:rPr>
                <a:t>page 6</a:t>
              </a:r>
            </a:p>
            <a:p>
              <a:pPr lvl="1"/>
              <a:r>
                <a:rPr lang="en-US" sz="1400" dirty="0" err="1">
                  <a:cs typeface="+mn-cs"/>
                </a:rPr>
                <a:t>HackerRank</a:t>
              </a:r>
              <a:r>
                <a:rPr lang="en-US" sz="1400" dirty="0">
                  <a:cs typeface="+mn-cs"/>
                </a:rPr>
                <a:t> coding exercise or personal project – </a:t>
              </a:r>
              <a:r>
                <a:rPr lang="en-US" sz="1400" b="1" dirty="0">
                  <a:cs typeface="+mn-cs"/>
                </a:rPr>
                <a:t>(optional)</a:t>
              </a:r>
              <a:endParaRPr lang="en-GB" sz="1400" b="1" dirty="0">
                <a:cs typeface="+mn-cs"/>
              </a:endParaRPr>
            </a:p>
          </p:txBody>
        </p:sp>
        <p:sp>
          <p:nvSpPr>
            <p:cNvPr id="47" name="TextBox 46">
              <a:extLst>
                <a:ext uri="{FF2B5EF4-FFF2-40B4-BE49-F238E27FC236}">
                  <a16:creationId xmlns:a16="http://schemas.microsoft.com/office/drawing/2014/main" id="{98479A26-65F1-4606-7814-49063DE7A66F}"/>
                </a:ext>
              </a:extLst>
            </p:cNvPr>
            <p:cNvSpPr txBox="1">
              <a:spLocks/>
            </p:cNvSpPr>
            <p:nvPr/>
          </p:nvSpPr>
          <p:spPr>
            <a:xfrm>
              <a:off x="962027" y="1839436"/>
              <a:ext cx="4658485" cy="215444"/>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All candidates get a pre-screen </a:t>
              </a:r>
            </a:p>
          </p:txBody>
        </p:sp>
        <p:sp>
          <p:nvSpPr>
            <p:cNvPr id="48" name="TrackerNumBlue 48">
              <a:extLst>
                <a:ext uri="{FF2B5EF4-FFF2-40B4-BE49-F238E27FC236}">
                  <a16:creationId xmlns:a16="http://schemas.microsoft.com/office/drawing/2014/main" id="{CF865A61-24C5-3897-2A68-AACA9DD690FB}"/>
                </a:ext>
              </a:extLst>
            </p:cNvPr>
            <p:cNvSpPr/>
            <p:nvPr>
              <p:custDataLst>
                <p:tags r:id="rId12"/>
              </p:custDataLst>
            </p:nvPr>
          </p:nvSpPr>
          <p:spPr>
            <a:xfrm>
              <a:off x="554736" y="1839436"/>
              <a:ext cx="259652" cy="25965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GB" sz="1300" dirty="0">
                  <a:solidFill>
                    <a:schemeClr val="bg1"/>
                  </a:solidFill>
                </a:rPr>
                <a:t>1</a:t>
              </a:r>
            </a:p>
          </p:txBody>
        </p:sp>
      </p:grpSp>
      <p:grpSp>
        <p:nvGrpSpPr>
          <p:cNvPr id="51" name="Group 50">
            <a:extLst>
              <a:ext uri="{FF2B5EF4-FFF2-40B4-BE49-F238E27FC236}">
                <a16:creationId xmlns:a16="http://schemas.microsoft.com/office/drawing/2014/main" id="{9F39BD10-C369-7EBE-701A-4983508C3453}"/>
              </a:ext>
            </a:extLst>
          </p:cNvPr>
          <p:cNvGrpSpPr>
            <a:grpSpLocks/>
          </p:cNvGrpSpPr>
          <p:nvPr/>
        </p:nvGrpSpPr>
        <p:grpSpPr>
          <a:xfrm>
            <a:off x="554736" y="2707846"/>
            <a:ext cx="5065776" cy="430887"/>
            <a:chOff x="554736" y="2624853"/>
            <a:chExt cx="5065776" cy="430887"/>
          </a:xfrm>
        </p:grpSpPr>
        <p:sp>
          <p:nvSpPr>
            <p:cNvPr id="46" name="TextBox 45">
              <a:extLst>
                <a:ext uri="{FF2B5EF4-FFF2-40B4-BE49-F238E27FC236}">
                  <a16:creationId xmlns:a16="http://schemas.microsoft.com/office/drawing/2014/main" id="{CD53A4B5-2F41-531F-55B1-193CDDB3BA8B}"/>
                </a:ext>
              </a:extLst>
            </p:cNvPr>
            <p:cNvSpPr txBox="1">
              <a:spLocks/>
            </p:cNvSpPr>
            <p:nvPr/>
          </p:nvSpPr>
          <p:spPr>
            <a:xfrm>
              <a:off x="962027" y="2624853"/>
              <a:ext cx="4658485" cy="430887"/>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Shortlisted candidates have 2 additional rounds of interviews </a:t>
              </a:r>
              <a:r>
                <a:rPr lang="en-US" sz="1400" dirty="0"/>
                <a:t>(if possible scheduled for 2 consecutive hours)</a:t>
              </a:r>
              <a:r>
                <a:rPr lang="en-US" sz="1400" b="1" dirty="0"/>
                <a:t>: </a:t>
              </a:r>
            </a:p>
          </p:txBody>
        </p:sp>
        <p:sp>
          <p:nvSpPr>
            <p:cNvPr id="50" name="TrackerNumBlue 48">
              <a:extLst>
                <a:ext uri="{FF2B5EF4-FFF2-40B4-BE49-F238E27FC236}">
                  <a16:creationId xmlns:a16="http://schemas.microsoft.com/office/drawing/2014/main" id="{314E3574-5C7A-07F0-82EE-DFA64CE49ED8}"/>
                </a:ext>
              </a:extLst>
            </p:cNvPr>
            <p:cNvSpPr/>
            <p:nvPr>
              <p:custDataLst>
                <p:tags r:id="rId11"/>
              </p:custDataLst>
            </p:nvPr>
          </p:nvSpPr>
          <p:spPr>
            <a:xfrm>
              <a:off x="554736" y="2624853"/>
              <a:ext cx="259652" cy="25965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GB" sz="1300" dirty="0">
                  <a:solidFill>
                    <a:schemeClr val="bg1"/>
                  </a:solidFill>
                </a:rPr>
                <a:t>2</a:t>
              </a:r>
            </a:p>
          </p:txBody>
        </p:sp>
      </p:grpSp>
      <p:sp>
        <p:nvSpPr>
          <p:cNvPr id="15" name="Rectangle 14">
            <a:extLst>
              <a:ext uri="{FF2B5EF4-FFF2-40B4-BE49-F238E27FC236}">
                <a16:creationId xmlns:a16="http://schemas.microsoft.com/office/drawing/2014/main" id="{15E15233-3F4A-9F43-4490-0186B4B6ED19}"/>
              </a:ext>
            </a:extLst>
          </p:cNvPr>
          <p:cNvSpPr/>
          <p:nvPr/>
        </p:nvSpPr>
        <p:spPr>
          <a:xfrm>
            <a:off x="555973" y="4916953"/>
            <a:ext cx="11080053" cy="135637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81000" tIns="81000" rIns="54000" rtlCol="0" anchor="ctr" anchorCtr="0"/>
          <a:lstStyle/>
          <a:p>
            <a:pPr marL="0" marR="0" indent="0" algn="l" defTabSz="685800" rtl="0" eaLnBrk="1" fontAlgn="auto" latinLnBrk="0" hangingPunct="1">
              <a:lnSpc>
                <a:spcPct val="100000"/>
              </a:lnSpc>
              <a:spcBef>
                <a:spcPts val="0"/>
              </a:spcBef>
              <a:spcAft>
                <a:spcPts val="0"/>
              </a:spcAft>
              <a:buClrTx/>
              <a:buSzTx/>
              <a:buFontTx/>
              <a:buNone/>
              <a:tabLst/>
            </a:pPr>
            <a:endParaRPr kumimoji="0" lang="en-GB" sz="1000" b="1" i="0" u="none" strike="noStrike" kern="1200" cap="none" spc="0" normalizeH="0" baseline="0" dirty="0">
              <a:ln>
                <a:noFill/>
              </a:ln>
              <a:solidFill>
                <a:schemeClr val="bg1"/>
              </a:solidFill>
              <a:effectLst/>
              <a:uLnTx/>
              <a:uFillTx/>
              <a:latin typeface="Proximus" pitchFamily="2" charset="77"/>
            </a:endParaRPr>
          </a:p>
        </p:txBody>
      </p:sp>
      <p:sp>
        <p:nvSpPr>
          <p:cNvPr id="11" name="TextBox 10">
            <a:extLst>
              <a:ext uri="{FF2B5EF4-FFF2-40B4-BE49-F238E27FC236}">
                <a16:creationId xmlns:a16="http://schemas.microsoft.com/office/drawing/2014/main" id="{F5A85E62-1AC2-1A92-BA28-BD7F2BDC4321}"/>
              </a:ext>
            </a:extLst>
          </p:cNvPr>
          <p:cNvSpPr txBox="1">
            <a:spLocks/>
          </p:cNvSpPr>
          <p:nvPr/>
        </p:nvSpPr>
        <p:spPr>
          <a:xfrm>
            <a:off x="693618" y="4995021"/>
            <a:ext cx="10757502" cy="203133"/>
          </a:xfrm>
          <a:prstGeom prst="rect">
            <a:avLst/>
          </a:prstGeom>
        </p:spPr>
        <p:txBody>
          <a:bodyPr vert="horz" wrap="square" lIns="0" tIns="0" rIns="0" bIns="18288" rtlCol="0" anchor="b"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solidFill>
                  <a:schemeClr val="accent1"/>
                </a:solidFill>
              </a:rPr>
              <a:t>Candidate selection process</a:t>
            </a:r>
          </a:p>
        </p:txBody>
      </p:sp>
      <p:cxnSp>
        <p:nvCxnSpPr>
          <p:cNvPr id="20" name="Straight Arrow Connector 19">
            <a:extLst>
              <a:ext uri="{FF2B5EF4-FFF2-40B4-BE49-F238E27FC236}">
                <a16:creationId xmlns:a16="http://schemas.microsoft.com/office/drawing/2014/main" id="{FEADCB23-6E6A-6B9D-5EEC-F33B0C207885}"/>
              </a:ext>
            </a:extLst>
          </p:cNvPr>
          <p:cNvCxnSpPr>
            <a:cxnSpLocks/>
          </p:cNvCxnSpPr>
          <p:nvPr/>
        </p:nvCxnSpPr>
        <p:spPr>
          <a:xfrm>
            <a:off x="2011612" y="5720141"/>
            <a:ext cx="476277" cy="0"/>
          </a:xfrm>
          <a:prstGeom prst="straightConnector1">
            <a:avLst/>
          </a:prstGeom>
          <a:ln w="38100" cap="sq">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55BDE11-25DC-385E-BA6A-F5A3D68519D4}"/>
              </a:ext>
            </a:extLst>
          </p:cNvPr>
          <p:cNvSpPr/>
          <p:nvPr/>
        </p:nvSpPr>
        <p:spPr>
          <a:xfrm>
            <a:off x="2607965" y="5278249"/>
            <a:ext cx="1195892" cy="883782"/>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1000" tIns="81000" rIns="54000" rtlCol="0" anchor="ctr" anchorCtr="0"/>
          <a:lstStyle/>
          <a:p>
            <a:pPr marL="0" marR="0" indent="0" algn="ctr" defTabSz="685800" rtl="0" eaLnBrk="1" fontAlgn="auto" latinLnBrk="0" hangingPunct="1">
              <a:lnSpc>
                <a:spcPct val="100000"/>
              </a:lnSpc>
              <a:spcBef>
                <a:spcPts val="0"/>
              </a:spcBef>
              <a:spcAft>
                <a:spcPts val="0"/>
              </a:spcAft>
              <a:buClrTx/>
              <a:buSzTx/>
              <a:buFontTx/>
              <a:buNone/>
              <a:tabLst/>
            </a:pPr>
            <a:r>
              <a:rPr kumimoji="0" lang="en-GB" sz="900" b="1" i="0" u="none" strike="noStrike" kern="1200" cap="none" spc="0" normalizeH="0" baseline="0" dirty="0">
                <a:ln>
                  <a:noFill/>
                </a:ln>
                <a:solidFill>
                  <a:schemeClr val="bg1"/>
                </a:solidFill>
                <a:effectLst/>
                <a:uLnTx/>
                <a:uFillTx/>
              </a:rPr>
              <a:t>Recruiter </a:t>
            </a:r>
          </a:p>
          <a:p>
            <a:pPr marL="0" marR="0" indent="0" algn="ctr" defTabSz="685800" rtl="0" eaLnBrk="1" fontAlgn="auto" latinLnBrk="0" hangingPunct="1">
              <a:lnSpc>
                <a:spcPct val="100000"/>
              </a:lnSpc>
              <a:spcBef>
                <a:spcPts val="0"/>
              </a:spcBef>
              <a:spcAft>
                <a:spcPts val="0"/>
              </a:spcAft>
              <a:buClrTx/>
              <a:buSzTx/>
              <a:buFontTx/>
              <a:buNone/>
              <a:tabLst/>
            </a:pPr>
            <a:r>
              <a:rPr kumimoji="0" lang="en-GB" sz="900" b="1" i="0" u="none" strike="noStrike" kern="1200" cap="none" spc="0" normalizeH="0" baseline="0" dirty="0">
                <a:ln>
                  <a:noFill/>
                </a:ln>
                <a:solidFill>
                  <a:schemeClr val="bg1"/>
                </a:solidFill>
                <a:effectLst/>
                <a:uLnTx/>
                <a:uFillTx/>
              </a:rPr>
              <a:t>Phone Screen</a:t>
            </a:r>
          </a:p>
        </p:txBody>
      </p:sp>
      <p:sp>
        <p:nvSpPr>
          <p:cNvPr id="33" name="Rectangle 32">
            <a:extLst>
              <a:ext uri="{FF2B5EF4-FFF2-40B4-BE49-F238E27FC236}">
                <a16:creationId xmlns:a16="http://schemas.microsoft.com/office/drawing/2014/main" id="{142A1EF6-46E4-6E92-ACED-CFB36E7D2F55}"/>
              </a:ext>
            </a:extLst>
          </p:cNvPr>
          <p:cNvSpPr/>
          <p:nvPr/>
        </p:nvSpPr>
        <p:spPr>
          <a:xfrm>
            <a:off x="4520286" y="5278249"/>
            <a:ext cx="1195892" cy="8837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1000" tIns="81000" rIns="54000" rtlCol="0" anchor="ctr" anchorCtr="0"/>
          <a:lstStyle/>
          <a:p>
            <a:pPr marL="0" marR="0" indent="0" algn="ctr" defTabSz="685800" rtl="0" eaLnBrk="1" fontAlgn="auto" latinLnBrk="0" hangingPunct="1">
              <a:lnSpc>
                <a:spcPct val="100000"/>
              </a:lnSpc>
              <a:spcBef>
                <a:spcPts val="0"/>
              </a:spcBef>
              <a:spcAft>
                <a:spcPts val="0"/>
              </a:spcAft>
              <a:buClrTx/>
              <a:buSzTx/>
              <a:buFontTx/>
              <a:buNone/>
              <a:tabLst/>
            </a:pPr>
            <a:r>
              <a:rPr kumimoji="0" lang="en-GB" sz="900" b="1" i="0" u="none" strike="noStrike" kern="1200" cap="none" spc="0" normalizeH="0" baseline="0" dirty="0">
                <a:ln>
                  <a:noFill/>
                </a:ln>
                <a:solidFill>
                  <a:schemeClr val="bg1"/>
                </a:solidFill>
                <a:effectLst/>
                <a:uLnTx/>
                <a:uFillTx/>
              </a:rPr>
              <a:t>Technical Assessment (Hacker rank or personal project)</a:t>
            </a:r>
          </a:p>
        </p:txBody>
      </p:sp>
      <p:sp>
        <p:nvSpPr>
          <p:cNvPr id="35" name="Rectangle 34">
            <a:extLst>
              <a:ext uri="{FF2B5EF4-FFF2-40B4-BE49-F238E27FC236}">
                <a16:creationId xmlns:a16="http://schemas.microsoft.com/office/drawing/2014/main" id="{7CF510FE-20D4-CDDB-0012-574B2F2BB875}"/>
              </a:ext>
            </a:extLst>
          </p:cNvPr>
          <p:cNvSpPr/>
          <p:nvPr/>
        </p:nvSpPr>
        <p:spPr>
          <a:xfrm>
            <a:off x="6432607" y="5278249"/>
            <a:ext cx="1195892" cy="8837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1000" tIns="81000" rIns="54000" rtlCol="0" anchor="ctr" anchorCtr="0"/>
          <a:lstStyle/>
          <a:p>
            <a:pPr marL="0" marR="0" indent="0" algn="ctr" defTabSz="685800" rtl="0" eaLnBrk="1" fontAlgn="auto" latinLnBrk="0" hangingPunct="1">
              <a:lnSpc>
                <a:spcPct val="100000"/>
              </a:lnSpc>
              <a:spcBef>
                <a:spcPts val="0"/>
              </a:spcBef>
              <a:spcAft>
                <a:spcPts val="0"/>
              </a:spcAft>
              <a:buClrTx/>
              <a:buSzTx/>
              <a:buFontTx/>
              <a:buNone/>
              <a:tabLst/>
            </a:pPr>
            <a:r>
              <a:rPr kumimoji="0" lang="en-GB" sz="900" b="1" i="0" u="none" strike="noStrike" kern="1200" cap="none" spc="0" normalizeH="0" baseline="0" dirty="0">
                <a:ln>
                  <a:noFill/>
                </a:ln>
                <a:solidFill>
                  <a:schemeClr val="bg1"/>
                </a:solidFill>
                <a:effectLst/>
                <a:uLnTx/>
                <a:uFillTx/>
              </a:rPr>
              <a:t>Round 1 </a:t>
            </a:r>
            <a:br>
              <a:rPr kumimoji="0" lang="en-GB" sz="900" b="1" i="0" u="none" strike="noStrike" kern="1200" cap="none" spc="0" normalizeH="0" baseline="0" dirty="0">
                <a:ln>
                  <a:noFill/>
                </a:ln>
                <a:solidFill>
                  <a:schemeClr val="bg1"/>
                </a:solidFill>
                <a:effectLst/>
                <a:uLnTx/>
                <a:uFillTx/>
              </a:rPr>
            </a:br>
            <a:r>
              <a:rPr kumimoji="0" lang="en-GB" sz="900" b="1" i="0" u="none" strike="noStrike" kern="1200" cap="none" spc="0" normalizeH="0" baseline="0" dirty="0">
                <a:ln>
                  <a:noFill/>
                </a:ln>
                <a:solidFill>
                  <a:schemeClr val="bg1"/>
                </a:solidFill>
                <a:effectLst/>
                <a:uLnTx/>
                <a:uFillTx/>
              </a:rPr>
              <a:t>(Craft &amp; Domain)</a:t>
            </a:r>
          </a:p>
        </p:txBody>
      </p:sp>
      <p:sp>
        <p:nvSpPr>
          <p:cNvPr id="36" name="Rectangle 35">
            <a:extLst>
              <a:ext uri="{FF2B5EF4-FFF2-40B4-BE49-F238E27FC236}">
                <a16:creationId xmlns:a16="http://schemas.microsoft.com/office/drawing/2014/main" id="{93A1134C-C0C9-5C85-B591-B1DE3E332423}"/>
              </a:ext>
            </a:extLst>
          </p:cNvPr>
          <p:cNvSpPr/>
          <p:nvPr/>
        </p:nvSpPr>
        <p:spPr>
          <a:xfrm>
            <a:off x="8344929" y="5278249"/>
            <a:ext cx="1195892" cy="8837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1000" tIns="81000" rIns="54000" rtlCol="0" anchor="ctr" anchorCtr="0"/>
          <a:lstStyle/>
          <a:p>
            <a:pPr marL="0" marR="0" indent="0" algn="ctr" defTabSz="685800" rtl="0" eaLnBrk="1" fontAlgn="auto" latinLnBrk="0" hangingPunct="1">
              <a:lnSpc>
                <a:spcPct val="100000"/>
              </a:lnSpc>
              <a:spcBef>
                <a:spcPts val="0"/>
              </a:spcBef>
              <a:spcAft>
                <a:spcPts val="0"/>
              </a:spcAft>
              <a:buClrTx/>
              <a:buSzTx/>
              <a:buFontTx/>
              <a:buNone/>
              <a:tabLst/>
            </a:pPr>
            <a:r>
              <a:rPr kumimoji="0" lang="en-GB" sz="900" b="1" i="0" u="none" strike="noStrike" kern="1200" cap="none" spc="0" normalizeH="0" baseline="0" dirty="0">
                <a:ln>
                  <a:noFill/>
                </a:ln>
                <a:solidFill>
                  <a:schemeClr val="bg1"/>
                </a:solidFill>
                <a:effectLst/>
                <a:uLnTx/>
                <a:uFillTx/>
              </a:rPr>
              <a:t>Round 2 </a:t>
            </a:r>
            <a:br>
              <a:rPr kumimoji="0" lang="en-GB" sz="900" b="1" i="0" u="none" strike="noStrike" kern="1200" cap="none" spc="0" normalizeH="0" baseline="0" dirty="0">
                <a:ln>
                  <a:noFill/>
                </a:ln>
                <a:solidFill>
                  <a:schemeClr val="bg1"/>
                </a:solidFill>
                <a:effectLst/>
                <a:uLnTx/>
                <a:uFillTx/>
              </a:rPr>
            </a:br>
            <a:r>
              <a:rPr kumimoji="0" lang="en-GB" sz="900" b="1" i="0" u="none" strike="noStrike" kern="1200" cap="none" spc="0" normalizeH="0" baseline="0" dirty="0">
                <a:ln>
                  <a:noFill/>
                </a:ln>
                <a:solidFill>
                  <a:schemeClr val="bg1"/>
                </a:solidFill>
                <a:effectLst/>
                <a:uLnTx/>
                <a:uFillTx/>
              </a:rPr>
              <a:t>(Fit &amp; Leadership)</a:t>
            </a:r>
          </a:p>
        </p:txBody>
      </p:sp>
      <p:grpSp>
        <p:nvGrpSpPr>
          <p:cNvPr id="52" name="Group 51">
            <a:extLst>
              <a:ext uri="{FF2B5EF4-FFF2-40B4-BE49-F238E27FC236}">
                <a16:creationId xmlns:a16="http://schemas.microsoft.com/office/drawing/2014/main" id="{68F1C8D1-1D69-0A41-917E-45CC4CFA5C52}"/>
              </a:ext>
            </a:extLst>
          </p:cNvPr>
          <p:cNvGrpSpPr>
            <a:grpSpLocks/>
          </p:cNvGrpSpPr>
          <p:nvPr/>
        </p:nvGrpSpPr>
        <p:grpSpPr>
          <a:xfrm>
            <a:off x="695644" y="5278249"/>
            <a:ext cx="10757502" cy="883782"/>
            <a:chOff x="695644" y="5463617"/>
            <a:chExt cx="10757502" cy="663410"/>
          </a:xfrm>
        </p:grpSpPr>
        <p:sp>
          <p:nvSpPr>
            <p:cNvPr id="7" name="Rectangle 6">
              <a:extLst>
                <a:ext uri="{FF2B5EF4-FFF2-40B4-BE49-F238E27FC236}">
                  <a16:creationId xmlns:a16="http://schemas.microsoft.com/office/drawing/2014/main" id="{4843EE72-B914-CE76-E88B-E079B70FB240}"/>
                </a:ext>
              </a:extLst>
            </p:cNvPr>
            <p:cNvSpPr/>
            <p:nvPr/>
          </p:nvSpPr>
          <p:spPr>
            <a:xfrm>
              <a:off x="695644" y="5463617"/>
              <a:ext cx="1195892" cy="66341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1000" tIns="81000" rIns="54000" rtlCol="0" anchor="ctr" anchorCtr="0"/>
            <a:lstStyle/>
            <a:p>
              <a:pPr marL="0" marR="0" indent="0" algn="ctr" defTabSz="685800" rtl="0" eaLnBrk="1" fontAlgn="auto" latinLnBrk="0" hangingPunct="1">
                <a:lnSpc>
                  <a:spcPct val="100000"/>
                </a:lnSpc>
                <a:spcBef>
                  <a:spcPts val="0"/>
                </a:spcBef>
                <a:spcAft>
                  <a:spcPts val="0"/>
                </a:spcAft>
                <a:buClrTx/>
                <a:buSzTx/>
                <a:buFontTx/>
                <a:buNone/>
                <a:tabLst/>
              </a:pPr>
              <a:r>
                <a:rPr kumimoji="0" lang="en-GB" sz="900" b="1" i="0" u="none" strike="noStrike" kern="1200" cap="none" spc="0" normalizeH="0" baseline="0" dirty="0">
                  <a:ln>
                    <a:noFill/>
                  </a:ln>
                  <a:solidFill>
                    <a:schemeClr val="bg1"/>
                  </a:solidFill>
                  <a:effectLst/>
                  <a:uLnTx/>
                  <a:uFillTx/>
                </a:rPr>
                <a:t>Application / </a:t>
              </a:r>
            </a:p>
            <a:p>
              <a:pPr marL="0" marR="0" indent="0" algn="ctr" defTabSz="685800" rtl="0" eaLnBrk="1" fontAlgn="auto" latinLnBrk="0" hangingPunct="1">
                <a:lnSpc>
                  <a:spcPct val="100000"/>
                </a:lnSpc>
                <a:spcBef>
                  <a:spcPts val="0"/>
                </a:spcBef>
                <a:spcAft>
                  <a:spcPts val="0"/>
                </a:spcAft>
                <a:buClrTx/>
                <a:buSzTx/>
                <a:buFontTx/>
                <a:buNone/>
                <a:tabLst/>
              </a:pPr>
              <a:r>
                <a:rPr kumimoji="0" lang="en-GB" sz="900" b="1" i="0" u="none" strike="noStrike" kern="1200" cap="none" spc="0" normalizeH="0" baseline="0" dirty="0">
                  <a:ln>
                    <a:noFill/>
                  </a:ln>
                  <a:solidFill>
                    <a:schemeClr val="bg1"/>
                  </a:solidFill>
                  <a:effectLst/>
                  <a:uLnTx/>
                  <a:uFillTx/>
                </a:rPr>
                <a:t>CV submission</a:t>
              </a:r>
            </a:p>
          </p:txBody>
        </p:sp>
        <p:sp>
          <p:nvSpPr>
            <p:cNvPr id="37" name="Rectangle 36">
              <a:extLst>
                <a:ext uri="{FF2B5EF4-FFF2-40B4-BE49-F238E27FC236}">
                  <a16:creationId xmlns:a16="http://schemas.microsoft.com/office/drawing/2014/main" id="{FBCE5987-CAF8-DC81-9826-46645CABBA9A}"/>
                </a:ext>
              </a:extLst>
            </p:cNvPr>
            <p:cNvSpPr/>
            <p:nvPr/>
          </p:nvSpPr>
          <p:spPr>
            <a:xfrm>
              <a:off x="10257254" y="5463617"/>
              <a:ext cx="1195892" cy="6634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1000" tIns="81000" rIns="54000" rtlCol="0" anchor="ctr" anchorCtr="0"/>
            <a:lstStyle/>
            <a:p>
              <a:pPr marL="0" marR="0" indent="0" algn="ctr" defTabSz="685800" rtl="0" eaLnBrk="1" fontAlgn="auto" latinLnBrk="0" hangingPunct="1">
                <a:lnSpc>
                  <a:spcPct val="100000"/>
                </a:lnSpc>
                <a:spcBef>
                  <a:spcPts val="0"/>
                </a:spcBef>
                <a:spcAft>
                  <a:spcPts val="0"/>
                </a:spcAft>
                <a:buClrTx/>
                <a:buSzTx/>
                <a:buFontTx/>
                <a:buNone/>
                <a:tabLst/>
              </a:pPr>
              <a:r>
                <a:rPr kumimoji="0" lang="en-GB" sz="900" b="1" i="0" u="none" strike="noStrike" kern="1200" cap="none" spc="0" normalizeH="0" baseline="0" dirty="0">
                  <a:ln>
                    <a:noFill/>
                  </a:ln>
                  <a:solidFill>
                    <a:schemeClr val="bg1"/>
                  </a:solidFill>
                  <a:effectLst/>
                  <a:uLnTx/>
                  <a:uFillTx/>
                </a:rPr>
                <a:t>Decision / Offer</a:t>
              </a:r>
            </a:p>
          </p:txBody>
        </p:sp>
      </p:grpSp>
      <p:cxnSp>
        <p:nvCxnSpPr>
          <p:cNvPr id="39" name="Straight Arrow Connector 38">
            <a:extLst>
              <a:ext uri="{FF2B5EF4-FFF2-40B4-BE49-F238E27FC236}">
                <a16:creationId xmlns:a16="http://schemas.microsoft.com/office/drawing/2014/main" id="{D05F3F2F-6EB9-B796-C4A1-046140B57AB4}"/>
              </a:ext>
            </a:extLst>
          </p:cNvPr>
          <p:cNvCxnSpPr>
            <a:cxnSpLocks/>
          </p:cNvCxnSpPr>
          <p:nvPr/>
        </p:nvCxnSpPr>
        <p:spPr>
          <a:xfrm>
            <a:off x="3923933" y="5720141"/>
            <a:ext cx="476277" cy="0"/>
          </a:xfrm>
          <a:prstGeom prst="straightConnector1">
            <a:avLst/>
          </a:prstGeom>
          <a:ln w="38100" cap="sq">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E5258C5-D1CE-8398-49DE-0B5EA9508479}"/>
              </a:ext>
            </a:extLst>
          </p:cNvPr>
          <p:cNvCxnSpPr>
            <a:cxnSpLocks/>
          </p:cNvCxnSpPr>
          <p:nvPr/>
        </p:nvCxnSpPr>
        <p:spPr>
          <a:xfrm>
            <a:off x="5836254" y="5720141"/>
            <a:ext cx="476277" cy="0"/>
          </a:xfrm>
          <a:prstGeom prst="straightConnector1">
            <a:avLst/>
          </a:prstGeom>
          <a:ln w="38100" cap="sq">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E7DFE96-F3DF-1D6F-2EFB-4E43BD7A1635}"/>
              </a:ext>
            </a:extLst>
          </p:cNvPr>
          <p:cNvCxnSpPr>
            <a:cxnSpLocks/>
          </p:cNvCxnSpPr>
          <p:nvPr/>
        </p:nvCxnSpPr>
        <p:spPr>
          <a:xfrm>
            <a:off x="7748575" y="5720141"/>
            <a:ext cx="476277" cy="0"/>
          </a:xfrm>
          <a:prstGeom prst="straightConnector1">
            <a:avLst/>
          </a:prstGeom>
          <a:ln w="38100" cap="sq">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F1D42AD-AA57-9DCE-56F4-20331B6B7D50}"/>
              </a:ext>
            </a:extLst>
          </p:cNvPr>
          <p:cNvCxnSpPr>
            <a:cxnSpLocks/>
          </p:cNvCxnSpPr>
          <p:nvPr/>
        </p:nvCxnSpPr>
        <p:spPr>
          <a:xfrm>
            <a:off x="9660898" y="5720141"/>
            <a:ext cx="476277" cy="0"/>
          </a:xfrm>
          <a:prstGeom prst="straightConnector1">
            <a:avLst/>
          </a:prstGeom>
          <a:ln w="38100" cap="sq">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53" name="LineSeparatorDefault 26">
            <a:extLst>
              <a:ext uri="{FF2B5EF4-FFF2-40B4-BE49-F238E27FC236}">
                <a16:creationId xmlns:a16="http://schemas.microsoft.com/office/drawing/2014/main" id="{4AADAF04-A037-571B-BCE8-34AA6952A033}"/>
              </a:ext>
            </a:extLst>
          </p:cNvPr>
          <p:cNvCxnSpPr>
            <a:cxnSpLocks/>
          </p:cNvCxnSpPr>
          <p:nvPr>
            <p:custDataLst>
              <p:tags r:id="rId9"/>
            </p:custDataLst>
          </p:nvPr>
        </p:nvCxnSpPr>
        <p:spPr>
          <a:xfrm>
            <a:off x="693618" y="5213394"/>
            <a:ext cx="10757502" cy="0"/>
          </a:xfrm>
          <a:prstGeom prst="straightConnector1">
            <a:avLst/>
          </a:prstGeom>
          <a:ln w="12700" cap="sq">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GreyLineSeparatorDefaultVertical 54">
            <a:extLst>
              <a:ext uri="{FF2B5EF4-FFF2-40B4-BE49-F238E27FC236}">
                <a16:creationId xmlns:a16="http://schemas.microsoft.com/office/drawing/2014/main" id="{0BDB8347-509D-3372-4934-2F18A1ED1710}"/>
              </a:ext>
            </a:extLst>
          </p:cNvPr>
          <p:cNvCxnSpPr>
            <a:cxnSpLocks/>
          </p:cNvCxnSpPr>
          <p:nvPr>
            <p:custDataLst>
              <p:tags r:id="rId10"/>
            </p:custDataLst>
          </p:nvPr>
        </p:nvCxnSpPr>
        <p:spPr>
          <a:xfrm>
            <a:off x="6094762" y="1323203"/>
            <a:ext cx="0" cy="3367228"/>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859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2" hidden="1">
            <a:extLst>
              <a:ext uri="{FF2B5EF4-FFF2-40B4-BE49-F238E27FC236}">
                <a16:creationId xmlns:a16="http://schemas.microsoft.com/office/drawing/2014/main" id="{839C67A1-88B9-497D-8ECB-EF5558F76DF0}"/>
              </a:ext>
            </a:extLst>
          </p:cNvPr>
          <p:cNvGraphicFramePr>
            <a:graphicFrameLocks noChangeAspect="1"/>
          </p:cNvGraphicFramePr>
          <p:nvPr>
            <p:custDataLst>
              <p:tags r:id="rId1"/>
            </p:custDataLst>
            <p:extLst>
              <p:ext uri="{D42A27DB-BD31-4B8C-83A1-F6EECF244321}">
                <p14:modId xmlns:p14="http://schemas.microsoft.com/office/powerpoint/2010/main" val="173930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1" imgW="473" imgH="473" progId="TCLayout.ActiveDocument.1">
                  <p:embed/>
                </p:oleObj>
              </mc:Choice>
              <mc:Fallback>
                <p:oleObj name="think-cell Slide" r:id="rId51" imgW="473" imgH="473" progId="TCLayout.ActiveDocument.1">
                  <p:embed/>
                  <p:pic>
                    <p:nvPicPr>
                      <p:cNvPr id="10" name="Object 2" hidden="1">
                        <a:extLst>
                          <a:ext uri="{FF2B5EF4-FFF2-40B4-BE49-F238E27FC236}">
                            <a16:creationId xmlns:a16="http://schemas.microsoft.com/office/drawing/2014/main" id="{839C67A1-88B9-497D-8ECB-EF5558F76DF0}"/>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268BF23D-05AC-4921-AB0A-AA2DFAB3BCAE}"/>
              </a:ext>
            </a:extLst>
          </p:cNvPr>
          <p:cNvSpPr>
            <a:spLocks noGrp="1"/>
          </p:cNvSpPr>
          <p:nvPr>
            <p:ph type="title"/>
            <p:custDataLst>
              <p:tags r:id="rId2"/>
            </p:custDataLst>
          </p:nvPr>
        </p:nvSpPr>
        <p:spPr>
          <a:xfrm>
            <a:off x="554736" y="182372"/>
            <a:ext cx="6967728" cy="731520"/>
          </a:xfrm>
          <a:noFill/>
          <a:ln/>
          <a:extLst>
            <a:ext uri="{909E8E84-426E-40DD-AFC4-6F175D3DCCD1}">
              <a14:hiddenFill xmlns:a14="http://schemas.microsoft.com/office/drawing/2010/main">
                <a:solidFill>
                  <a:srgbClr val="FFFFFF"/>
                </a:solidFill>
              </a14:hiddenFill>
            </a:ext>
          </a:extLst>
        </p:spPr>
        <p:txBody>
          <a:bodyPr vert="horz" wrap="square" anchor="t" anchorCtr="0">
            <a:noAutofit/>
          </a:bodyPr>
          <a:lstStyle/>
          <a:p>
            <a:r>
              <a:rPr lang="en-CA" dirty="0" err="1"/>
              <a:t>Medior</a:t>
            </a:r>
            <a:r>
              <a:rPr lang="en-CA" dirty="0"/>
              <a:t> Full Stack Developer responsibilities and qualifications</a:t>
            </a:r>
          </a:p>
        </p:txBody>
      </p:sp>
      <p:sp>
        <p:nvSpPr>
          <p:cNvPr id="3" name="Text Placeholder 2">
            <a:extLst>
              <a:ext uri="{FF2B5EF4-FFF2-40B4-BE49-F238E27FC236}">
                <a16:creationId xmlns:a16="http://schemas.microsoft.com/office/drawing/2014/main" id="{7A5560C8-D134-DA5D-BE31-35801B75BFDA}"/>
              </a:ext>
            </a:extLst>
          </p:cNvPr>
          <p:cNvSpPr>
            <a:spLocks noGrp="1"/>
          </p:cNvSpPr>
          <p:nvPr>
            <p:ph type="body" sz="quarter" idx="18"/>
          </p:nvPr>
        </p:nvSpPr>
        <p:spPr>
          <a:xfrm>
            <a:off x="8175547" y="78768"/>
            <a:ext cx="3466941" cy="123111"/>
          </a:xfrm>
        </p:spPr>
        <p:txBody>
          <a:bodyPr>
            <a:noAutofit/>
          </a:bodyPr>
          <a:lstStyle/>
          <a:p>
            <a:endParaRPr lang="en-CA"/>
          </a:p>
        </p:txBody>
      </p:sp>
      <p:sp>
        <p:nvSpPr>
          <p:cNvPr id="15" name="HeadingWithBodyText 15">
            <a:extLst>
              <a:ext uri="{FF2B5EF4-FFF2-40B4-BE49-F238E27FC236}">
                <a16:creationId xmlns:a16="http://schemas.microsoft.com/office/drawing/2014/main" id="{2B8DEE99-E037-4B08-A0B7-6F25EBF0C8F5}"/>
              </a:ext>
            </a:extLst>
          </p:cNvPr>
          <p:cNvSpPr txBox="1">
            <a:spLocks/>
          </p:cNvSpPr>
          <p:nvPr>
            <p:custDataLst>
              <p:tags r:id="rId3"/>
            </p:custDataLst>
          </p:nvPr>
        </p:nvSpPr>
        <p:spPr>
          <a:xfrm>
            <a:off x="554736" y="1516508"/>
            <a:ext cx="6967728" cy="233910"/>
          </a:xfrm>
          <a:prstGeom prst="rect">
            <a:avLst/>
          </a:prstGeom>
        </p:spPr>
        <p:txBody>
          <a:bodyPr vert="horz" wrap="square" lIns="0" tIns="0" rIns="0" bIns="18288" rtlCol="0" anchor="b"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US" sz="1400" b="1" dirty="0"/>
              <a:t>Responsibilities:</a:t>
            </a:r>
          </a:p>
        </p:txBody>
      </p:sp>
      <p:sp>
        <p:nvSpPr>
          <p:cNvPr id="25" name="HeadingWithBodyText 15">
            <a:extLst>
              <a:ext uri="{FF2B5EF4-FFF2-40B4-BE49-F238E27FC236}">
                <a16:creationId xmlns:a16="http://schemas.microsoft.com/office/drawing/2014/main" id="{0AEE229C-0467-24CF-5B1F-F1C677A2AF24}"/>
              </a:ext>
            </a:extLst>
          </p:cNvPr>
          <p:cNvSpPr txBox="1">
            <a:spLocks/>
          </p:cNvSpPr>
          <p:nvPr>
            <p:custDataLst>
              <p:tags r:id="rId4"/>
            </p:custDataLst>
          </p:nvPr>
        </p:nvSpPr>
        <p:spPr>
          <a:xfrm>
            <a:off x="8175547" y="1516508"/>
            <a:ext cx="3464823" cy="233910"/>
          </a:xfrm>
          <a:prstGeom prst="rect">
            <a:avLst/>
          </a:prstGeom>
        </p:spPr>
        <p:txBody>
          <a:bodyPr vert="horz" wrap="square" lIns="0" tIns="0" rIns="0" bIns="18288" rtlCol="0" anchor="b" anchorCtr="0">
            <a:sp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dirty="0"/>
              <a:t>Qualifications:</a:t>
            </a:r>
          </a:p>
        </p:txBody>
      </p:sp>
      <p:sp>
        <p:nvSpPr>
          <p:cNvPr id="12" name="HeadingWithBodyText 15">
            <a:extLst>
              <a:ext uri="{FF2B5EF4-FFF2-40B4-BE49-F238E27FC236}">
                <a16:creationId xmlns:a16="http://schemas.microsoft.com/office/drawing/2014/main" id="{6316F57A-B7B0-40C5-B135-B4BC11FA4D77}"/>
              </a:ext>
            </a:extLst>
          </p:cNvPr>
          <p:cNvSpPr txBox="1">
            <a:spLocks/>
          </p:cNvSpPr>
          <p:nvPr>
            <p:custDataLst>
              <p:tags r:id="rId5"/>
            </p:custDataLst>
          </p:nvPr>
        </p:nvSpPr>
        <p:spPr>
          <a:xfrm>
            <a:off x="554736" y="1864408"/>
            <a:ext cx="6967728" cy="369332"/>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Design and develop high quality web applications using Angular and Node.js, ensuring smooth user experience with maximum speed and scalability</a:t>
            </a:r>
          </a:p>
        </p:txBody>
      </p:sp>
      <p:sp>
        <p:nvSpPr>
          <p:cNvPr id="13" name="HeadingWithBodyText 15">
            <a:extLst>
              <a:ext uri="{FF2B5EF4-FFF2-40B4-BE49-F238E27FC236}">
                <a16:creationId xmlns:a16="http://schemas.microsoft.com/office/drawing/2014/main" id="{8714AFDC-D305-4AA4-B42A-6440AFCF0B63}"/>
              </a:ext>
            </a:extLst>
          </p:cNvPr>
          <p:cNvSpPr txBox="1">
            <a:spLocks/>
          </p:cNvSpPr>
          <p:nvPr>
            <p:custDataLst>
              <p:tags r:id="rId6"/>
            </p:custDataLst>
          </p:nvPr>
        </p:nvSpPr>
        <p:spPr>
          <a:xfrm>
            <a:off x="554736" y="2386238"/>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Develop and maintain APIs using Node.js</a:t>
            </a:r>
          </a:p>
        </p:txBody>
      </p:sp>
      <p:sp>
        <p:nvSpPr>
          <p:cNvPr id="14" name="HeadingWithBodyText 15">
            <a:extLst>
              <a:ext uri="{FF2B5EF4-FFF2-40B4-BE49-F238E27FC236}">
                <a16:creationId xmlns:a16="http://schemas.microsoft.com/office/drawing/2014/main" id="{FF6EA189-E57E-4C21-A8A3-3967AEBAB2D8}"/>
              </a:ext>
            </a:extLst>
          </p:cNvPr>
          <p:cNvSpPr txBox="1">
            <a:spLocks/>
          </p:cNvSpPr>
          <p:nvPr>
            <p:custDataLst>
              <p:tags r:id="rId7"/>
            </p:custDataLst>
          </p:nvPr>
        </p:nvSpPr>
        <p:spPr>
          <a:xfrm>
            <a:off x="554736" y="2723402"/>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Collaborate with cross-functional teams to identify and prioritize product features</a:t>
            </a:r>
          </a:p>
        </p:txBody>
      </p:sp>
      <p:sp>
        <p:nvSpPr>
          <p:cNvPr id="16" name="HeadingWithBodyText 15">
            <a:extLst>
              <a:ext uri="{FF2B5EF4-FFF2-40B4-BE49-F238E27FC236}">
                <a16:creationId xmlns:a16="http://schemas.microsoft.com/office/drawing/2014/main" id="{DE6A5B44-A5D5-46AF-9460-4A935CD34156}"/>
              </a:ext>
            </a:extLst>
          </p:cNvPr>
          <p:cNvSpPr txBox="1">
            <a:spLocks/>
          </p:cNvSpPr>
          <p:nvPr>
            <p:custDataLst>
              <p:tags r:id="rId8"/>
            </p:custDataLst>
          </p:nvPr>
        </p:nvSpPr>
        <p:spPr>
          <a:xfrm>
            <a:off x="554736" y="3060566"/>
            <a:ext cx="6967728" cy="369332"/>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Support the technical analyst with the translation of the Business stories into technical stories taking into account the E2E implementation</a:t>
            </a:r>
          </a:p>
        </p:txBody>
      </p:sp>
      <p:sp>
        <p:nvSpPr>
          <p:cNvPr id="17" name="HeadingWithBodyText 15">
            <a:extLst>
              <a:ext uri="{FF2B5EF4-FFF2-40B4-BE49-F238E27FC236}">
                <a16:creationId xmlns:a16="http://schemas.microsoft.com/office/drawing/2014/main" id="{21A5F3BA-581C-42F4-9566-5479D15802E7}"/>
              </a:ext>
            </a:extLst>
          </p:cNvPr>
          <p:cNvSpPr txBox="1">
            <a:spLocks/>
          </p:cNvSpPr>
          <p:nvPr>
            <p:custDataLst>
              <p:tags r:id="rId9"/>
            </p:custDataLst>
          </p:nvPr>
        </p:nvSpPr>
        <p:spPr>
          <a:xfrm>
            <a:off x="554736" y="3582396"/>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Challenge the technical analyst with the technical choices made based on your experience</a:t>
            </a:r>
          </a:p>
        </p:txBody>
      </p:sp>
      <p:sp>
        <p:nvSpPr>
          <p:cNvPr id="18" name="HeadingWithBodyText 15">
            <a:extLst>
              <a:ext uri="{FF2B5EF4-FFF2-40B4-BE49-F238E27FC236}">
                <a16:creationId xmlns:a16="http://schemas.microsoft.com/office/drawing/2014/main" id="{AB8B8C4E-59CB-492C-8F01-2F8F8F8D2C68}"/>
              </a:ext>
            </a:extLst>
          </p:cNvPr>
          <p:cNvSpPr txBox="1">
            <a:spLocks/>
          </p:cNvSpPr>
          <p:nvPr>
            <p:custDataLst>
              <p:tags r:id="rId10"/>
            </p:custDataLst>
          </p:nvPr>
        </p:nvSpPr>
        <p:spPr>
          <a:xfrm>
            <a:off x="554736" y="3919560"/>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Give guidance and technical support to the developers in the team</a:t>
            </a:r>
          </a:p>
        </p:txBody>
      </p:sp>
      <p:sp>
        <p:nvSpPr>
          <p:cNvPr id="19" name="HeadingWithBodyText 15">
            <a:extLst>
              <a:ext uri="{FF2B5EF4-FFF2-40B4-BE49-F238E27FC236}">
                <a16:creationId xmlns:a16="http://schemas.microsoft.com/office/drawing/2014/main" id="{9EB79E41-6D64-4C7A-A56D-36C907EBE165}"/>
              </a:ext>
            </a:extLst>
          </p:cNvPr>
          <p:cNvSpPr txBox="1">
            <a:spLocks/>
          </p:cNvSpPr>
          <p:nvPr>
            <p:custDataLst>
              <p:tags r:id="rId11"/>
            </p:custDataLst>
          </p:nvPr>
        </p:nvSpPr>
        <p:spPr>
          <a:xfrm>
            <a:off x="554736" y="4256724"/>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Take the lead in code reviews to maintain code quality and identify opportunities for improvement</a:t>
            </a:r>
          </a:p>
        </p:txBody>
      </p:sp>
      <p:sp>
        <p:nvSpPr>
          <p:cNvPr id="20" name="HeadingWithBodyText 15">
            <a:extLst>
              <a:ext uri="{FF2B5EF4-FFF2-40B4-BE49-F238E27FC236}">
                <a16:creationId xmlns:a16="http://schemas.microsoft.com/office/drawing/2014/main" id="{66D604BD-8CE5-482D-9A7C-1209398C48AD}"/>
              </a:ext>
            </a:extLst>
          </p:cNvPr>
          <p:cNvSpPr txBox="1">
            <a:spLocks/>
          </p:cNvSpPr>
          <p:nvPr>
            <p:custDataLst>
              <p:tags r:id="rId12"/>
            </p:custDataLst>
          </p:nvPr>
        </p:nvSpPr>
        <p:spPr>
          <a:xfrm>
            <a:off x="554736" y="4593888"/>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Participate and contribute to the IT testing of the developed features</a:t>
            </a:r>
          </a:p>
        </p:txBody>
      </p:sp>
      <p:sp>
        <p:nvSpPr>
          <p:cNvPr id="21" name="HeadingWithBodyText 15">
            <a:extLst>
              <a:ext uri="{FF2B5EF4-FFF2-40B4-BE49-F238E27FC236}">
                <a16:creationId xmlns:a16="http://schemas.microsoft.com/office/drawing/2014/main" id="{EA8AAE78-5037-4414-B1B1-283FDBD7E6A1}"/>
              </a:ext>
            </a:extLst>
          </p:cNvPr>
          <p:cNvSpPr txBox="1">
            <a:spLocks/>
          </p:cNvSpPr>
          <p:nvPr>
            <p:custDataLst>
              <p:tags r:id="rId13"/>
            </p:custDataLst>
          </p:nvPr>
        </p:nvSpPr>
        <p:spPr>
          <a:xfrm>
            <a:off x="554736" y="4931052"/>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Troubleshoot and debug applications to ensure smooth performance</a:t>
            </a:r>
          </a:p>
        </p:txBody>
      </p:sp>
      <p:sp>
        <p:nvSpPr>
          <p:cNvPr id="22" name="HeadingWithBodyText 15">
            <a:extLst>
              <a:ext uri="{FF2B5EF4-FFF2-40B4-BE49-F238E27FC236}">
                <a16:creationId xmlns:a16="http://schemas.microsoft.com/office/drawing/2014/main" id="{C5A5AFF7-3A96-4FF6-8B37-80A73F8FDB40}"/>
              </a:ext>
            </a:extLst>
          </p:cNvPr>
          <p:cNvSpPr txBox="1">
            <a:spLocks/>
          </p:cNvSpPr>
          <p:nvPr>
            <p:custDataLst>
              <p:tags r:id="rId14"/>
            </p:custDataLst>
          </p:nvPr>
        </p:nvSpPr>
        <p:spPr>
          <a:xfrm>
            <a:off x="554736" y="5268216"/>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Participate in software design meetings and provide recommendations for improvements</a:t>
            </a:r>
          </a:p>
        </p:txBody>
      </p:sp>
      <p:sp>
        <p:nvSpPr>
          <p:cNvPr id="23" name="HeadingWithBodyText 15">
            <a:extLst>
              <a:ext uri="{FF2B5EF4-FFF2-40B4-BE49-F238E27FC236}">
                <a16:creationId xmlns:a16="http://schemas.microsoft.com/office/drawing/2014/main" id="{D8D1FCF8-B985-41D1-B327-84D2A1421B87}"/>
              </a:ext>
            </a:extLst>
          </p:cNvPr>
          <p:cNvSpPr txBox="1">
            <a:spLocks/>
          </p:cNvSpPr>
          <p:nvPr>
            <p:custDataLst>
              <p:tags r:id="rId15"/>
            </p:custDataLst>
          </p:nvPr>
        </p:nvSpPr>
        <p:spPr>
          <a:xfrm>
            <a:off x="554736" y="5605380"/>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Create and maintain technical documentation for all code changes and updates</a:t>
            </a:r>
          </a:p>
        </p:txBody>
      </p:sp>
      <p:cxnSp>
        <p:nvCxnSpPr>
          <p:cNvPr id="8" name="LineSeparatorStrong 8">
            <a:extLst>
              <a:ext uri="{FF2B5EF4-FFF2-40B4-BE49-F238E27FC236}">
                <a16:creationId xmlns:a16="http://schemas.microsoft.com/office/drawing/2014/main" id="{9B2A0924-DB26-49E9-BB9F-7A06E94C5831}"/>
              </a:ext>
            </a:extLst>
          </p:cNvPr>
          <p:cNvCxnSpPr>
            <a:cxnSpLocks/>
          </p:cNvCxnSpPr>
          <p:nvPr>
            <p:custDataLst>
              <p:tags r:id="rId16"/>
            </p:custDataLst>
          </p:nvPr>
        </p:nvCxnSpPr>
        <p:spPr>
          <a:xfrm>
            <a:off x="554736" y="2309989"/>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LineSeparatorStrong 8">
            <a:extLst>
              <a:ext uri="{FF2B5EF4-FFF2-40B4-BE49-F238E27FC236}">
                <a16:creationId xmlns:a16="http://schemas.microsoft.com/office/drawing/2014/main" id="{5B55E1D4-9C30-48E3-8173-9FA8C07E8A76}"/>
              </a:ext>
            </a:extLst>
          </p:cNvPr>
          <p:cNvCxnSpPr>
            <a:cxnSpLocks/>
          </p:cNvCxnSpPr>
          <p:nvPr>
            <p:custDataLst>
              <p:tags r:id="rId17"/>
            </p:custDataLst>
          </p:nvPr>
        </p:nvCxnSpPr>
        <p:spPr>
          <a:xfrm>
            <a:off x="554736" y="2984317"/>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LineSeparatorStrong 8">
            <a:extLst>
              <a:ext uri="{FF2B5EF4-FFF2-40B4-BE49-F238E27FC236}">
                <a16:creationId xmlns:a16="http://schemas.microsoft.com/office/drawing/2014/main" id="{5055EAA7-D9DD-4FA4-A21F-6F34CEB062C7}"/>
              </a:ext>
            </a:extLst>
          </p:cNvPr>
          <p:cNvCxnSpPr>
            <a:cxnSpLocks/>
          </p:cNvCxnSpPr>
          <p:nvPr>
            <p:custDataLst>
              <p:tags r:id="rId18"/>
            </p:custDataLst>
          </p:nvPr>
        </p:nvCxnSpPr>
        <p:spPr>
          <a:xfrm>
            <a:off x="554736" y="3506147"/>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 name="LineSeparatorStrong 8">
            <a:extLst>
              <a:ext uri="{FF2B5EF4-FFF2-40B4-BE49-F238E27FC236}">
                <a16:creationId xmlns:a16="http://schemas.microsoft.com/office/drawing/2014/main" id="{9B1E4EE3-2BFB-49DD-8EEC-B9538C8E498B}"/>
              </a:ext>
            </a:extLst>
          </p:cNvPr>
          <p:cNvCxnSpPr>
            <a:cxnSpLocks/>
          </p:cNvCxnSpPr>
          <p:nvPr>
            <p:custDataLst>
              <p:tags r:id="rId19"/>
            </p:custDataLst>
          </p:nvPr>
        </p:nvCxnSpPr>
        <p:spPr>
          <a:xfrm>
            <a:off x="554736" y="3843311"/>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LineSeparatorStrong 8">
            <a:extLst>
              <a:ext uri="{FF2B5EF4-FFF2-40B4-BE49-F238E27FC236}">
                <a16:creationId xmlns:a16="http://schemas.microsoft.com/office/drawing/2014/main" id="{11840CF5-267E-47CF-8D6A-D27D7DE9A5FD}"/>
              </a:ext>
            </a:extLst>
          </p:cNvPr>
          <p:cNvCxnSpPr>
            <a:cxnSpLocks/>
          </p:cNvCxnSpPr>
          <p:nvPr>
            <p:custDataLst>
              <p:tags r:id="rId20"/>
            </p:custDataLst>
          </p:nvPr>
        </p:nvCxnSpPr>
        <p:spPr>
          <a:xfrm>
            <a:off x="554736" y="4180475"/>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LineSeparatorStrong 8">
            <a:extLst>
              <a:ext uri="{FF2B5EF4-FFF2-40B4-BE49-F238E27FC236}">
                <a16:creationId xmlns:a16="http://schemas.microsoft.com/office/drawing/2014/main" id="{C2E90436-E6FE-46A5-A618-855046EC2B81}"/>
              </a:ext>
            </a:extLst>
          </p:cNvPr>
          <p:cNvCxnSpPr>
            <a:cxnSpLocks/>
          </p:cNvCxnSpPr>
          <p:nvPr>
            <p:custDataLst>
              <p:tags r:id="rId21"/>
            </p:custDataLst>
          </p:nvPr>
        </p:nvCxnSpPr>
        <p:spPr>
          <a:xfrm>
            <a:off x="554736" y="4517639"/>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LineSeparatorStrong 8">
            <a:extLst>
              <a:ext uri="{FF2B5EF4-FFF2-40B4-BE49-F238E27FC236}">
                <a16:creationId xmlns:a16="http://schemas.microsoft.com/office/drawing/2014/main" id="{FB511FB1-AA20-49C1-8EE2-2CB8B0EEA4A0}"/>
              </a:ext>
            </a:extLst>
          </p:cNvPr>
          <p:cNvCxnSpPr>
            <a:cxnSpLocks/>
          </p:cNvCxnSpPr>
          <p:nvPr>
            <p:custDataLst>
              <p:tags r:id="rId22"/>
            </p:custDataLst>
          </p:nvPr>
        </p:nvCxnSpPr>
        <p:spPr>
          <a:xfrm>
            <a:off x="554736" y="4854803"/>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LineSeparatorStrong 8">
            <a:extLst>
              <a:ext uri="{FF2B5EF4-FFF2-40B4-BE49-F238E27FC236}">
                <a16:creationId xmlns:a16="http://schemas.microsoft.com/office/drawing/2014/main" id="{448D6300-84A6-44A8-8B17-1F836590A603}"/>
              </a:ext>
            </a:extLst>
          </p:cNvPr>
          <p:cNvCxnSpPr>
            <a:cxnSpLocks/>
          </p:cNvCxnSpPr>
          <p:nvPr>
            <p:custDataLst>
              <p:tags r:id="rId23"/>
            </p:custDataLst>
          </p:nvPr>
        </p:nvCxnSpPr>
        <p:spPr>
          <a:xfrm>
            <a:off x="554736" y="5191967"/>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LineSeparatorStrong 8">
            <a:extLst>
              <a:ext uri="{FF2B5EF4-FFF2-40B4-BE49-F238E27FC236}">
                <a16:creationId xmlns:a16="http://schemas.microsoft.com/office/drawing/2014/main" id="{957B566A-6252-497E-9D79-17108B57C8C0}"/>
              </a:ext>
            </a:extLst>
          </p:cNvPr>
          <p:cNvCxnSpPr>
            <a:cxnSpLocks/>
          </p:cNvCxnSpPr>
          <p:nvPr>
            <p:custDataLst>
              <p:tags r:id="rId24"/>
            </p:custDataLst>
          </p:nvPr>
        </p:nvCxnSpPr>
        <p:spPr>
          <a:xfrm>
            <a:off x="554736" y="5529131"/>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7" name="LineSeparatorStrong 8">
            <a:extLst>
              <a:ext uri="{FF2B5EF4-FFF2-40B4-BE49-F238E27FC236}">
                <a16:creationId xmlns:a16="http://schemas.microsoft.com/office/drawing/2014/main" id="{64B60E44-707E-433D-AE22-1FC10CD11C56}"/>
              </a:ext>
            </a:extLst>
          </p:cNvPr>
          <p:cNvCxnSpPr>
            <a:cxnSpLocks/>
          </p:cNvCxnSpPr>
          <p:nvPr>
            <p:custDataLst>
              <p:tags r:id="rId25"/>
            </p:custDataLst>
          </p:nvPr>
        </p:nvCxnSpPr>
        <p:spPr>
          <a:xfrm>
            <a:off x="554736" y="5866295"/>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LineSeparatorDefault 37">
            <a:extLst>
              <a:ext uri="{FF2B5EF4-FFF2-40B4-BE49-F238E27FC236}">
                <a16:creationId xmlns:a16="http://schemas.microsoft.com/office/drawing/2014/main" id="{FD9AFF17-8F01-4662-95AC-454FEECE370C}"/>
              </a:ext>
            </a:extLst>
          </p:cNvPr>
          <p:cNvCxnSpPr>
            <a:cxnSpLocks/>
          </p:cNvCxnSpPr>
          <p:nvPr>
            <p:custDataLst>
              <p:tags r:id="rId26"/>
            </p:custDataLst>
          </p:nvPr>
        </p:nvCxnSpPr>
        <p:spPr>
          <a:xfrm>
            <a:off x="554736" y="1800859"/>
            <a:ext cx="6967728" cy="0"/>
          </a:xfrm>
          <a:prstGeom prst="straightConnector1">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LineSeparatorStrong 8">
            <a:extLst>
              <a:ext uri="{FF2B5EF4-FFF2-40B4-BE49-F238E27FC236}">
                <a16:creationId xmlns:a16="http://schemas.microsoft.com/office/drawing/2014/main" id="{AB8549F9-5D5B-4095-AC54-18AA2E512DBC}"/>
              </a:ext>
            </a:extLst>
          </p:cNvPr>
          <p:cNvCxnSpPr>
            <a:cxnSpLocks/>
          </p:cNvCxnSpPr>
          <p:nvPr>
            <p:custDataLst>
              <p:tags r:id="rId27"/>
            </p:custDataLst>
          </p:nvPr>
        </p:nvCxnSpPr>
        <p:spPr>
          <a:xfrm>
            <a:off x="554736" y="2647153"/>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0" name="HeadingWithBodyText 15">
            <a:extLst>
              <a:ext uri="{FF2B5EF4-FFF2-40B4-BE49-F238E27FC236}">
                <a16:creationId xmlns:a16="http://schemas.microsoft.com/office/drawing/2014/main" id="{FF699F8E-5EA8-41CD-BE03-6C07F89B8821}"/>
              </a:ext>
            </a:extLst>
          </p:cNvPr>
          <p:cNvSpPr txBox="1">
            <a:spLocks/>
          </p:cNvSpPr>
          <p:nvPr>
            <p:custDataLst>
              <p:tags r:id="rId28"/>
            </p:custDataLst>
          </p:nvPr>
        </p:nvSpPr>
        <p:spPr>
          <a:xfrm>
            <a:off x="8175547" y="1858234"/>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Bachelor's degree in Computer Science or related field</a:t>
            </a:r>
            <a:endParaRPr lang="en-NL" sz="1200" b="0" dirty="0">
              <a:ea typeface="Times New Roman" panose="02020603050405020304" pitchFamily="18" charset="0"/>
              <a:cs typeface="Times New Roman" panose="02020603050405020304" pitchFamily="18" charset="0"/>
            </a:endParaRPr>
          </a:p>
        </p:txBody>
      </p:sp>
      <p:cxnSp>
        <p:nvCxnSpPr>
          <p:cNvPr id="41" name="TopLineRight">
            <a:extLst>
              <a:ext uri="{FF2B5EF4-FFF2-40B4-BE49-F238E27FC236}">
                <a16:creationId xmlns:a16="http://schemas.microsoft.com/office/drawing/2014/main" id="{74184562-22CF-4055-B72F-8D6534E871CE}"/>
              </a:ext>
            </a:extLst>
          </p:cNvPr>
          <p:cNvCxnSpPr>
            <a:cxnSpLocks/>
          </p:cNvCxnSpPr>
          <p:nvPr/>
        </p:nvCxnSpPr>
        <p:spPr>
          <a:xfrm>
            <a:off x="8175547" y="1800859"/>
            <a:ext cx="346694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HeadingWithBodyText 15">
            <a:extLst>
              <a:ext uri="{FF2B5EF4-FFF2-40B4-BE49-F238E27FC236}">
                <a16:creationId xmlns:a16="http://schemas.microsoft.com/office/drawing/2014/main" id="{E58173DF-024E-4AF4-B442-92CB3D06BBDE}"/>
              </a:ext>
            </a:extLst>
          </p:cNvPr>
          <p:cNvSpPr txBox="1">
            <a:spLocks/>
          </p:cNvSpPr>
          <p:nvPr>
            <p:custDataLst>
              <p:tags r:id="rId29"/>
            </p:custDataLst>
          </p:nvPr>
        </p:nvSpPr>
        <p:spPr>
          <a:xfrm>
            <a:off x="8175547" y="2412630"/>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2-5 years of total professional Full-Stack Web Development experience</a:t>
            </a:r>
          </a:p>
        </p:txBody>
      </p:sp>
      <p:sp>
        <p:nvSpPr>
          <p:cNvPr id="24" name="HeadingWithBodyText 15">
            <a:extLst>
              <a:ext uri="{FF2B5EF4-FFF2-40B4-BE49-F238E27FC236}">
                <a16:creationId xmlns:a16="http://schemas.microsoft.com/office/drawing/2014/main" id="{715FC953-26DE-4FA3-AB3D-D9FEDA14C374}"/>
              </a:ext>
            </a:extLst>
          </p:cNvPr>
          <p:cNvSpPr txBox="1">
            <a:spLocks/>
          </p:cNvSpPr>
          <p:nvPr>
            <p:custDataLst>
              <p:tags r:id="rId30"/>
            </p:custDataLst>
          </p:nvPr>
        </p:nvSpPr>
        <p:spPr>
          <a:xfrm>
            <a:off x="554736" y="5942534"/>
            <a:ext cx="6967728" cy="369332"/>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Stay up-to-date with emerging trends and technologies and suggest new approaches to improve efficiency and productivity</a:t>
            </a:r>
          </a:p>
        </p:txBody>
      </p:sp>
      <p:sp>
        <p:nvSpPr>
          <p:cNvPr id="43" name="HeadingWithBodyText 15">
            <a:extLst>
              <a:ext uri="{FF2B5EF4-FFF2-40B4-BE49-F238E27FC236}">
                <a16:creationId xmlns:a16="http://schemas.microsoft.com/office/drawing/2014/main" id="{6CAD6922-F078-49D8-9C4B-D296A9007CAD}"/>
              </a:ext>
            </a:extLst>
          </p:cNvPr>
          <p:cNvSpPr txBox="1">
            <a:spLocks/>
          </p:cNvSpPr>
          <p:nvPr>
            <p:custDataLst>
              <p:tags r:id="rId31"/>
            </p:custDataLst>
          </p:nvPr>
        </p:nvSpPr>
        <p:spPr>
          <a:xfrm>
            <a:off x="8175547" y="6108733"/>
            <a:ext cx="3466941" cy="203133"/>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Excellent communication and collaboration skills</a:t>
            </a:r>
            <a:endParaRPr lang="en-US" sz="1200" b="0" dirty="0"/>
          </a:p>
        </p:txBody>
      </p:sp>
      <p:sp>
        <p:nvSpPr>
          <p:cNvPr id="44" name="HeadingWithBodyText 15">
            <a:extLst>
              <a:ext uri="{FF2B5EF4-FFF2-40B4-BE49-F238E27FC236}">
                <a16:creationId xmlns:a16="http://schemas.microsoft.com/office/drawing/2014/main" id="{CC122442-73E9-4893-AAA1-6A2A03EEE972}"/>
              </a:ext>
            </a:extLst>
          </p:cNvPr>
          <p:cNvSpPr txBox="1">
            <a:spLocks/>
          </p:cNvSpPr>
          <p:nvPr>
            <p:custDataLst>
              <p:tags r:id="rId32"/>
            </p:custDataLst>
          </p:nvPr>
        </p:nvSpPr>
        <p:spPr>
          <a:xfrm>
            <a:off x="8175547" y="2967026"/>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2+ years of experience in web development using Angular and Node.js.</a:t>
            </a:r>
          </a:p>
        </p:txBody>
      </p:sp>
      <p:sp>
        <p:nvSpPr>
          <p:cNvPr id="45" name="HeadingWithBodyText 15">
            <a:extLst>
              <a:ext uri="{FF2B5EF4-FFF2-40B4-BE49-F238E27FC236}">
                <a16:creationId xmlns:a16="http://schemas.microsoft.com/office/drawing/2014/main" id="{CF36F48E-7DFD-4461-98BA-8CBC727E14A5}"/>
              </a:ext>
            </a:extLst>
          </p:cNvPr>
          <p:cNvSpPr txBox="1">
            <a:spLocks/>
          </p:cNvSpPr>
          <p:nvPr>
            <p:custDataLst>
              <p:tags r:id="rId33"/>
            </p:custDataLst>
          </p:nvPr>
        </p:nvSpPr>
        <p:spPr>
          <a:xfrm>
            <a:off x="8175547" y="3521422"/>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2+ years of experience with database technologies such as MySQL, MongoDB, or PostgreSQL.</a:t>
            </a:r>
          </a:p>
        </p:txBody>
      </p:sp>
      <p:sp>
        <p:nvSpPr>
          <p:cNvPr id="46" name="HeadingWithBodyText 15">
            <a:extLst>
              <a:ext uri="{FF2B5EF4-FFF2-40B4-BE49-F238E27FC236}">
                <a16:creationId xmlns:a16="http://schemas.microsoft.com/office/drawing/2014/main" id="{8CD558C8-648E-4874-8508-C6E34FD24100}"/>
              </a:ext>
            </a:extLst>
          </p:cNvPr>
          <p:cNvSpPr txBox="1">
            <a:spLocks/>
          </p:cNvSpPr>
          <p:nvPr>
            <p:custDataLst>
              <p:tags r:id="rId34"/>
            </p:custDataLst>
          </p:nvPr>
        </p:nvSpPr>
        <p:spPr>
          <a:xfrm>
            <a:off x="8175547" y="4075818"/>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Experience with TypeScript, HTML, CSS, Couchbase and JavaScript</a:t>
            </a:r>
            <a:endParaRPr lang="en-NL" sz="1200" b="0" dirty="0">
              <a:effectLst/>
              <a:ea typeface="Times New Roman" panose="02020603050405020304" pitchFamily="18" charset="0"/>
              <a:cs typeface="Times New Roman" panose="02020603050405020304" pitchFamily="18" charset="0"/>
            </a:endParaRPr>
          </a:p>
        </p:txBody>
      </p:sp>
      <p:sp>
        <p:nvSpPr>
          <p:cNvPr id="47" name="HeadingWithBodyText 15">
            <a:extLst>
              <a:ext uri="{FF2B5EF4-FFF2-40B4-BE49-F238E27FC236}">
                <a16:creationId xmlns:a16="http://schemas.microsoft.com/office/drawing/2014/main" id="{263F8BC0-8593-4E29-A708-01119F410BA2}"/>
              </a:ext>
            </a:extLst>
          </p:cNvPr>
          <p:cNvSpPr txBox="1">
            <a:spLocks/>
          </p:cNvSpPr>
          <p:nvPr>
            <p:custDataLst>
              <p:tags r:id="rId35"/>
            </p:custDataLst>
          </p:nvPr>
        </p:nvSpPr>
        <p:spPr>
          <a:xfrm>
            <a:off x="8175547" y="4630214"/>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Familiarity with Git, Jenkins and Agile/DevOps methodologies</a:t>
            </a:r>
            <a:endParaRPr lang="en-NL" sz="1200" b="0" dirty="0">
              <a:effectLst/>
              <a:ea typeface="Times New Roman" panose="02020603050405020304" pitchFamily="18" charset="0"/>
              <a:cs typeface="Times New Roman" panose="02020603050405020304" pitchFamily="18" charset="0"/>
            </a:endParaRPr>
          </a:p>
        </p:txBody>
      </p:sp>
      <p:sp>
        <p:nvSpPr>
          <p:cNvPr id="48" name="HeadingWithBodyText 15">
            <a:extLst>
              <a:ext uri="{FF2B5EF4-FFF2-40B4-BE49-F238E27FC236}">
                <a16:creationId xmlns:a16="http://schemas.microsoft.com/office/drawing/2014/main" id="{CB059EB7-A3AD-447F-8C53-1D2F89AB3CBF}"/>
              </a:ext>
            </a:extLst>
          </p:cNvPr>
          <p:cNvSpPr txBox="1">
            <a:spLocks/>
          </p:cNvSpPr>
          <p:nvPr>
            <p:custDataLst>
              <p:tags r:id="rId36"/>
            </p:custDataLst>
          </p:nvPr>
        </p:nvSpPr>
        <p:spPr>
          <a:xfrm>
            <a:off x="8175547" y="5184610"/>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Strong knowledge of RESTful APIs and server-side development</a:t>
            </a:r>
            <a:endParaRPr lang="en-NL" sz="1200" b="0" dirty="0">
              <a:effectLst/>
              <a:ea typeface="Times New Roman" panose="02020603050405020304" pitchFamily="18" charset="0"/>
              <a:cs typeface="Times New Roman" panose="02020603050405020304" pitchFamily="18" charset="0"/>
            </a:endParaRPr>
          </a:p>
        </p:txBody>
      </p:sp>
      <p:sp>
        <p:nvSpPr>
          <p:cNvPr id="49" name="HeadingWithBodyText 15">
            <a:extLst>
              <a:ext uri="{FF2B5EF4-FFF2-40B4-BE49-F238E27FC236}">
                <a16:creationId xmlns:a16="http://schemas.microsoft.com/office/drawing/2014/main" id="{FD4A3FDB-4D0B-4187-9004-BD8E685778B6}"/>
              </a:ext>
            </a:extLst>
          </p:cNvPr>
          <p:cNvSpPr txBox="1">
            <a:spLocks/>
          </p:cNvSpPr>
          <p:nvPr>
            <p:custDataLst>
              <p:tags r:id="rId37"/>
            </p:custDataLst>
          </p:nvPr>
        </p:nvSpPr>
        <p:spPr>
          <a:xfrm>
            <a:off x="8175547" y="5739006"/>
            <a:ext cx="3466941" cy="203133"/>
          </a:xfrm>
          <a:prstGeom prst="rect">
            <a:avLst/>
          </a:prstGeom>
        </p:spPr>
        <p:txBody>
          <a:bodyPr vert="horz" wrap="square" lIns="0" tIns="0" rIns="0" bIns="18288" rtlCol="0" anchor="b" anchorCtr="0">
            <a:sp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Strong problem-solving skills and attention to detail</a:t>
            </a:r>
          </a:p>
        </p:txBody>
      </p:sp>
      <p:cxnSp>
        <p:nvCxnSpPr>
          <p:cNvPr id="50" name="LineSeparatorStrong 8">
            <a:extLst>
              <a:ext uri="{FF2B5EF4-FFF2-40B4-BE49-F238E27FC236}">
                <a16:creationId xmlns:a16="http://schemas.microsoft.com/office/drawing/2014/main" id="{77ED00E0-2546-42DC-BD6A-E7C02831849A}"/>
              </a:ext>
            </a:extLst>
          </p:cNvPr>
          <p:cNvCxnSpPr>
            <a:cxnSpLocks/>
          </p:cNvCxnSpPr>
          <p:nvPr>
            <p:custDataLst>
              <p:tags r:id="rId38"/>
            </p:custDataLst>
          </p:nvPr>
        </p:nvCxnSpPr>
        <p:spPr>
          <a:xfrm>
            <a:off x="8175547" y="2883727"/>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1" name="LineSeparatorStrong 8">
            <a:extLst>
              <a:ext uri="{FF2B5EF4-FFF2-40B4-BE49-F238E27FC236}">
                <a16:creationId xmlns:a16="http://schemas.microsoft.com/office/drawing/2014/main" id="{38F64229-BF76-4CCD-A595-8CE3E31B2E8E}"/>
              </a:ext>
            </a:extLst>
          </p:cNvPr>
          <p:cNvCxnSpPr>
            <a:cxnSpLocks/>
          </p:cNvCxnSpPr>
          <p:nvPr>
            <p:custDataLst>
              <p:tags r:id="rId39"/>
            </p:custDataLst>
          </p:nvPr>
        </p:nvCxnSpPr>
        <p:spPr>
          <a:xfrm>
            <a:off x="8175547" y="3438123"/>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LineSeparatorStrong 8">
            <a:extLst>
              <a:ext uri="{FF2B5EF4-FFF2-40B4-BE49-F238E27FC236}">
                <a16:creationId xmlns:a16="http://schemas.microsoft.com/office/drawing/2014/main" id="{B1EAC23C-20B7-416E-A295-37A92F996080}"/>
              </a:ext>
            </a:extLst>
          </p:cNvPr>
          <p:cNvCxnSpPr>
            <a:cxnSpLocks/>
          </p:cNvCxnSpPr>
          <p:nvPr>
            <p:custDataLst>
              <p:tags r:id="rId40"/>
            </p:custDataLst>
          </p:nvPr>
        </p:nvCxnSpPr>
        <p:spPr>
          <a:xfrm>
            <a:off x="8175547" y="2329331"/>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LineSeparatorStrong 8">
            <a:extLst>
              <a:ext uri="{FF2B5EF4-FFF2-40B4-BE49-F238E27FC236}">
                <a16:creationId xmlns:a16="http://schemas.microsoft.com/office/drawing/2014/main" id="{95BD4DF1-E15F-428C-8096-221A8E9185DA}"/>
              </a:ext>
            </a:extLst>
          </p:cNvPr>
          <p:cNvCxnSpPr>
            <a:cxnSpLocks/>
          </p:cNvCxnSpPr>
          <p:nvPr>
            <p:custDataLst>
              <p:tags r:id="rId41"/>
            </p:custDataLst>
          </p:nvPr>
        </p:nvCxnSpPr>
        <p:spPr>
          <a:xfrm>
            <a:off x="8175547" y="3992519"/>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LineSeparatorStrong 8">
            <a:extLst>
              <a:ext uri="{FF2B5EF4-FFF2-40B4-BE49-F238E27FC236}">
                <a16:creationId xmlns:a16="http://schemas.microsoft.com/office/drawing/2014/main" id="{5DB742A7-9DD9-4B73-B589-27C091B73F06}"/>
              </a:ext>
            </a:extLst>
          </p:cNvPr>
          <p:cNvCxnSpPr>
            <a:cxnSpLocks/>
          </p:cNvCxnSpPr>
          <p:nvPr>
            <p:custDataLst>
              <p:tags r:id="rId42"/>
            </p:custDataLst>
          </p:nvPr>
        </p:nvCxnSpPr>
        <p:spPr>
          <a:xfrm>
            <a:off x="8175547" y="4546915"/>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5" name="LineSeparatorStrong 8">
            <a:extLst>
              <a:ext uri="{FF2B5EF4-FFF2-40B4-BE49-F238E27FC236}">
                <a16:creationId xmlns:a16="http://schemas.microsoft.com/office/drawing/2014/main" id="{13CB418D-169A-4ACA-AD8B-790A99539657}"/>
              </a:ext>
            </a:extLst>
          </p:cNvPr>
          <p:cNvCxnSpPr>
            <a:cxnSpLocks/>
          </p:cNvCxnSpPr>
          <p:nvPr>
            <p:custDataLst>
              <p:tags r:id="rId43"/>
            </p:custDataLst>
          </p:nvPr>
        </p:nvCxnSpPr>
        <p:spPr>
          <a:xfrm>
            <a:off x="8175547" y="5101311"/>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LineSeparatorStrong 8">
            <a:extLst>
              <a:ext uri="{FF2B5EF4-FFF2-40B4-BE49-F238E27FC236}">
                <a16:creationId xmlns:a16="http://schemas.microsoft.com/office/drawing/2014/main" id="{F6A69B8A-EE27-437D-8DBB-C5DC48D01E69}"/>
              </a:ext>
            </a:extLst>
          </p:cNvPr>
          <p:cNvCxnSpPr>
            <a:cxnSpLocks/>
          </p:cNvCxnSpPr>
          <p:nvPr>
            <p:custDataLst>
              <p:tags r:id="rId44"/>
            </p:custDataLst>
          </p:nvPr>
        </p:nvCxnSpPr>
        <p:spPr>
          <a:xfrm>
            <a:off x="8175547" y="5655707"/>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59" name="CustomIcon">
            <a:extLst>
              <a:ext uri="{FF2B5EF4-FFF2-40B4-BE49-F238E27FC236}">
                <a16:creationId xmlns:a16="http://schemas.microsoft.com/office/drawing/2014/main" id="{45050CE3-FE85-49B3-9AAC-F50AD06AE525}"/>
              </a:ext>
            </a:extLst>
          </p:cNvPr>
          <p:cNvPicPr>
            <a:picLocks noChangeAspect="1"/>
          </p:cNvPicPr>
          <p:nvPr>
            <p:custDataLst>
              <p:tags r:id="rId45"/>
            </p:custDataLst>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7156703" y="1430378"/>
            <a:ext cx="320040" cy="320040"/>
          </a:xfrm>
          <a:prstGeom prst="rect">
            <a:avLst/>
          </a:prstGeom>
        </p:spPr>
      </p:pic>
      <p:pic>
        <p:nvPicPr>
          <p:cNvPr id="61" name="CustomIcon">
            <a:extLst>
              <a:ext uri="{FF2B5EF4-FFF2-40B4-BE49-F238E27FC236}">
                <a16:creationId xmlns:a16="http://schemas.microsoft.com/office/drawing/2014/main" id="{0775069F-DBD3-451F-8CF0-36BA70CBBE19}"/>
              </a:ext>
            </a:extLst>
          </p:cNvPr>
          <p:cNvPicPr>
            <a:picLocks noChangeAspect="1"/>
          </p:cNvPicPr>
          <p:nvPr>
            <p:custDataLst>
              <p:tags r:id="rId46"/>
            </p:custDataLst>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a:off x="11274609" y="1430378"/>
            <a:ext cx="320040" cy="320040"/>
          </a:xfrm>
          <a:prstGeom prst="rect">
            <a:avLst/>
          </a:prstGeom>
        </p:spPr>
      </p:pic>
      <p:cxnSp>
        <p:nvCxnSpPr>
          <p:cNvPr id="11" name="LineSeparatorStrong 8">
            <a:extLst>
              <a:ext uri="{FF2B5EF4-FFF2-40B4-BE49-F238E27FC236}">
                <a16:creationId xmlns:a16="http://schemas.microsoft.com/office/drawing/2014/main" id="{0CD087DD-28F7-E673-F035-2BDA4BACBC56}"/>
              </a:ext>
            </a:extLst>
          </p:cNvPr>
          <p:cNvCxnSpPr>
            <a:cxnSpLocks/>
          </p:cNvCxnSpPr>
          <p:nvPr>
            <p:custDataLst>
              <p:tags r:id="rId47"/>
            </p:custDataLst>
          </p:nvPr>
        </p:nvCxnSpPr>
        <p:spPr>
          <a:xfrm>
            <a:off x="8175547" y="6025438"/>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Sticky">
            <a:extLst>
              <a:ext uri="{FF2B5EF4-FFF2-40B4-BE49-F238E27FC236}">
                <a16:creationId xmlns:a16="http://schemas.microsoft.com/office/drawing/2014/main" id="{345A5EC9-DC83-4FC6-030E-6E9BE6B27019}"/>
              </a:ext>
            </a:extLst>
          </p:cNvPr>
          <p:cNvSpPr/>
          <p:nvPr>
            <p:custDataLst>
              <p:tags r:id="rId48"/>
            </p:custDataLst>
          </p:nvPr>
        </p:nvSpPr>
        <p:spPr>
          <a:xfrm>
            <a:off x="8341895" y="-2597"/>
            <a:ext cx="3850105" cy="620318"/>
          </a:xfrm>
          <a:prstGeom prst="foldedCorner">
            <a:avLst>
              <a:gd name="adj" fmla="val 0"/>
            </a:avLst>
          </a:prstGeom>
          <a:solidFill>
            <a:srgbClr val="FAA08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GB" sz="1050" b="1" dirty="0">
                <a:solidFill>
                  <a:srgbClr val="000000"/>
                </a:solidFill>
              </a:rPr>
              <a:t>Note</a:t>
            </a:r>
            <a:r>
              <a:rPr lang="en-GB" sz="1050" dirty="0">
                <a:solidFill>
                  <a:srgbClr val="000000"/>
                </a:solidFill>
              </a:rPr>
              <a:t>: tech stack included in the role descriptions and interview questions (Angular &amp; Node.js) should be adjusted to match the tech stack of the given context before sharing this material</a:t>
            </a:r>
          </a:p>
        </p:txBody>
      </p:sp>
    </p:spTree>
    <p:extLst>
      <p:ext uri="{BB962C8B-B14F-4D97-AF65-F5344CB8AC3E}">
        <p14:creationId xmlns:p14="http://schemas.microsoft.com/office/powerpoint/2010/main" val="23590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2" hidden="1">
            <a:extLst>
              <a:ext uri="{FF2B5EF4-FFF2-40B4-BE49-F238E27FC236}">
                <a16:creationId xmlns:a16="http://schemas.microsoft.com/office/drawing/2014/main" id="{839C67A1-88B9-497D-8ECB-EF5558F76DF0}"/>
              </a:ext>
            </a:extLst>
          </p:cNvPr>
          <p:cNvGraphicFramePr>
            <a:graphicFrameLocks noChangeAspect="1"/>
          </p:cNvGraphicFramePr>
          <p:nvPr>
            <p:custDataLst>
              <p:tags r:id="rId1"/>
            </p:custDataLst>
            <p:extLst>
              <p:ext uri="{D42A27DB-BD31-4B8C-83A1-F6EECF244321}">
                <p14:modId xmlns:p14="http://schemas.microsoft.com/office/powerpoint/2010/main" val="35310483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1" imgW="473" imgH="473" progId="TCLayout.ActiveDocument.1">
                  <p:embed/>
                </p:oleObj>
              </mc:Choice>
              <mc:Fallback>
                <p:oleObj name="think-cell Slide" r:id="rId51" imgW="473" imgH="473" progId="TCLayout.ActiveDocument.1">
                  <p:embed/>
                  <p:pic>
                    <p:nvPicPr>
                      <p:cNvPr id="10" name="Object 2" hidden="1">
                        <a:extLst>
                          <a:ext uri="{FF2B5EF4-FFF2-40B4-BE49-F238E27FC236}">
                            <a16:creationId xmlns:a16="http://schemas.microsoft.com/office/drawing/2014/main" id="{839C67A1-88B9-497D-8ECB-EF5558F76DF0}"/>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268BF23D-05AC-4921-AB0A-AA2DFAB3BCAE}"/>
              </a:ext>
            </a:extLst>
          </p:cNvPr>
          <p:cNvSpPr>
            <a:spLocks noGrp="1"/>
          </p:cNvSpPr>
          <p:nvPr>
            <p:ph type="title"/>
            <p:custDataLst>
              <p:tags r:id="rId2"/>
            </p:custDataLst>
          </p:nvPr>
        </p:nvSpPr>
        <p:spPr>
          <a:noFill/>
          <a:ln/>
          <a:extLst>
            <a:ext uri="{909E8E84-426E-40DD-AFC4-6F175D3DCCD1}">
              <a14:hiddenFill xmlns:a14="http://schemas.microsoft.com/office/drawing/2010/main">
                <a:solidFill>
                  <a:srgbClr val="FFFFFF"/>
                </a:solidFill>
              </a14:hiddenFill>
            </a:ext>
          </a:extLst>
        </p:spPr>
        <p:txBody>
          <a:bodyPr vert="horz" wrap="square" anchor="t" anchorCtr="0">
            <a:spAutoFit/>
          </a:bodyPr>
          <a:lstStyle/>
          <a:p>
            <a:r>
              <a:rPr lang="en-CA" dirty="0"/>
              <a:t>Senior Full Stack Developer responsibilities and qualifications</a:t>
            </a:r>
          </a:p>
        </p:txBody>
      </p:sp>
      <p:sp>
        <p:nvSpPr>
          <p:cNvPr id="26" name="Text Placeholder 25">
            <a:extLst>
              <a:ext uri="{FF2B5EF4-FFF2-40B4-BE49-F238E27FC236}">
                <a16:creationId xmlns:a16="http://schemas.microsoft.com/office/drawing/2014/main" id="{A65C84CF-B413-A0C4-FD1F-D6F19207A7F5}"/>
              </a:ext>
            </a:extLst>
          </p:cNvPr>
          <p:cNvSpPr>
            <a:spLocks noGrp="1"/>
          </p:cNvSpPr>
          <p:nvPr>
            <p:ph type="body" sz="quarter" idx="18"/>
          </p:nvPr>
        </p:nvSpPr>
        <p:spPr>
          <a:xfrm>
            <a:off x="8173370" y="78768"/>
            <a:ext cx="3466941" cy="123111"/>
          </a:xfrm>
        </p:spPr>
        <p:txBody>
          <a:bodyPr>
            <a:noAutofit/>
          </a:bodyPr>
          <a:lstStyle/>
          <a:p>
            <a:endParaRPr lang="en-CA"/>
          </a:p>
        </p:txBody>
      </p:sp>
      <p:sp>
        <p:nvSpPr>
          <p:cNvPr id="12" name="HeadingWithBodyText 15">
            <a:extLst>
              <a:ext uri="{FF2B5EF4-FFF2-40B4-BE49-F238E27FC236}">
                <a16:creationId xmlns:a16="http://schemas.microsoft.com/office/drawing/2014/main" id="{6316F57A-B7B0-40C5-B135-B4BC11FA4D77}"/>
              </a:ext>
            </a:extLst>
          </p:cNvPr>
          <p:cNvSpPr txBox="1">
            <a:spLocks/>
          </p:cNvSpPr>
          <p:nvPr>
            <p:custDataLst>
              <p:tags r:id="rId3"/>
            </p:custDataLst>
          </p:nvPr>
        </p:nvSpPr>
        <p:spPr>
          <a:xfrm>
            <a:off x="554736" y="1864408"/>
            <a:ext cx="6967728" cy="369332"/>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Design and develop high quality web applications using Angular and Node.js, ensuring smooth user experience with maximum speed and scalability</a:t>
            </a:r>
          </a:p>
        </p:txBody>
      </p:sp>
      <p:sp>
        <p:nvSpPr>
          <p:cNvPr id="38" name="HeadingWithBodyText 15">
            <a:extLst>
              <a:ext uri="{FF2B5EF4-FFF2-40B4-BE49-F238E27FC236}">
                <a16:creationId xmlns:a16="http://schemas.microsoft.com/office/drawing/2014/main" id="{2911D3E6-E2DA-C06D-A5F7-7B1C3D7B5C08}"/>
              </a:ext>
            </a:extLst>
          </p:cNvPr>
          <p:cNvSpPr txBox="1">
            <a:spLocks/>
          </p:cNvSpPr>
          <p:nvPr>
            <p:custDataLst>
              <p:tags r:id="rId4"/>
            </p:custDataLst>
          </p:nvPr>
        </p:nvSpPr>
        <p:spPr>
          <a:xfrm>
            <a:off x="554736" y="1516508"/>
            <a:ext cx="6967728" cy="233910"/>
          </a:xfrm>
          <a:prstGeom prst="rect">
            <a:avLst/>
          </a:prstGeom>
        </p:spPr>
        <p:txBody>
          <a:bodyPr vert="horz" wrap="square" lIns="0" tIns="0" rIns="0" bIns="18288" rtlCol="0" anchor="b"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lvl="1" indent="0">
              <a:buNone/>
            </a:pPr>
            <a:r>
              <a:rPr lang="en-US" sz="1400" b="1" dirty="0"/>
              <a:t>Responsibilities:</a:t>
            </a:r>
          </a:p>
        </p:txBody>
      </p:sp>
      <p:sp>
        <p:nvSpPr>
          <p:cNvPr id="58" name="HeadingWithBodyText 15">
            <a:extLst>
              <a:ext uri="{FF2B5EF4-FFF2-40B4-BE49-F238E27FC236}">
                <a16:creationId xmlns:a16="http://schemas.microsoft.com/office/drawing/2014/main" id="{BF7D085B-267E-4F7A-A3DE-9AD4BA52B085}"/>
              </a:ext>
            </a:extLst>
          </p:cNvPr>
          <p:cNvSpPr txBox="1">
            <a:spLocks/>
          </p:cNvSpPr>
          <p:nvPr>
            <p:custDataLst>
              <p:tags r:id="rId5"/>
            </p:custDataLst>
          </p:nvPr>
        </p:nvSpPr>
        <p:spPr>
          <a:xfrm>
            <a:off x="8175547" y="1516508"/>
            <a:ext cx="3464823" cy="233910"/>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400" dirty="0"/>
              <a:t>Qualifications:</a:t>
            </a:r>
          </a:p>
        </p:txBody>
      </p:sp>
      <p:cxnSp>
        <p:nvCxnSpPr>
          <p:cNvPr id="60" name="LineSeparatorDefault 37">
            <a:extLst>
              <a:ext uri="{FF2B5EF4-FFF2-40B4-BE49-F238E27FC236}">
                <a16:creationId xmlns:a16="http://schemas.microsoft.com/office/drawing/2014/main" id="{FB0AD9F9-CC72-FECE-CD8B-CCAD8BE2BB8A}"/>
              </a:ext>
            </a:extLst>
          </p:cNvPr>
          <p:cNvCxnSpPr>
            <a:cxnSpLocks/>
          </p:cNvCxnSpPr>
          <p:nvPr>
            <p:custDataLst>
              <p:tags r:id="rId6"/>
            </p:custDataLst>
          </p:nvPr>
        </p:nvCxnSpPr>
        <p:spPr>
          <a:xfrm>
            <a:off x="554736" y="1800859"/>
            <a:ext cx="6967728" cy="0"/>
          </a:xfrm>
          <a:prstGeom prst="straightConnector1">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2" name="TopLineRight">
            <a:extLst>
              <a:ext uri="{FF2B5EF4-FFF2-40B4-BE49-F238E27FC236}">
                <a16:creationId xmlns:a16="http://schemas.microsoft.com/office/drawing/2014/main" id="{795BC17F-831C-7D9C-D98B-7ADD9B113B18}"/>
              </a:ext>
            </a:extLst>
          </p:cNvPr>
          <p:cNvCxnSpPr>
            <a:cxnSpLocks/>
          </p:cNvCxnSpPr>
          <p:nvPr/>
        </p:nvCxnSpPr>
        <p:spPr>
          <a:xfrm>
            <a:off x="8175547" y="1800859"/>
            <a:ext cx="346694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63" name="CustomIcon">
            <a:extLst>
              <a:ext uri="{FF2B5EF4-FFF2-40B4-BE49-F238E27FC236}">
                <a16:creationId xmlns:a16="http://schemas.microsoft.com/office/drawing/2014/main" id="{CD8940C1-838A-1734-8D73-F2BCF66608D1}"/>
              </a:ext>
            </a:extLst>
          </p:cNvPr>
          <p:cNvPicPr>
            <a:picLocks noChangeAspect="1"/>
          </p:cNvPicPr>
          <p:nvPr>
            <p:custDataLst>
              <p:tags r:id="rId7"/>
            </p:custDataLst>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7156703" y="1430378"/>
            <a:ext cx="320040" cy="320040"/>
          </a:xfrm>
          <a:prstGeom prst="rect">
            <a:avLst/>
          </a:prstGeom>
        </p:spPr>
      </p:pic>
      <p:pic>
        <p:nvPicPr>
          <p:cNvPr id="64" name="CustomIcon">
            <a:extLst>
              <a:ext uri="{FF2B5EF4-FFF2-40B4-BE49-F238E27FC236}">
                <a16:creationId xmlns:a16="http://schemas.microsoft.com/office/drawing/2014/main" id="{24C1CD46-5FF1-A723-B274-3C05124C5E08}"/>
              </a:ext>
            </a:extLst>
          </p:cNvPr>
          <p:cNvPicPr>
            <a:picLocks noChangeAspect="1"/>
          </p:cNvPicPr>
          <p:nvPr>
            <p:custDataLst>
              <p:tags r:id="rId8"/>
            </p:custDataLst>
          </p:nvPr>
        </p:nvPicPr>
        <p:blipFill>
          <a:blip r:embed="rId55">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a:off x="11274609" y="1430378"/>
            <a:ext cx="320040" cy="320040"/>
          </a:xfrm>
          <a:prstGeom prst="rect">
            <a:avLst/>
          </a:prstGeom>
        </p:spPr>
      </p:pic>
      <p:sp>
        <p:nvSpPr>
          <p:cNvPr id="65" name="HeadingWithBodyText 15">
            <a:extLst>
              <a:ext uri="{FF2B5EF4-FFF2-40B4-BE49-F238E27FC236}">
                <a16:creationId xmlns:a16="http://schemas.microsoft.com/office/drawing/2014/main" id="{47DB42FF-FC19-6C48-F99B-E606F04F3864}"/>
              </a:ext>
            </a:extLst>
          </p:cNvPr>
          <p:cNvSpPr txBox="1">
            <a:spLocks/>
          </p:cNvSpPr>
          <p:nvPr>
            <p:custDataLst>
              <p:tags r:id="rId9"/>
            </p:custDataLst>
          </p:nvPr>
        </p:nvSpPr>
        <p:spPr>
          <a:xfrm>
            <a:off x="554736" y="2386238"/>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Develop and maintain APIs using Node.js</a:t>
            </a:r>
          </a:p>
        </p:txBody>
      </p:sp>
      <p:sp>
        <p:nvSpPr>
          <p:cNvPr id="66" name="HeadingWithBodyText 15">
            <a:extLst>
              <a:ext uri="{FF2B5EF4-FFF2-40B4-BE49-F238E27FC236}">
                <a16:creationId xmlns:a16="http://schemas.microsoft.com/office/drawing/2014/main" id="{BFD3E93F-4ED0-87CF-14B7-0B51E52C34AB}"/>
              </a:ext>
            </a:extLst>
          </p:cNvPr>
          <p:cNvSpPr txBox="1">
            <a:spLocks/>
          </p:cNvSpPr>
          <p:nvPr>
            <p:custDataLst>
              <p:tags r:id="rId10"/>
            </p:custDataLst>
          </p:nvPr>
        </p:nvSpPr>
        <p:spPr>
          <a:xfrm>
            <a:off x="554736" y="2723402"/>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Collaborate with cross-functional teams to identify and prioritize product features</a:t>
            </a:r>
          </a:p>
        </p:txBody>
      </p:sp>
      <p:sp>
        <p:nvSpPr>
          <p:cNvPr id="67" name="HeadingWithBodyText 15">
            <a:extLst>
              <a:ext uri="{FF2B5EF4-FFF2-40B4-BE49-F238E27FC236}">
                <a16:creationId xmlns:a16="http://schemas.microsoft.com/office/drawing/2014/main" id="{643909D1-565B-D518-15D3-287782B9FFDD}"/>
              </a:ext>
            </a:extLst>
          </p:cNvPr>
          <p:cNvSpPr txBox="1">
            <a:spLocks/>
          </p:cNvSpPr>
          <p:nvPr>
            <p:custDataLst>
              <p:tags r:id="rId11"/>
            </p:custDataLst>
          </p:nvPr>
        </p:nvSpPr>
        <p:spPr>
          <a:xfrm>
            <a:off x="554736" y="3060566"/>
            <a:ext cx="6967728" cy="369332"/>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Support the technical analyst with the translation of the Business stories into technical stories taking into account the E2E implementation</a:t>
            </a:r>
          </a:p>
        </p:txBody>
      </p:sp>
      <p:sp>
        <p:nvSpPr>
          <p:cNvPr id="68" name="HeadingWithBodyText 15">
            <a:extLst>
              <a:ext uri="{FF2B5EF4-FFF2-40B4-BE49-F238E27FC236}">
                <a16:creationId xmlns:a16="http://schemas.microsoft.com/office/drawing/2014/main" id="{3E7514DE-89F6-B515-D443-BF954794A254}"/>
              </a:ext>
            </a:extLst>
          </p:cNvPr>
          <p:cNvSpPr txBox="1">
            <a:spLocks/>
          </p:cNvSpPr>
          <p:nvPr>
            <p:custDataLst>
              <p:tags r:id="rId12"/>
            </p:custDataLst>
          </p:nvPr>
        </p:nvSpPr>
        <p:spPr>
          <a:xfrm>
            <a:off x="554736" y="3582396"/>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Challenge the technical analyst with the technical choices made based on your experience</a:t>
            </a:r>
          </a:p>
        </p:txBody>
      </p:sp>
      <p:sp>
        <p:nvSpPr>
          <p:cNvPr id="69" name="HeadingWithBodyText 15">
            <a:extLst>
              <a:ext uri="{FF2B5EF4-FFF2-40B4-BE49-F238E27FC236}">
                <a16:creationId xmlns:a16="http://schemas.microsoft.com/office/drawing/2014/main" id="{2DBB52E0-BCF1-1873-1084-D6330AB2B4F7}"/>
              </a:ext>
            </a:extLst>
          </p:cNvPr>
          <p:cNvSpPr txBox="1">
            <a:spLocks/>
          </p:cNvSpPr>
          <p:nvPr>
            <p:custDataLst>
              <p:tags r:id="rId13"/>
            </p:custDataLst>
          </p:nvPr>
        </p:nvSpPr>
        <p:spPr>
          <a:xfrm>
            <a:off x="554736" y="3919560"/>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Lead / give guidance and technical support to the developers in the team</a:t>
            </a:r>
          </a:p>
        </p:txBody>
      </p:sp>
      <p:sp>
        <p:nvSpPr>
          <p:cNvPr id="70" name="HeadingWithBodyText 15">
            <a:extLst>
              <a:ext uri="{FF2B5EF4-FFF2-40B4-BE49-F238E27FC236}">
                <a16:creationId xmlns:a16="http://schemas.microsoft.com/office/drawing/2014/main" id="{96605A3B-7A99-FEC2-732F-41FDACACB8C7}"/>
              </a:ext>
            </a:extLst>
          </p:cNvPr>
          <p:cNvSpPr txBox="1">
            <a:spLocks/>
          </p:cNvSpPr>
          <p:nvPr>
            <p:custDataLst>
              <p:tags r:id="rId14"/>
            </p:custDataLst>
          </p:nvPr>
        </p:nvSpPr>
        <p:spPr>
          <a:xfrm>
            <a:off x="554736" y="4256724"/>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Take the lead in code reviews to maintain code quality and identify opportunities for improvement</a:t>
            </a:r>
          </a:p>
        </p:txBody>
      </p:sp>
      <p:sp>
        <p:nvSpPr>
          <p:cNvPr id="71" name="HeadingWithBodyText 15">
            <a:extLst>
              <a:ext uri="{FF2B5EF4-FFF2-40B4-BE49-F238E27FC236}">
                <a16:creationId xmlns:a16="http://schemas.microsoft.com/office/drawing/2014/main" id="{0C387A8E-1FB3-4E97-F532-78D62AE91AB6}"/>
              </a:ext>
            </a:extLst>
          </p:cNvPr>
          <p:cNvSpPr txBox="1">
            <a:spLocks/>
          </p:cNvSpPr>
          <p:nvPr>
            <p:custDataLst>
              <p:tags r:id="rId15"/>
            </p:custDataLst>
          </p:nvPr>
        </p:nvSpPr>
        <p:spPr>
          <a:xfrm>
            <a:off x="554736" y="4593888"/>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Participate and contribute to the IT testing of the developed features</a:t>
            </a:r>
          </a:p>
        </p:txBody>
      </p:sp>
      <p:sp>
        <p:nvSpPr>
          <p:cNvPr id="72" name="HeadingWithBodyText 15">
            <a:extLst>
              <a:ext uri="{FF2B5EF4-FFF2-40B4-BE49-F238E27FC236}">
                <a16:creationId xmlns:a16="http://schemas.microsoft.com/office/drawing/2014/main" id="{C422D6BA-13F2-1DD7-82BC-AA9C5C2AAEC7}"/>
              </a:ext>
            </a:extLst>
          </p:cNvPr>
          <p:cNvSpPr txBox="1">
            <a:spLocks/>
          </p:cNvSpPr>
          <p:nvPr>
            <p:custDataLst>
              <p:tags r:id="rId16"/>
            </p:custDataLst>
          </p:nvPr>
        </p:nvSpPr>
        <p:spPr>
          <a:xfrm>
            <a:off x="554736" y="4931052"/>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Troubleshoot and debug applications to ensure smooth performance</a:t>
            </a:r>
          </a:p>
        </p:txBody>
      </p:sp>
      <p:sp>
        <p:nvSpPr>
          <p:cNvPr id="73" name="HeadingWithBodyText 15">
            <a:extLst>
              <a:ext uri="{FF2B5EF4-FFF2-40B4-BE49-F238E27FC236}">
                <a16:creationId xmlns:a16="http://schemas.microsoft.com/office/drawing/2014/main" id="{22A51E53-5AAD-FAA8-978F-B77F97313FFD}"/>
              </a:ext>
            </a:extLst>
          </p:cNvPr>
          <p:cNvSpPr txBox="1">
            <a:spLocks/>
          </p:cNvSpPr>
          <p:nvPr>
            <p:custDataLst>
              <p:tags r:id="rId17"/>
            </p:custDataLst>
          </p:nvPr>
        </p:nvSpPr>
        <p:spPr>
          <a:xfrm>
            <a:off x="554736" y="5268216"/>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Participate in software design meetings and provide recommendations for improvements</a:t>
            </a:r>
          </a:p>
        </p:txBody>
      </p:sp>
      <p:sp>
        <p:nvSpPr>
          <p:cNvPr id="74" name="HeadingWithBodyText 15">
            <a:extLst>
              <a:ext uri="{FF2B5EF4-FFF2-40B4-BE49-F238E27FC236}">
                <a16:creationId xmlns:a16="http://schemas.microsoft.com/office/drawing/2014/main" id="{727FDAEE-3A89-9473-3119-15F2C7E99E25}"/>
              </a:ext>
            </a:extLst>
          </p:cNvPr>
          <p:cNvSpPr txBox="1">
            <a:spLocks/>
          </p:cNvSpPr>
          <p:nvPr>
            <p:custDataLst>
              <p:tags r:id="rId18"/>
            </p:custDataLst>
          </p:nvPr>
        </p:nvSpPr>
        <p:spPr>
          <a:xfrm>
            <a:off x="554736" y="5605380"/>
            <a:ext cx="6967728" cy="184666"/>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Create and maintain technical documentation for all code changes and updates</a:t>
            </a:r>
          </a:p>
        </p:txBody>
      </p:sp>
      <p:cxnSp>
        <p:nvCxnSpPr>
          <p:cNvPr id="75" name="LineSeparatorStrong 8">
            <a:extLst>
              <a:ext uri="{FF2B5EF4-FFF2-40B4-BE49-F238E27FC236}">
                <a16:creationId xmlns:a16="http://schemas.microsoft.com/office/drawing/2014/main" id="{7FA0CDE3-E268-9029-F8E9-4D0B19EF0836}"/>
              </a:ext>
            </a:extLst>
          </p:cNvPr>
          <p:cNvCxnSpPr>
            <a:cxnSpLocks/>
          </p:cNvCxnSpPr>
          <p:nvPr>
            <p:custDataLst>
              <p:tags r:id="rId19"/>
            </p:custDataLst>
          </p:nvPr>
        </p:nvCxnSpPr>
        <p:spPr>
          <a:xfrm>
            <a:off x="554736" y="2309989"/>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6" name="LineSeparatorStrong 8">
            <a:extLst>
              <a:ext uri="{FF2B5EF4-FFF2-40B4-BE49-F238E27FC236}">
                <a16:creationId xmlns:a16="http://schemas.microsoft.com/office/drawing/2014/main" id="{63964B01-3213-3378-F2D7-E98CD652E085}"/>
              </a:ext>
            </a:extLst>
          </p:cNvPr>
          <p:cNvCxnSpPr>
            <a:cxnSpLocks/>
          </p:cNvCxnSpPr>
          <p:nvPr>
            <p:custDataLst>
              <p:tags r:id="rId20"/>
            </p:custDataLst>
          </p:nvPr>
        </p:nvCxnSpPr>
        <p:spPr>
          <a:xfrm>
            <a:off x="554736" y="2984317"/>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LineSeparatorStrong 8">
            <a:extLst>
              <a:ext uri="{FF2B5EF4-FFF2-40B4-BE49-F238E27FC236}">
                <a16:creationId xmlns:a16="http://schemas.microsoft.com/office/drawing/2014/main" id="{C2A52C4A-0F83-3500-5A46-4634DCA47F27}"/>
              </a:ext>
            </a:extLst>
          </p:cNvPr>
          <p:cNvCxnSpPr>
            <a:cxnSpLocks/>
          </p:cNvCxnSpPr>
          <p:nvPr>
            <p:custDataLst>
              <p:tags r:id="rId21"/>
            </p:custDataLst>
          </p:nvPr>
        </p:nvCxnSpPr>
        <p:spPr>
          <a:xfrm>
            <a:off x="554736" y="3506147"/>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8" name="LineSeparatorStrong 8">
            <a:extLst>
              <a:ext uri="{FF2B5EF4-FFF2-40B4-BE49-F238E27FC236}">
                <a16:creationId xmlns:a16="http://schemas.microsoft.com/office/drawing/2014/main" id="{1C07B866-5DD8-57CA-C7AE-9B321BABF4DE}"/>
              </a:ext>
            </a:extLst>
          </p:cNvPr>
          <p:cNvCxnSpPr>
            <a:cxnSpLocks/>
          </p:cNvCxnSpPr>
          <p:nvPr>
            <p:custDataLst>
              <p:tags r:id="rId22"/>
            </p:custDataLst>
          </p:nvPr>
        </p:nvCxnSpPr>
        <p:spPr>
          <a:xfrm>
            <a:off x="554736" y="3843311"/>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9" name="LineSeparatorStrong 8">
            <a:extLst>
              <a:ext uri="{FF2B5EF4-FFF2-40B4-BE49-F238E27FC236}">
                <a16:creationId xmlns:a16="http://schemas.microsoft.com/office/drawing/2014/main" id="{A5C9102F-00CA-4F1C-EED1-54CC300BCCE7}"/>
              </a:ext>
            </a:extLst>
          </p:cNvPr>
          <p:cNvCxnSpPr>
            <a:cxnSpLocks/>
          </p:cNvCxnSpPr>
          <p:nvPr>
            <p:custDataLst>
              <p:tags r:id="rId23"/>
            </p:custDataLst>
          </p:nvPr>
        </p:nvCxnSpPr>
        <p:spPr>
          <a:xfrm>
            <a:off x="554736" y="4180475"/>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0" name="LineSeparatorStrong 8">
            <a:extLst>
              <a:ext uri="{FF2B5EF4-FFF2-40B4-BE49-F238E27FC236}">
                <a16:creationId xmlns:a16="http://schemas.microsoft.com/office/drawing/2014/main" id="{5F0D74AE-74DB-B5BC-36AA-B08BDD3378B5}"/>
              </a:ext>
            </a:extLst>
          </p:cNvPr>
          <p:cNvCxnSpPr>
            <a:cxnSpLocks/>
          </p:cNvCxnSpPr>
          <p:nvPr>
            <p:custDataLst>
              <p:tags r:id="rId24"/>
            </p:custDataLst>
          </p:nvPr>
        </p:nvCxnSpPr>
        <p:spPr>
          <a:xfrm>
            <a:off x="554736" y="4517639"/>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1" name="LineSeparatorStrong 8">
            <a:extLst>
              <a:ext uri="{FF2B5EF4-FFF2-40B4-BE49-F238E27FC236}">
                <a16:creationId xmlns:a16="http://schemas.microsoft.com/office/drawing/2014/main" id="{7E1AA5EF-7448-560D-1227-6D4D679F4F78}"/>
              </a:ext>
            </a:extLst>
          </p:cNvPr>
          <p:cNvCxnSpPr>
            <a:cxnSpLocks/>
          </p:cNvCxnSpPr>
          <p:nvPr>
            <p:custDataLst>
              <p:tags r:id="rId25"/>
            </p:custDataLst>
          </p:nvPr>
        </p:nvCxnSpPr>
        <p:spPr>
          <a:xfrm>
            <a:off x="554736" y="4854803"/>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2" name="LineSeparatorStrong 8">
            <a:extLst>
              <a:ext uri="{FF2B5EF4-FFF2-40B4-BE49-F238E27FC236}">
                <a16:creationId xmlns:a16="http://schemas.microsoft.com/office/drawing/2014/main" id="{AACC59C4-6F60-4366-A0D6-D8D78CE0A0C1}"/>
              </a:ext>
            </a:extLst>
          </p:cNvPr>
          <p:cNvCxnSpPr>
            <a:cxnSpLocks/>
          </p:cNvCxnSpPr>
          <p:nvPr>
            <p:custDataLst>
              <p:tags r:id="rId26"/>
            </p:custDataLst>
          </p:nvPr>
        </p:nvCxnSpPr>
        <p:spPr>
          <a:xfrm>
            <a:off x="554736" y="5191967"/>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3" name="LineSeparatorStrong 8">
            <a:extLst>
              <a:ext uri="{FF2B5EF4-FFF2-40B4-BE49-F238E27FC236}">
                <a16:creationId xmlns:a16="http://schemas.microsoft.com/office/drawing/2014/main" id="{1F68470E-C15C-BA98-3BED-8A6E7E3F21DE}"/>
              </a:ext>
            </a:extLst>
          </p:cNvPr>
          <p:cNvCxnSpPr>
            <a:cxnSpLocks/>
          </p:cNvCxnSpPr>
          <p:nvPr>
            <p:custDataLst>
              <p:tags r:id="rId27"/>
            </p:custDataLst>
          </p:nvPr>
        </p:nvCxnSpPr>
        <p:spPr>
          <a:xfrm>
            <a:off x="554736" y="5529131"/>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LineSeparatorStrong 8">
            <a:extLst>
              <a:ext uri="{FF2B5EF4-FFF2-40B4-BE49-F238E27FC236}">
                <a16:creationId xmlns:a16="http://schemas.microsoft.com/office/drawing/2014/main" id="{44AFDBB0-AAEC-DCD3-0BE2-6E830FDD4A17}"/>
              </a:ext>
            </a:extLst>
          </p:cNvPr>
          <p:cNvCxnSpPr>
            <a:cxnSpLocks/>
          </p:cNvCxnSpPr>
          <p:nvPr>
            <p:custDataLst>
              <p:tags r:id="rId28"/>
            </p:custDataLst>
          </p:nvPr>
        </p:nvCxnSpPr>
        <p:spPr>
          <a:xfrm>
            <a:off x="554736" y="5866295"/>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5" name="LineSeparatorStrong 8">
            <a:extLst>
              <a:ext uri="{FF2B5EF4-FFF2-40B4-BE49-F238E27FC236}">
                <a16:creationId xmlns:a16="http://schemas.microsoft.com/office/drawing/2014/main" id="{4426B42D-3892-C9DD-82B9-3F4D017BCE4C}"/>
              </a:ext>
            </a:extLst>
          </p:cNvPr>
          <p:cNvCxnSpPr>
            <a:cxnSpLocks/>
          </p:cNvCxnSpPr>
          <p:nvPr>
            <p:custDataLst>
              <p:tags r:id="rId29"/>
            </p:custDataLst>
          </p:nvPr>
        </p:nvCxnSpPr>
        <p:spPr>
          <a:xfrm>
            <a:off x="554736" y="2647153"/>
            <a:ext cx="6967728"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6" name="HeadingWithBodyText 15">
            <a:extLst>
              <a:ext uri="{FF2B5EF4-FFF2-40B4-BE49-F238E27FC236}">
                <a16:creationId xmlns:a16="http://schemas.microsoft.com/office/drawing/2014/main" id="{AB0C3ADE-1F77-FCE2-BCD3-172549D4E5B9}"/>
              </a:ext>
            </a:extLst>
          </p:cNvPr>
          <p:cNvSpPr txBox="1">
            <a:spLocks/>
          </p:cNvSpPr>
          <p:nvPr>
            <p:custDataLst>
              <p:tags r:id="rId30"/>
            </p:custDataLst>
          </p:nvPr>
        </p:nvSpPr>
        <p:spPr>
          <a:xfrm>
            <a:off x="554736" y="5942534"/>
            <a:ext cx="6967728" cy="369332"/>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Stay up-to-date with emerging trends and technologies and suggest new approaches to improve efficiency and productivity</a:t>
            </a:r>
          </a:p>
        </p:txBody>
      </p:sp>
      <p:sp>
        <p:nvSpPr>
          <p:cNvPr id="109" name="HeadingWithBodyText 15">
            <a:extLst>
              <a:ext uri="{FF2B5EF4-FFF2-40B4-BE49-F238E27FC236}">
                <a16:creationId xmlns:a16="http://schemas.microsoft.com/office/drawing/2014/main" id="{52C1AFB9-9E6B-0B7E-8E06-5D690D4AC2F9}"/>
              </a:ext>
            </a:extLst>
          </p:cNvPr>
          <p:cNvSpPr txBox="1">
            <a:spLocks/>
          </p:cNvSpPr>
          <p:nvPr>
            <p:custDataLst>
              <p:tags r:id="rId31"/>
            </p:custDataLst>
          </p:nvPr>
        </p:nvSpPr>
        <p:spPr>
          <a:xfrm>
            <a:off x="8175547" y="1858234"/>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Bachelor's degree in Computer Science or related field</a:t>
            </a:r>
            <a:endParaRPr lang="en-NL" sz="1200" b="0" dirty="0">
              <a:ea typeface="Times New Roman" panose="02020603050405020304" pitchFamily="18" charset="0"/>
              <a:cs typeface="Times New Roman" panose="02020603050405020304" pitchFamily="18" charset="0"/>
            </a:endParaRPr>
          </a:p>
        </p:txBody>
      </p:sp>
      <p:sp>
        <p:nvSpPr>
          <p:cNvPr id="110" name="HeadingWithBodyText 15">
            <a:extLst>
              <a:ext uri="{FF2B5EF4-FFF2-40B4-BE49-F238E27FC236}">
                <a16:creationId xmlns:a16="http://schemas.microsoft.com/office/drawing/2014/main" id="{2A18C33D-81C6-1518-7B41-477CBB4A9F4A}"/>
              </a:ext>
            </a:extLst>
          </p:cNvPr>
          <p:cNvSpPr txBox="1">
            <a:spLocks/>
          </p:cNvSpPr>
          <p:nvPr>
            <p:custDataLst>
              <p:tags r:id="rId32"/>
            </p:custDataLst>
          </p:nvPr>
        </p:nvSpPr>
        <p:spPr>
          <a:xfrm>
            <a:off x="8175547" y="2412630"/>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4-7years of total professional Full-Stack Web Development experience</a:t>
            </a:r>
          </a:p>
        </p:txBody>
      </p:sp>
      <p:sp>
        <p:nvSpPr>
          <p:cNvPr id="111" name="HeadingWithBodyText 15">
            <a:extLst>
              <a:ext uri="{FF2B5EF4-FFF2-40B4-BE49-F238E27FC236}">
                <a16:creationId xmlns:a16="http://schemas.microsoft.com/office/drawing/2014/main" id="{5ED31E5F-8353-C28B-2303-BECAA1810007}"/>
              </a:ext>
            </a:extLst>
          </p:cNvPr>
          <p:cNvSpPr txBox="1">
            <a:spLocks/>
          </p:cNvSpPr>
          <p:nvPr>
            <p:custDataLst>
              <p:tags r:id="rId33"/>
            </p:custDataLst>
          </p:nvPr>
        </p:nvSpPr>
        <p:spPr>
          <a:xfrm>
            <a:off x="8175547" y="6108733"/>
            <a:ext cx="3466941" cy="203133"/>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Excellent communication and collaboration skills</a:t>
            </a:r>
            <a:endParaRPr lang="en-US" sz="1200" b="0" dirty="0"/>
          </a:p>
        </p:txBody>
      </p:sp>
      <p:sp>
        <p:nvSpPr>
          <p:cNvPr id="112" name="HeadingWithBodyText 15">
            <a:extLst>
              <a:ext uri="{FF2B5EF4-FFF2-40B4-BE49-F238E27FC236}">
                <a16:creationId xmlns:a16="http://schemas.microsoft.com/office/drawing/2014/main" id="{9889AFAF-3A4F-5B67-43C5-5A287EFE371E}"/>
              </a:ext>
            </a:extLst>
          </p:cNvPr>
          <p:cNvSpPr txBox="1">
            <a:spLocks/>
          </p:cNvSpPr>
          <p:nvPr>
            <p:custDataLst>
              <p:tags r:id="rId34"/>
            </p:custDataLst>
          </p:nvPr>
        </p:nvSpPr>
        <p:spPr>
          <a:xfrm>
            <a:off x="8175547" y="2967026"/>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a typeface="Times New Roman" panose="02020603050405020304" pitchFamily="18" charset="0"/>
                <a:cs typeface="Times New Roman" panose="02020603050405020304" pitchFamily="18" charset="0"/>
              </a:rPr>
              <a:t>4</a:t>
            </a:r>
            <a:r>
              <a:rPr lang="en-GB" sz="1200" b="0" dirty="0">
                <a:effectLst/>
                <a:ea typeface="Times New Roman" panose="02020603050405020304" pitchFamily="18" charset="0"/>
                <a:cs typeface="Times New Roman" panose="02020603050405020304" pitchFamily="18" charset="0"/>
              </a:rPr>
              <a:t>+ years of experience in web development using Angular and Node.js.</a:t>
            </a:r>
          </a:p>
        </p:txBody>
      </p:sp>
      <p:sp>
        <p:nvSpPr>
          <p:cNvPr id="113" name="HeadingWithBodyText 15">
            <a:extLst>
              <a:ext uri="{FF2B5EF4-FFF2-40B4-BE49-F238E27FC236}">
                <a16:creationId xmlns:a16="http://schemas.microsoft.com/office/drawing/2014/main" id="{33EA77CC-A83A-2BE3-1F21-25528F221FAF}"/>
              </a:ext>
            </a:extLst>
          </p:cNvPr>
          <p:cNvSpPr txBox="1">
            <a:spLocks/>
          </p:cNvSpPr>
          <p:nvPr>
            <p:custDataLst>
              <p:tags r:id="rId35"/>
            </p:custDataLst>
          </p:nvPr>
        </p:nvSpPr>
        <p:spPr>
          <a:xfrm>
            <a:off x="8175547" y="3521422"/>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a typeface="Times New Roman" panose="02020603050405020304" pitchFamily="18" charset="0"/>
                <a:cs typeface="Times New Roman" panose="02020603050405020304" pitchFamily="18" charset="0"/>
              </a:rPr>
              <a:t>3</a:t>
            </a:r>
            <a:r>
              <a:rPr lang="en-GB" sz="1200" b="0" dirty="0">
                <a:effectLst/>
                <a:ea typeface="Times New Roman" panose="02020603050405020304" pitchFamily="18" charset="0"/>
                <a:cs typeface="Times New Roman" panose="02020603050405020304" pitchFamily="18" charset="0"/>
              </a:rPr>
              <a:t>+ years of experience with database technologies such as MySQL, MongoDB, or PostgreSQL.</a:t>
            </a:r>
          </a:p>
        </p:txBody>
      </p:sp>
      <p:sp>
        <p:nvSpPr>
          <p:cNvPr id="114" name="HeadingWithBodyText 15">
            <a:extLst>
              <a:ext uri="{FF2B5EF4-FFF2-40B4-BE49-F238E27FC236}">
                <a16:creationId xmlns:a16="http://schemas.microsoft.com/office/drawing/2014/main" id="{B6ADEF9C-9155-4E82-8B4E-FAEF3AA49F87}"/>
              </a:ext>
            </a:extLst>
          </p:cNvPr>
          <p:cNvSpPr txBox="1">
            <a:spLocks/>
          </p:cNvSpPr>
          <p:nvPr>
            <p:custDataLst>
              <p:tags r:id="rId36"/>
            </p:custDataLst>
          </p:nvPr>
        </p:nvSpPr>
        <p:spPr>
          <a:xfrm>
            <a:off x="8175547" y="4075818"/>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Experience with TypeScript, HTML, CSS, Couchbase and JavaScript</a:t>
            </a:r>
            <a:endParaRPr lang="en-NL" sz="1200" b="0" dirty="0">
              <a:effectLst/>
              <a:ea typeface="Times New Roman" panose="02020603050405020304" pitchFamily="18" charset="0"/>
              <a:cs typeface="Times New Roman" panose="02020603050405020304" pitchFamily="18" charset="0"/>
            </a:endParaRPr>
          </a:p>
        </p:txBody>
      </p:sp>
      <p:sp>
        <p:nvSpPr>
          <p:cNvPr id="115" name="HeadingWithBodyText 15">
            <a:extLst>
              <a:ext uri="{FF2B5EF4-FFF2-40B4-BE49-F238E27FC236}">
                <a16:creationId xmlns:a16="http://schemas.microsoft.com/office/drawing/2014/main" id="{4F05F7CD-35AB-8FE5-8AFA-0BAE4D09D3F1}"/>
              </a:ext>
            </a:extLst>
          </p:cNvPr>
          <p:cNvSpPr txBox="1">
            <a:spLocks/>
          </p:cNvSpPr>
          <p:nvPr>
            <p:custDataLst>
              <p:tags r:id="rId37"/>
            </p:custDataLst>
          </p:nvPr>
        </p:nvSpPr>
        <p:spPr>
          <a:xfrm>
            <a:off x="8175547" y="4630214"/>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Familiarity with Git, Jenkins and Agile/DevOps methodologies</a:t>
            </a:r>
            <a:endParaRPr lang="en-NL" sz="1200" b="0" dirty="0">
              <a:effectLst/>
              <a:ea typeface="Times New Roman" panose="02020603050405020304" pitchFamily="18" charset="0"/>
              <a:cs typeface="Times New Roman" panose="02020603050405020304" pitchFamily="18" charset="0"/>
            </a:endParaRPr>
          </a:p>
        </p:txBody>
      </p:sp>
      <p:sp>
        <p:nvSpPr>
          <p:cNvPr id="116" name="HeadingWithBodyText 15">
            <a:extLst>
              <a:ext uri="{FF2B5EF4-FFF2-40B4-BE49-F238E27FC236}">
                <a16:creationId xmlns:a16="http://schemas.microsoft.com/office/drawing/2014/main" id="{D189728B-F8BA-CD11-DF37-81FC367DE0AE}"/>
              </a:ext>
            </a:extLst>
          </p:cNvPr>
          <p:cNvSpPr txBox="1">
            <a:spLocks/>
          </p:cNvSpPr>
          <p:nvPr>
            <p:custDataLst>
              <p:tags r:id="rId38"/>
            </p:custDataLst>
          </p:nvPr>
        </p:nvSpPr>
        <p:spPr>
          <a:xfrm>
            <a:off x="8175547" y="5184610"/>
            <a:ext cx="3466941" cy="387798"/>
          </a:xfrm>
          <a:prstGeom prst="rect">
            <a:avLst/>
          </a:prstGeom>
        </p:spPr>
        <p:txBody>
          <a:bodyPr vert="horz" wrap="square" lIns="0" tIns="0" rIns="0" bIns="18288" rtlCol="0" anchor="b" anchorCtr="0">
            <a:no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Strong knowledge of RESTful APIs and server-side development</a:t>
            </a:r>
            <a:endParaRPr lang="en-NL" sz="1200" b="0" dirty="0">
              <a:effectLst/>
              <a:ea typeface="Times New Roman" panose="02020603050405020304" pitchFamily="18" charset="0"/>
              <a:cs typeface="Times New Roman" panose="02020603050405020304" pitchFamily="18" charset="0"/>
            </a:endParaRPr>
          </a:p>
        </p:txBody>
      </p:sp>
      <p:sp>
        <p:nvSpPr>
          <p:cNvPr id="117" name="HeadingWithBodyText 15">
            <a:extLst>
              <a:ext uri="{FF2B5EF4-FFF2-40B4-BE49-F238E27FC236}">
                <a16:creationId xmlns:a16="http://schemas.microsoft.com/office/drawing/2014/main" id="{4824271D-4990-6FF0-99B2-4BC9F2381393}"/>
              </a:ext>
            </a:extLst>
          </p:cNvPr>
          <p:cNvSpPr txBox="1">
            <a:spLocks/>
          </p:cNvSpPr>
          <p:nvPr>
            <p:custDataLst>
              <p:tags r:id="rId39"/>
            </p:custDataLst>
          </p:nvPr>
        </p:nvSpPr>
        <p:spPr>
          <a:xfrm>
            <a:off x="8175547" y="5739006"/>
            <a:ext cx="3466941" cy="203133"/>
          </a:xfrm>
          <a:prstGeom prst="rect">
            <a:avLst/>
          </a:prstGeom>
        </p:spPr>
        <p:txBody>
          <a:bodyPr vert="horz" wrap="square" lIns="0" tIns="0" rIns="0" bIns="18288" rtlCol="0" anchor="b" anchorCtr="0">
            <a:spAutoFit/>
          </a:bodyPr>
          <a:lstStyle>
            <a:defPPr>
              <a:defRPr lang="en-US"/>
            </a:defPPr>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0" lvl="1" indent="0">
              <a:lnSpc>
                <a:spcPct val="100000"/>
              </a:lnSpc>
              <a:spcBef>
                <a:spcPts val="0"/>
              </a:spcBef>
              <a:spcAft>
                <a:spcPts val="300"/>
              </a:spcAft>
              <a:buClr>
                <a:schemeClr val="tx1"/>
              </a:buClr>
              <a:buSzPct val="110000"/>
              <a:buFont typeface="Wingdings" panose="05000000000000000000" pitchFamily="2" charset="2"/>
              <a:buNone/>
              <a:defRPr sz="1600" b="1"/>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sz="160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sz="160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Aft>
                <a:spcPts val="850"/>
              </a:spcAft>
            </a:pPr>
            <a:r>
              <a:rPr lang="en-GB" sz="1200" b="0" dirty="0">
                <a:effectLst/>
                <a:ea typeface="Times New Roman" panose="02020603050405020304" pitchFamily="18" charset="0"/>
                <a:cs typeface="Times New Roman" panose="02020603050405020304" pitchFamily="18" charset="0"/>
              </a:rPr>
              <a:t>Strong problem-solving skills and attention to detail</a:t>
            </a:r>
          </a:p>
        </p:txBody>
      </p:sp>
      <p:cxnSp>
        <p:nvCxnSpPr>
          <p:cNvPr id="118" name="LineSeparatorStrong 8">
            <a:extLst>
              <a:ext uri="{FF2B5EF4-FFF2-40B4-BE49-F238E27FC236}">
                <a16:creationId xmlns:a16="http://schemas.microsoft.com/office/drawing/2014/main" id="{D1F66114-2B4A-B17C-C02A-704D506E30D5}"/>
              </a:ext>
            </a:extLst>
          </p:cNvPr>
          <p:cNvCxnSpPr>
            <a:cxnSpLocks/>
          </p:cNvCxnSpPr>
          <p:nvPr>
            <p:custDataLst>
              <p:tags r:id="rId40"/>
            </p:custDataLst>
          </p:nvPr>
        </p:nvCxnSpPr>
        <p:spPr>
          <a:xfrm>
            <a:off x="8175547" y="2883727"/>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9" name="LineSeparatorStrong 8">
            <a:extLst>
              <a:ext uri="{FF2B5EF4-FFF2-40B4-BE49-F238E27FC236}">
                <a16:creationId xmlns:a16="http://schemas.microsoft.com/office/drawing/2014/main" id="{6B96D2A9-19EC-04F0-183B-80770D8B7CD8}"/>
              </a:ext>
            </a:extLst>
          </p:cNvPr>
          <p:cNvCxnSpPr>
            <a:cxnSpLocks/>
          </p:cNvCxnSpPr>
          <p:nvPr>
            <p:custDataLst>
              <p:tags r:id="rId41"/>
            </p:custDataLst>
          </p:nvPr>
        </p:nvCxnSpPr>
        <p:spPr>
          <a:xfrm>
            <a:off x="8175547" y="3438123"/>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0" name="LineSeparatorStrong 8">
            <a:extLst>
              <a:ext uri="{FF2B5EF4-FFF2-40B4-BE49-F238E27FC236}">
                <a16:creationId xmlns:a16="http://schemas.microsoft.com/office/drawing/2014/main" id="{F9560F18-34E4-98FA-7985-064AF387C36E}"/>
              </a:ext>
            </a:extLst>
          </p:cNvPr>
          <p:cNvCxnSpPr>
            <a:cxnSpLocks/>
          </p:cNvCxnSpPr>
          <p:nvPr>
            <p:custDataLst>
              <p:tags r:id="rId42"/>
            </p:custDataLst>
          </p:nvPr>
        </p:nvCxnSpPr>
        <p:spPr>
          <a:xfrm>
            <a:off x="8175547" y="2329331"/>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1" name="LineSeparatorStrong 8">
            <a:extLst>
              <a:ext uri="{FF2B5EF4-FFF2-40B4-BE49-F238E27FC236}">
                <a16:creationId xmlns:a16="http://schemas.microsoft.com/office/drawing/2014/main" id="{6360A938-E568-6622-27FB-42404D84CE11}"/>
              </a:ext>
            </a:extLst>
          </p:cNvPr>
          <p:cNvCxnSpPr>
            <a:cxnSpLocks/>
          </p:cNvCxnSpPr>
          <p:nvPr>
            <p:custDataLst>
              <p:tags r:id="rId43"/>
            </p:custDataLst>
          </p:nvPr>
        </p:nvCxnSpPr>
        <p:spPr>
          <a:xfrm>
            <a:off x="8175547" y="3992519"/>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2" name="LineSeparatorStrong 8">
            <a:extLst>
              <a:ext uri="{FF2B5EF4-FFF2-40B4-BE49-F238E27FC236}">
                <a16:creationId xmlns:a16="http://schemas.microsoft.com/office/drawing/2014/main" id="{EDD6CF91-29F2-A3D7-DBBE-FF4B1BFB1CC8}"/>
              </a:ext>
            </a:extLst>
          </p:cNvPr>
          <p:cNvCxnSpPr>
            <a:cxnSpLocks/>
          </p:cNvCxnSpPr>
          <p:nvPr>
            <p:custDataLst>
              <p:tags r:id="rId44"/>
            </p:custDataLst>
          </p:nvPr>
        </p:nvCxnSpPr>
        <p:spPr>
          <a:xfrm>
            <a:off x="8175547" y="4546915"/>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3" name="LineSeparatorStrong 8">
            <a:extLst>
              <a:ext uri="{FF2B5EF4-FFF2-40B4-BE49-F238E27FC236}">
                <a16:creationId xmlns:a16="http://schemas.microsoft.com/office/drawing/2014/main" id="{917595F7-33D5-2CC7-5E86-C92077C3D5CF}"/>
              </a:ext>
            </a:extLst>
          </p:cNvPr>
          <p:cNvCxnSpPr>
            <a:cxnSpLocks/>
          </p:cNvCxnSpPr>
          <p:nvPr>
            <p:custDataLst>
              <p:tags r:id="rId45"/>
            </p:custDataLst>
          </p:nvPr>
        </p:nvCxnSpPr>
        <p:spPr>
          <a:xfrm>
            <a:off x="8175547" y="5101311"/>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4" name="LineSeparatorStrong 8">
            <a:extLst>
              <a:ext uri="{FF2B5EF4-FFF2-40B4-BE49-F238E27FC236}">
                <a16:creationId xmlns:a16="http://schemas.microsoft.com/office/drawing/2014/main" id="{9D1D4E83-FC99-BFC9-A375-84F85CBB2E5B}"/>
              </a:ext>
            </a:extLst>
          </p:cNvPr>
          <p:cNvCxnSpPr>
            <a:cxnSpLocks/>
          </p:cNvCxnSpPr>
          <p:nvPr>
            <p:custDataLst>
              <p:tags r:id="rId46"/>
            </p:custDataLst>
          </p:nvPr>
        </p:nvCxnSpPr>
        <p:spPr>
          <a:xfrm>
            <a:off x="8175547" y="5655707"/>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5" name="LineSeparatorStrong 8">
            <a:extLst>
              <a:ext uri="{FF2B5EF4-FFF2-40B4-BE49-F238E27FC236}">
                <a16:creationId xmlns:a16="http://schemas.microsoft.com/office/drawing/2014/main" id="{A9519970-4650-18B6-DE24-6A81FFB5741B}"/>
              </a:ext>
            </a:extLst>
          </p:cNvPr>
          <p:cNvCxnSpPr>
            <a:cxnSpLocks/>
          </p:cNvCxnSpPr>
          <p:nvPr>
            <p:custDataLst>
              <p:tags r:id="rId47"/>
            </p:custDataLst>
          </p:nvPr>
        </p:nvCxnSpPr>
        <p:spPr>
          <a:xfrm>
            <a:off x="8175547" y="6025438"/>
            <a:ext cx="3466941" cy="0"/>
          </a:xfrm>
          <a:prstGeom prst="straightConnector1">
            <a:avLst/>
          </a:prstGeom>
          <a:ln w="6350" cap="sq">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Sticky">
            <a:extLst>
              <a:ext uri="{FF2B5EF4-FFF2-40B4-BE49-F238E27FC236}">
                <a16:creationId xmlns:a16="http://schemas.microsoft.com/office/drawing/2014/main" id="{B22BBFE0-EE5B-B860-F98E-D393ACB7A8EF}"/>
              </a:ext>
            </a:extLst>
          </p:cNvPr>
          <p:cNvSpPr/>
          <p:nvPr>
            <p:custDataLst>
              <p:tags r:id="rId48"/>
            </p:custDataLst>
          </p:nvPr>
        </p:nvSpPr>
        <p:spPr>
          <a:xfrm>
            <a:off x="8341895" y="-2597"/>
            <a:ext cx="3850105" cy="620318"/>
          </a:xfrm>
          <a:prstGeom prst="foldedCorner">
            <a:avLst>
              <a:gd name="adj" fmla="val 0"/>
            </a:avLst>
          </a:prstGeom>
          <a:solidFill>
            <a:srgbClr val="FAA08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GB" sz="1050" b="1" dirty="0">
                <a:solidFill>
                  <a:srgbClr val="000000"/>
                </a:solidFill>
              </a:rPr>
              <a:t>Note</a:t>
            </a:r>
            <a:r>
              <a:rPr lang="en-GB" sz="1050" dirty="0">
                <a:solidFill>
                  <a:srgbClr val="000000"/>
                </a:solidFill>
              </a:rPr>
              <a:t>: tech stack included in the role descriptions and interview questions (Angular &amp; Node.js) should be adjusted to match the tech stack of the given context before sharing this material</a:t>
            </a:r>
          </a:p>
        </p:txBody>
      </p:sp>
    </p:spTree>
    <p:extLst>
      <p:ext uri="{BB962C8B-B14F-4D97-AF65-F5344CB8AC3E}">
        <p14:creationId xmlns:p14="http://schemas.microsoft.com/office/powerpoint/2010/main" val="4291121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4A9F9F3B-9E76-40AA-1E7D-6D5E8BA8A2AE}"/>
              </a:ext>
            </a:extLst>
          </p:cNvPr>
          <p:cNvGraphicFramePr>
            <a:graphicFrameLocks noChangeAspect="1"/>
          </p:cNvGraphicFramePr>
          <p:nvPr>
            <p:custDataLst>
              <p:tags r:id="rId1"/>
            </p:custDataLst>
            <p:extLst>
              <p:ext uri="{D42A27DB-BD31-4B8C-83A1-F6EECF244321}">
                <p14:modId xmlns:p14="http://schemas.microsoft.com/office/powerpoint/2010/main" val="32461935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11" name="Object 10" hidden="1">
                        <a:extLst>
                          <a:ext uri="{FF2B5EF4-FFF2-40B4-BE49-F238E27FC236}">
                            <a16:creationId xmlns:a16="http://schemas.microsoft.com/office/drawing/2014/main" id="{4A9F9F3B-9E76-40AA-1E7D-6D5E8BA8A2AE}"/>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F7F495D4-3DC5-132B-0ACE-11322FCAF718}"/>
              </a:ext>
            </a:extLst>
          </p:cNvPr>
          <p:cNvSpPr txBox="1"/>
          <p:nvPr/>
        </p:nvSpPr>
        <p:spPr>
          <a:xfrm>
            <a:off x="4896196" y="6658495"/>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NL" sz="1600" dirty="0"/>
          </a:p>
        </p:txBody>
      </p:sp>
      <p:sp>
        <p:nvSpPr>
          <p:cNvPr id="3" name="Title 2">
            <a:extLst>
              <a:ext uri="{FF2B5EF4-FFF2-40B4-BE49-F238E27FC236}">
                <a16:creationId xmlns:a16="http://schemas.microsoft.com/office/drawing/2014/main" id="{D3B5C67E-1847-2913-4716-D41A54C13977}"/>
              </a:ext>
            </a:extLst>
          </p:cNvPr>
          <p:cNvSpPr>
            <a:spLocks noGrp="1"/>
          </p:cNvSpPr>
          <p:nvPr>
            <p:ph type="title"/>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NL" dirty="0"/>
              <a:t>Recruiter </a:t>
            </a:r>
            <a:r>
              <a:rPr lang="en-NL"/>
              <a:t>phone screen</a:t>
            </a:r>
            <a:r>
              <a:rPr lang="en-US" dirty="0"/>
              <a:t>: interview questions &amp; assessment </a:t>
            </a:r>
            <a:endParaRPr lang="en-NL" dirty="0"/>
          </a:p>
        </p:txBody>
      </p:sp>
      <p:sp>
        <p:nvSpPr>
          <p:cNvPr id="6" name="Text Placeholder 5">
            <a:extLst>
              <a:ext uri="{FF2B5EF4-FFF2-40B4-BE49-F238E27FC236}">
                <a16:creationId xmlns:a16="http://schemas.microsoft.com/office/drawing/2014/main" id="{6812A133-643C-E53D-E075-851A59285446}"/>
              </a:ext>
            </a:extLst>
          </p:cNvPr>
          <p:cNvSpPr>
            <a:spLocks noGrp="1"/>
          </p:cNvSpPr>
          <p:nvPr>
            <p:ph type="body" sz="quarter" idx="17"/>
          </p:nvPr>
        </p:nvSpPr>
        <p:spPr/>
        <p:txBody>
          <a:bodyPr/>
          <a:lstStyle/>
          <a:p>
            <a:endParaRPr lang="en-GB"/>
          </a:p>
        </p:txBody>
      </p:sp>
      <p:cxnSp>
        <p:nvCxnSpPr>
          <p:cNvPr id="38" name="Straight Connector 37">
            <a:extLst>
              <a:ext uri="{FF2B5EF4-FFF2-40B4-BE49-F238E27FC236}">
                <a16:creationId xmlns:a16="http://schemas.microsoft.com/office/drawing/2014/main" id="{49986E2D-836D-DC49-A137-FF9FF4A75EF6}"/>
              </a:ext>
            </a:extLst>
          </p:cNvPr>
          <p:cNvCxnSpPr>
            <a:cxnSpLocks/>
          </p:cNvCxnSpPr>
          <p:nvPr/>
        </p:nvCxnSpPr>
        <p:spPr bwMode="gray">
          <a:xfrm flipV="1">
            <a:off x="3798282" y="1578318"/>
            <a:ext cx="4404965" cy="1308"/>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58B0951-F789-A64C-A543-05E77DE6578A}"/>
              </a:ext>
            </a:extLst>
          </p:cNvPr>
          <p:cNvSpPr txBox="1">
            <a:spLocks/>
          </p:cNvSpPr>
          <p:nvPr/>
        </p:nvSpPr>
        <p:spPr bwMode="gray">
          <a:xfrm>
            <a:off x="3798282" y="1323786"/>
            <a:ext cx="4404965" cy="232867"/>
          </a:xfrm>
          <a:prstGeom prst="rect">
            <a:avLst/>
          </a:prstGeom>
        </p:spPr>
        <p:txBody>
          <a:bodyPr vert="horz" wrap="square" lIns="0" tIns="0" rIns="0" bIns="18288" rtlCol="0" anchor="b">
            <a:spAutoFit/>
          </a:bodyPr>
          <a:lstStyle>
            <a:lvl1pPr marL="0" lvl="0" indent="0" defTabSz="895350" eaLnBrk="1" latinLnBrk="0" hangingPunct="1">
              <a:buClr>
                <a:schemeClr val="tx2"/>
              </a:buClr>
              <a:buSzPct val="100000"/>
              <a:defRPr lang="en-US" baseline="0" dirty="0">
                <a:latin typeface="+mn-lt"/>
              </a:defRPr>
            </a:lvl1pPr>
            <a:lvl2pPr marL="194400" lvl="1" indent="-190800" defTabSz="895350" eaLnBrk="1" latinLnBrk="0" hangingPunct="1">
              <a:buClr>
                <a:schemeClr val="tx2"/>
              </a:buClr>
              <a:buSzPct val="125000"/>
              <a:buFont typeface="Arial" charset="0"/>
              <a:buChar char="▪"/>
              <a:defRPr lang="en-US" baseline="0" dirty="0">
                <a:latin typeface="+mn-lt"/>
              </a:defRPr>
            </a:lvl2pPr>
            <a:lvl3pPr marL="446400" lvl="2" indent="-248400" defTabSz="895350" eaLnBrk="1" latinLnBrk="0" hangingPunct="1">
              <a:buClr>
                <a:schemeClr val="tx2"/>
              </a:buClr>
              <a:buSzPct val="120000"/>
              <a:buFont typeface="Arial" charset="0"/>
              <a:buChar char="–"/>
              <a:defRPr lang="en-US" baseline="0" dirty="0">
                <a:latin typeface="+mn-lt"/>
              </a:defRPr>
            </a:lvl3pPr>
            <a:lvl4pPr marL="615600" lvl="3" indent="-154800" defTabSz="895350" eaLnBrk="1" latinLnBrk="0" hangingPunct="1">
              <a:buClr>
                <a:schemeClr val="tx2"/>
              </a:buClr>
              <a:buSzPct val="120000"/>
              <a:buFont typeface="Arial" charset="0"/>
              <a:buChar char="▫"/>
              <a:defRPr lang="en-US" baseline="0" dirty="0">
                <a:latin typeface="+mn-lt"/>
              </a:defRPr>
            </a:lvl4pPr>
            <a:lvl5pPr marL="748800" lvl="4" indent="-129600" defTabSz="895350" eaLnBrk="1" latinLnBrk="0" hangingPunct="1">
              <a:buClr>
                <a:schemeClr val="tx2"/>
              </a:buClr>
              <a:buSzPct val="89000"/>
              <a:buFont typeface="Arial" charset="0"/>
              <a:buChar char="-"/>
              <a:defRPr lang="en-US"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a:buClr>
                <a:schemeClr val="tx1"/>
              </a:buClr>
            </a:pPr>
            <a:r>
              <a:rPr lang="en-US" sz="1400" b="1" dirty="0"/>
              <a:t>Initial Domain Expertise</a:t>
            </a:r>
          </a:p>
        </p:txBody>
      </p:sp>
      <p:sp>
        <p:nvSpPr>
          <p:cNvPr id="12" name="TextBox 11">
            <a:extLst>
              <a:ext uri="{FF2B5EF4-FFF2-40B4-BE49-F238E27FC236}">
                <a16:creationId xmlns:a16="http://schemas.microsoft.com/office/drawing/2014/main" id="{C20AF500-AE6A-4BBD-98EA-64EC86AA6BB4}"/>
              </a:ext>
            </a:extLst>
          </p:cNvPr>
          <p:cNvSpPr txBox="1">
            <a:spLocks/>
          </p:cNvSpPr>
          <p:nvPr>
            <p:custDataLst>
              <p:tags r:id="rId2"/>
            </p:custDataLst>
          </p:nvPr>
        </p:nvSpPr>
        <p:spPr>
          <a:xfrm>
            <a:off x="3798282" y="1644880"/>
            <a:ext cx="4404965" cy="4263517"/>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10000"/>
              </a:spcBef>
            </a:pPr>
            <a:r>
              <a:rPr lang="en-US" sz="1200" dirty="0"/>
              <a:t>Walk us through a project that you are particularly proud of. What was the team makeup, your role, and impact?</a:t>
            </a:r>
          </a:p>
          <a:p>
            <a:pPr lvl="1">
              <a:spcBef>
                <a:spcPct val="10000"/>
              </a:spcBef>
            </a:pPr>
            <a:r>
              <a:rPr lang="en-US" sz="1200" dirty="0"/>
              <a:t>Check if they have experience with the following technologies:</a:t>
            </a:r>
          </a:p>
          <a:p>
            <a:pPr lvl="2">
              <a:spcBef>
                <a:spcPct val="5000"/>
              </a:spcBef>
            </a:pPr>
            <a:r>
              <a:rPr lang="en-GB" sz="1200" dirty="0"/>
              <a:t>JavaScript / TypeScript </a:t>
            </a:r>
          </a:p>
          <a:p>
            <a:pPr lvl="2">
              <a:spcBef>
                <a:spcPct val="5000"/>
              </a:spcBef>
            </a:pPr>
            <a:r>
              <a:rPr lang="en-GB" sz="1200" dirty="0"/>
              <a:t>HTML / CSS / Angular / </a:t>
            </a:r>
            <a:r>
              <a:rPr lang="en-GB" sz="1200" dirty="0" err="1"/>
              <a:t>Node.JS</a:t>
            </a:r>
            <a:r>
              <a:rPr lang="en-GB" sz="1200" dirty="0"/>
              <a:t> / Express / </a:t>
            </a:r>
            <a:r>
              <a:rPr lang="en-GB" sz="1200" dirty="0" err="1"/>
              <a:t>NestJS</a:t>
            </a:r>
            <a:r>
              <a:rPr lang="en-GB" sz="1200" dirty="0"/>
              <a:t>/ </a:t>
            </a:r>
          </a:p>
          <a:p>
            <a:pPr lvl="2">
              <a:spcBef>
                <a:spcPct val="5000"/>
              </a:spcBef>
            </a:pPr>
            <a:r>
              <a:rPr lang="en-GB" sz="1200" dirty="0"/>
              <a:t>MySQL / Couchbase</a:t>
            </a:r>
          </a:p>
          <a:p>
            <a:pPr lvl="2">
              <a:spcBef>
                <a:spcPct val="5000"/>
              </a:spcBef>
            </a:pPr>
            <a:r>
              <a:rPr lang="en-GB" sz="1200" dirty="0"/>
              <a:t>Gitlab CI / Jenkins pipelines</a:t>
            </a:r>
          </a:p>
          <a:p>
            <a:pPr lvl="2">
              <a:spcBef>
                <a:spcPct val="5000"/>
              </a:spcBef>
            </a:pPr>
            <a:r>
              <a:rPr lang="en-GB" sz="1200" dirty="0"/>
              <a:t>Testing frameworks (Jest / Cypress / Playwright)</a:t>
            </a:r>
          </a:p>
          <a:p>
            <a:pPr lvl="2">
              <a:spcBef>
                <a:spcPct val="5000"/>
              </a:spcBef>
            </a:pPr>
            <a:r>
              <a:rPr lang="en-GB" sz="1200" dirty="0"/>
              <a:t>Headless CMS (e.g. </a:t>
            </a:r>
            <a:r>
              <a:rPr lang="en-GB" sz="1200" dirty="0" err="1"/>
              <a:t>Contentful</a:t>
            </a:r>
            <a:r>
              <a:rPr lang="en-GB" sz="1200" dirty="0"/>
              <a:t>) – </a:t>
            </a:r>
            <a:r>
              <a:rPr lang="en-GB" sz="1200" b="1" dirty="0"/>
              <a:t>OPTIONAL</a:t>
            </a:r>
            <a:endParaRPr lang="en-GB" sz="1200" dirty="0"/>
          </a:p>
          <a:p>
            <a:pPr lvl="1">
              <a:spcBef>
                <a:spcPct val="10000"/>
              </a:spcBef>
            </a:pPr>
            <a:r>
              <a:rPr lang="en-US" sz="1200" dirty="0"/>
              <a:t>Would you identify more as a frontend, backend or full-stack engineer? Please give some examples why.</a:t>
            </a:r>
          </a:p>
          <a:p>
            <a:pPr lvl="1">
              <a:spcBef>
                <a:spcPct val="10000"/>
              </a:spcBef>
            </a:pPr>
            <a:r>
              <a:rPr lang="en-US" sz="1200" dirty="0"/>
              <a:t>What has been your experience with Agile product development in the past? How familiar are you with scrum?</a:t>
            </a:r>
          </a:p>
          <a:p>
            <a:pPr lvl="1">
              <a:spcBef>
                <a:spcPct val="10000"/>
              </a:spcBef>
            </a:pPr>
            <a:r>
              <a:rPr lang="en-US" sz="1200" dirty="0"/>
              <a:t>Do you have experience leading a team? Have you ever coached other developers (code reviews, pair-programming)?</a:t>
            </a:r>
          </a:p>
          <a:p>
            <a:pPr lvl="1">
              <a:spcBef>
                <a:spcPct val="10000"/>
              </a:spcBef>
            </a:pPr>
            <a:r>
              <a:rPr lang="en-US" sz="1200" dirty="0"/>
              <a:t>Do you have experience with concepts like CI/CD, DevOps and (Private) Cloud Infrastructure?</a:t>
            </a:r>
          </a:p>
          <a:p>
            <a:pPr lvl="1">
              <a:spcBef>
                <a:spcPct val="10000"/>
              </a:spcBef>
            </a:pPr>
            <a:r>
              <a:rPr lang="en-US" sz="1200" dirty="0"/>
              <a:t>How do you stay up to date on digital trends and technologies? (side projects, contributing to Open Source, …)</a:t>
            </a:r>
          </a:p>
        </p:txBody>
      </p:sp>
      <p:sp>
        <p:nvSpPr>
          <p:cNvPr id="7" name="TextBox 6">
            <a:extLst>
              <a:ext uri="{FF2B5EF4-FFF2-40B4-BE49-F238E27FC236}">
                <a16:creationId xmlns:a16="http://schemas.microsoft.com/office/drawing/2014/main" id="{CB1F0743-20F8-4D44-844D-4E654F85331D}"/>
              </a:ext>
            </a:extLst>
          </p:cNvPr>
          <p:cNvSpPr txBox="1">
            <a:spLocks/>
          </p:cNvSpPr>
          <p:nvPr/>
        </p:nvSpPr>
        <p:spPr bwMode="gray">
          <a:xfrm>
            <a:off x="565525" y="1323786"/>
            <a:ext cx="2721864" cy="232867"/>
          </a:xfrm>
          <a:prstGeom prst="rect">
            <a:avLst/>
          </a:prstGeom>
        </p:spPr>
        <p:txBody>
          <a:bodyPr vert="horz" wrap="square" lIns="0" tIns="0" rIns="0" bIns="18288" rtlCol="0" anchor="b">
            <a:spAutoFit/>
          </a:bodyPr>
          <a:lstStyle>
            <a:lvl1pPr marL="0" lvl="0" indent="0" defTabSz="895350" eaLnBrk="1" latinLnBrk="0" hangingPunct="1">
              <a:buClr>
                <a:schemeClr val="tx2"/>
              </a:buClr>
              <a:buSzPct val="100000"/>
              <a:defRPr lang="en-US" baseline="0" dirty="0">
                <a:latin typeface="+mn-lt"/>
              </a:defRPr>
            </a:lvl1pPr>
            <a:lvl2pPr marL="194400" lvl="1" indent="-190800" defTabSz="895350" eaLnBrk="1" latinLnBrk="0" hangingPunct="1">
              <a:buClr>
                <a:schemeClr val="tx2"/>
              </a:buClr>
              <a:buSzPct val="125000"/>
              <a:buFont typeface="Arial" charset="0"/>
              <a:buChar char="▪"/>
              <a:defRPr lang="en-US" baseline="0" dirty="0">
                <a:latin typeface="+mn-lt"/>
              </a:defRPr>
            </a:lvl2pPr>
            <a:lvl3pPr marL="446400" lvl="2" indent="-248400" defTabSz="895350" eaLnBrk="1" latinLnBrk="0" hangingPunct="1">
              <a:buClr>
                <a:schemeClr val="tx2"/>
              </a:buClr>
              <a:buSzPct val="120000"/>
              <a:buFont typeface="Arial" charset="0"/>
              <a:buChar char="–"/>
              <a:defRPr lang="en-US" baseline="0" dirty="0">
                <a:latin typeface="+mn-lt"/>
              </a:defRPr>
            </a:lvl3pPr>
            <a:lvl4pPr marL="615600" lvl="3" indent="-154800" defTabSz="895350" eaLnBrk="1" latinLnBrk="0" hangingPunct="1">
              <a:buClr>
                <a:schemeClr val="tx2"/>
              </a:buClr>
              <a:buSzPct val="120000"/>
              <a:buFont typeface="Arial" charset="0"/>
              <a:buChar char="▫"/>
              <a:defRPr lang="en-US" baseline="0" dirty="0">
                <a:latin typeface="+mn-lt"/>
              </a:defRPr>
            </a:lvl4pPr>
            <a:lvl5pPr marL="748800" lvl="4" indent="-129600" defTabSz="895350" eaLnBrk="1" latinLnBrk="0" hangingPunct="1">
              <a:buClr>
                <a:schemeClr val="tx2"/>
              </a:buClr>
              <a:buSzPct val="89000"/>
              <a:buFont typeface="Arial" charset="0"/>
              <a:buChar char="-"/>
              <a:defRPr lang="en-US"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a:buClr>
                <a:schemeClr val="tx1"/>
              </a:buClr>
            </a:pPr>
            <a:r>
              <a:rPr lang="en-US" sz="1400" b="1" dirty="0" err="1"/>
              <a:t>XCorp</a:t>
            </a:r>
            <a:r>
              <a:rPr lang="en-US" sz="1400" b="1" dirty="0"/>
              <a:t> Fit</a:t>
            </a:r>
          </a:p>
        </p:txBody>
      </p:sp>
      <p:cxnSp>
        <p:nvCxnSpPr>
          <p:cNvPr id="8" name="Straight Connector 7">
            <a:extLst>
              <a:ext uri="{FF2B5EF4-FFF2-40B4-BE49-F238E27FC236}">
                <a16:creationId xmlns:a16="http://schemas.microsoft.com/office/drawing/2014/main" id="{AB4C8743-2192-D441-9DF4-49A15D7F44BA}"/>
              </a:ext>
            </a:extLst>
          </p:cNvPr>
          <p:cNvCxnSpPr>
            <a:cxnSpLocks/>
          </p:cNvCxnSpPr>
          <p:nvPr/>
        </p:nvCxnSpPr>
        <p:spPr bwMode="gray">
          <a:xfrm>
            <a:off x="565525" y="1579626"/>
            <a:ext cx="2721864" cy="0"/>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B2918EE-3BE2-4B2C-9CEE-BC39CFF4062A}"/>
              </a:ext>
            </a:extLst>
          </p:cNvPr>
          <p:cNvSpPr txBox="1">
            <a:spLocks/>
          </p:cNvSpPr>
          <p:nvPr>
            <p:custDataLst>
              <p:tags r:id="rId3"/>
            </p:custDataLst>
          </p:nvPr>
        </p:nvSpPr>
        <p:spPr>
          <a:xfrm>
            <a:off x="565525" y="1644880"/>
            <a:ext cx="2721864" cy="3054682"/>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ct val="10000"/>
              </a:spcBef>
            </a:pPr>
            <a:r>
              <a:rPr lang="en-US" sz="1200" dirty="0"/>
              <a:t>What do you know about </a:t>
            </a:r>
            <a:r>
              <a:rPr lang="en-US" sz="1200" dirty="0" err="1"/>
              <a:t>XCorp</a:t>
            </a:r>
            <a:r>
              <a:rPr lang="en-US" sz="1200" dirty="0"/>
              <a:t>?</a:t>
            </a:r>
          </a:p>
          <a:p>
            <a:pPr lvl="1">
              <a:spcBef>
                <a:spcPct val="10000"/>
              </a:spcBef>
            </a:pPr>
            <a:r>
              <a:rPr lang="en-US" sz="1200" dirty="0"/>
              <a:t>What do you find interesting and excites you about working in the XXX industry?</a:t>
            </a:r>
          </a:p>
          <a:p>
            <a:pPr lvl="1">
              <a:spcBef>
                <a:spcPct val="10000"/>
              </a:spcBef>
            </a:pPr>
            <a:r>
              <a:rPr lang="en-US" sz="1200" dirty="0"/>
              <a:t>Tell me about a time you worked in an agile environment. What did you like about it? What did you not like? </a:t>
            </a:r>
          </a:p>
          <a:p>
            <a:pPr lvl="1">
              <a:spcBef>
                <a:spcPct val="10000"/>
              </a:spcBef>
            </a:pPr>
            <a:r>
              <a:rPr lang="en-US" sz="1200" dirty="0"/>
              <a:t>How would you define success in your work? </a:t>
            </a:r>
          </a:p>
          <a:p>
            <a:pPr lvl="1">
              <a:spcBef>
                <a:spcPct val="10000"/>
              </a:spcBef>
            </a:pPr>
            <a:r>
              <a:rPr lang="en-US" sz="1200" dirty="0"/>
              <a:t>Tell me about your experience working with both large and small teams. </a:t>
            </a:r>
            <a:endParaRPr lang="en-GB" sz="1200" dirty="0"/>
          </a:p>
          <a:p>
            <a:pPr lvl="1">
              <a:spcBef>
                <a:spcPct val="10000"/>
              </a:spcBef>
            </a:pPr>
            <a:r>
              <a:rPr lang="en-US" sz="1200" dirty="0"/>
              <a:t>Additional HR Related Questions: (e.g. salary expectations, notice period, interview availability, etc.)</a:t>
            </a:r>
            <a:endParaRPr lang="en-GB" sz="1200" dirty="0"/>
          </a:p>
        </p:txBody>
      </p:sp>
      <p:sp>
        <p:nvSpPr>
          <p:cNvPr id="28" name="TextBox 27">
            <a:extLst>
              <a:ext uri="{FF2B5EF4-FFF2-40B4-BE49-F238E27FC236}">
                <a16:creationId xmlns:a16="http://schemas.microsoft.com/office/drawing/2014/main" id="{45D858CE-631C-4E4D-9A64-0C942A1D91CC}"/>
              </a:ext>
            </a:extLst>
          </p:cNvPr>
          <p:cNvSpPr txBox="1">
            <a:spLocks/>
          </p:cNvSpPr>
          <p:nvPr/>
        </p:nvSpPr>
        <p:spPr bwMode="gray">
          <a:xfrm>
            <a:off x="8724900" y="1323786"/>
            <a:ext cx="2912335" cy="232867"/>
          </a:xfrm>
          <a:prstGeom prst="rect">
            <a:avLst/>
          </a:prstGeom>
        </p:spPr>
        <p:txBody>
          <a:bodyPr vert="horz" wrap="square" lIns="0" tIns="0" rIns="0" bIns="18288" rtlCol="0" anchor="b">
            <a:spAutoFit/>
          </a:bodyPr>
          <a:lstStyle>
            <a:lvl1pPr marL="0" lvl="0" indent="0" defTabSz="895350" eaLnBrk="1" latinLnBrk="0" hangingPunct="1">
              <a:buClr>
                <a:schemeClr val="tx2"/>
              </a:buClr>
              <a:buSzPct val="100000"/>
              <a:defRPr lang="en-US" baseline="0" dirty="0">
                <a:latin typeface="+mn-lt"/>
              </a:defRPr>
            </a:lvl1pPr>
            <a:lvl2pPr marL="194400" lvl="1" indent="-190800" defTabSz="895350" eaLnBrk="1" latinLnBrk="0" hangingPunct="1">
              <a:buClr>
                <a:schemeClr val="tx2"/>
              </a:buClr>
              <a:buSzPct val="125000"/>
              <a:buFont typeface="Arial" charset="0"/>
              <a:buChar char="▪"/>
              <a:defRPr lang="en-US" baseline="0" dirty="0">
                <a:latin typeface="+mn-lt"/>
              </a:defRPr>
            </a:lvl2pPr>
            <a:lvl3pPr marL="446400" lvl="2" indent="-248400" defTabSz="895350" eaLnBrk="1" latinLnBrk="0" hangingPunct="1">
              <a:buClr>
                <a:schemeClr val="tx2"/>
              </a:buClr>
              <a:buSzPct val="120000"/>
              <a:buFont typeface="Arial" charset="0"/>
              <a:buChar char="–"/>
              <a:defRPr lang="en-US" baseline="0" dirty="0">
                <a:latin typeface="+mn-lt"/>
              </a:defRPr>
            </a:lvl3pPr>
            <a:lvl4pPr marL="615600" lvl="3" indent="-154800" defTabSz="895350" eaLnBrk="1" latinLnBrk="0" hangingPunct="1">
              <a:buClr>
                <a:schemeClr val="tx2"/>
              </a:buClr>
              <a:buSzPct val="120000"/>
              <a:buFont typeface="Arial" charset="0"/>
              <a:buChar char="▫"/>
              <a:defRPr lang="en-US" baseline="0" dirty="0">
                <a:latin typeface="+mn-lt"/>
              </a:defRPr>
            </a:lvl4pPr>
            <a:lvl5pPr marL="748800" lvl="4" indent="-129600" defTabSz="895350" eaLnBrk="1" latinLnBrk="0" hangingPunct="1">
              <a:buClr>
                <a:schemeClr val="tx2"/>
              </a:buClr>
              <a:buSzPct val="89000"/>
              <a:buFont typeface="Arial" charset="0"/>
              <a:buChar char="-"/>
              <a:defRPr lang="en-US"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a:buClr>
                <a:schemeClr val="tx1"/>
              </a:buClr>
            </a:pPr>
            <a:r>
              <a:rPr lang="en-US" sz="1400" b="1" dirty="0"/>
              <a:t>Assessment</a:t>
            </a:r>
          </a:p>
        </p:txBody>
      </p:sp>
      <p:cxnSp>
        <p:nvCxnSpPr>
          <p:cNvPr id="29" name="Straight Connector 28">
            <a:extLst>
              <a:ext uri="{FF2B5EF4-FFF2-40B4-BE49-F238E27FC236}">
                <a16:creationId xmlns:a16="http://schemas.microsoft.com/office/drawing/2014/main" id="{DCC8DEEA-9D04-DC4A-884D-1E1AC447801F}"/>
              </a:ext>
            </a:extLst>
          </p:cNvPr>
          <p:cNvCxnSpPr>
            <a:cxnSpLocks/>
          </p:cNvCxnSpPr>
          <p:nvPr/>
        </p:nvCxnSpPr>
        <p:spPr bwMode="gray">
          <a:xfrm>
            <a:off x="8724900" y="1579626"/>
            <a:ext cx="2912335" cy="0"/>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A801D1F-1E1A-49D6-B91B-A37A0E518AC4}"/>
              </a:ext>
            </a:extLst>
          </p:cNvPr>
          <p:cNvSpPr txBox="1">
            <a:spLocks/>
          </p:cNvSpPr>
          <p:nvPr/>
        </p:nvSpPr>
        <p:spPr>
          <a:xfrm>
            <a:off x="8729663" y="4768155"/>
            <a:ext cx="2966344" cy="1107996"/>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Theoretical knowledge of software engineering principles and extremely limited/ no experience in full-stack engineering, architecture or DevOps. May not have mentored team members in the past</a:t>
            </a:r>
            <a:endParaRPr lang="en-GB" sz="1200" dirty="0"/>
          </a:p>
        </p:txBody>
      </p:sp>
      <p:sp>
        <p:nvSpPr>
          <p:cNvPr id="42" name="TextBox 41">
            <a:extLst>
              <a:ext uri="{FF2B5EF4-FFF2-40B4-BE49-F238E27FC236}">
                <a16:creationId xmlns:a16="http://schemas.microsoft.com/office/drawing/2014/main" id="{A2942304-8F4F-41AC-BD46-8AF896F23E41}"/>
              </a:ext>
            </a:extLst>
          </p:cNvPr>
          <p:cNvSpPr txBox="1">
            <a:spLocks/>
          </p:cNvSpPr>
          <p:nvPr/>
        </p:nvSpPr>
        <p:spPr>
          <a:xfrm>
            <a:off x="8714140" y="3339290"/>
            <a:ext cx="2912335" cy="1103055"/>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Shows good understanding of agile software development principles. Has full  experience with spike on either frontend or backend. Limited experience in architecture and DevOps. Builds strong relationships with team members</a:t>
            </a:r>
            <a:endParaRPr lang="en-GB" sz="1200" dirty="0"/>
          </a:p>
        </p:txBody>
      </p:sp>
      <p:sp>
        <p:nvSpPr>
          <p:cNvPr id="43" name="TextBox 42">
            <a:extLst>
              <a:ext uri="{FF2B5EF4-FFF2-40B4-BE49-F238E27FC236}">
                <a16:creationId xmlns:a16="http://schemas.microsoft.com/office/drawing/2014/main" id="{F4314113-20C3-4D69-9589-6A6379544FCE}"/>
              </a:ext>
            </a:extLst>
          </p:cNvPr>
          <p:cNvSpPr txBox="1">
            <a:spLocks/>
          </p:cNvSpPr>
          <p:nvPr/>
        </p:nvSpPr>
        <p:spPr>
          <a:xfrm>
            <a:off x="8724900" y="1910425"/>
            <a:ext cx="2912335" cy="1103055"/>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Seasoned software engineer with deep agile mindset. Thorough understanding of full stack development. Strong portfolio of work demonstrating ownership and eagerness to learn/innovate. Is looked at as a mentor and leader by peers</a:t>
            </a:r>
            <a:endParaRPr lang="en-GB" sz="1200" dirty="0"/>
          </a:p>
        </p:txBody>
      </p:sp>
      <p:grpSp>
        <p:nvGrpSpPr>
          <p:cNvPr id="202" name="Group 201">
            <a:extLst>
              <a:ext uri="{FF2B5EF4-FFF2-40B4-BE49-F238E27FC236}">
                <a16:creationId xmlns:a16="http://schemas.microsoft.com/office/drawing/2014/main" id="{67279EF4-D0D5-47E6-AC92-17B79D470D30}"/>
              </a:ext>
            </a:extLst>
          </p:cNvPr>
          <p:cNvGrpSpPr/>
          <p:nvPr/>
        </p:nvGrpSpPr>
        <p:grpSpPr>
          <a:xfrm>
            <a:off x="658373" y="4739373"/>
            <a:ext cx="1798292" cy="1402325"/>
            <a:chOff x="658373" y="5287684"/>
            <a:chExt cx="1183128" cy="922615"/>
          </a:xfrm>
        </p:grpSpPr>
        <p:sp>
          <p:nvSpPr>
            <p:cNvPr id="47" name="Freeform: Shape 46">
              <a:extLst>
                <a:ext uri="{FF2B5EF4-FFF2-40B4-BE49-F238E27FC236}">
                  <a16:creationId xmlns:a16="http://schemas.microsoft.com/office/drawing/2014/main" id="{1C615385-E577-4341-8253-4748D7A54450}"/>
                </a:ext>
              </a:extLst>
            </p:cNvPr>
            <p:cNvSpPr/>
            <p:nvPr/>
          </p:nvSpPr>
          <p:spPr>
            <a:xfrm>
              <a:off x="658373" y="6145555"/>
              <a:ext cx="32017" cy="32017"/>
            </a:xfrm>
            <a:custGeom>
              <a:avLst/>
              <a:gdLst>
                <a:gd name="connsiteX0" fmla="*/ 11430 w 95250"/>
                <a:gd name="connsiteY0" fmla="*/ 65151 h 95250"/>
                <a:gd name="connsiteX1" fmla="*/ 0 w 95250"/>
                <a:gd name="connsiteY1" fmla="*/ 93059 h 95250"/>
                <a:gd name="connsiteX2" fmla="*/ 98108 w 95250"/>
                <a:gd name="connsiteY2" fmla="*/ 99346 h 95250"/>
                <a:gd name="connsiteX3" fmla="*/ 71057 w 95250"/>
                <a:gd name="connsiteY3" fmla="*/ 72485 h 95250"/>
                <a:gd name="connsiteX4" fmla="*/ 40577 w 95250"/>
                <a:gd name="connsiteY4" fmla="*/ 58007 h 95250"/>
                <a:gd name="connsiteX5" fmla="*/ 55055 w 95250"/>
                <a:gd name="connsiteY5" fmla="*/ 16764 h 95250"/>
                <a:gd name="connsiteX6" fmla="*/ 19907 w 95250"/>
                <a:gd name="connsiteY6" fmla="*/ 0 h 95250"/>
                <a:gd name="connsiteX7" fmla="*/ 11430 w 95250"/>
                <a:gd name="connsiteY7" fmla="*/ 65151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95250">
                  <a:moveTo>
                    <a:pt x="11430" y="65151"/>
                  </a:moveTo>
                  <a:lnTo>
                    <a:pt x="0" y="93059"/>
                  </a:lnTo>
                  <a:lnTo>
                    <a:pt x="98108" y="99346"/>
                  </a:lnTo>
                  <a:cubicBezTo>
                    <a:pt x="98108" y="99346"/>
                    <a:pt x="108871" y="88678"/>
                    <a:pt x="71057" y="72485"/>
                  </a:cubicBezTo>
                  <a:cubicBezTo>
                    <a:pt x="33242" y="56293"/>
                    <a:pt x="40577" y="58007"/>
                    <a:pt x="40577" y="58007"/>
                  </a:cubicBezTo>
                  <a:lnTo>
                    <a:pt x="55055" y="16764"/>
                  </a:lnTo>
                  <a:lnTo>
                    <a:pt x="19907" y="0"/>
                  </a:lnTo>
                  <a:lnTo>
                    <a:pt x="11430" y="65151"/>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8" name="Freeform: Shape 47">
              <a:extLst>
                <a:ext uri="{FF2B5EF4-FFF2-40B4-BE49-F238E27FC236}">
                  <a16:creationId xmlns:a16="http://schemas.microsoft.com/office/drawing/2014/main" id="{63CBB2C9-C9A3-4219-9809-1C19745D8D70}"/>
                </a:ext>
              </a:extLst>
            </p:cNvPr>
            <p:cNvSpPr/>
            <p:nvPr/>
          </p:nvSpPr>
          <p:spPr>
            <a:xfrm>
              <a:off x="662311" y="5957013"/>
              <a:ext cx="131271" cy="208112"/>
            </a:xfrm>
            <a:custGeom>
              <a:avLst/>
              <a:gdLst>
                <a:gd name="connsiteX0" fmla="*/ 384810 w 390525"/>
                <a:gd name="connsiteY0" fmla="*/ 109704 h 619125"/>
                <a:gd name="connsiteX1" fmla="*/ 221742 w 390525"/>
                <a:gd name="connsiteY1" fmla="*/ 355354 h 619125"/>
                <a:gd name="connsiteX2" fmla="*/ 45053 w 390525"/>
                <a:gd name="connsiteY2" fmla="*/ 619577 h 619125"/>
                <a:gd name="connsiteX3" fmla="*/ 0 w 390525"/>
                <a:gd name="connsiteY3" fmla="*/ 601194 h 619125"/>
                <a:gd name="connsiteX4" fmla="*/ 67056 w 390525"/>
                <a:gd name="connsiteY4" fmla="*/ 403360 h 619125"/>
                <a:gd name="connsiteX5" fmla="*/ 163925 w 390525"/>
                <a:gd name="connsiteY5" fmla="*/ 226195 h 619125"/>
                <a:gd name="connsiteX6" fmla="*/ 237839 w 390525"/>
                <a:gd name="connsiteY6" fmla="*/ 4929 h 619125"/>
                <a:gd name="connsiteX7" fmla="*/ 384810 w 390525"/>
                <a:gd name="connsiteY7" fmla="*/ 109704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0525" h="619125">
                  <a:moveTo>
                    <a:pt x="384810" y="109704"/>
                  </a:moveTo>
                  <a:cubicBezTo>
                    <a:pt x="384810" y="109704"/>
                    <a:pt x="275177" y="298013"/>
                    <a:pt x="221742" y="355354"/>
                  </a:cubicBezTo>
                  <a:cubicBezTo>
                    <a:pt x="159258" y="422505"/>
                    <a:pt x="53435" y="576429"/>
                    <a:pt x="45053" y="619577"/>
                  </a:cubicBezTo>
                  <a:lnTo>
                    <a:pt x="0" y="601194"/>
                  </a:lnTo>
                  <a:cubicBezTo>
                    <a:pt x="0" y="601194"/>
                    <a:pt x="19622" y="459271"/>
                    <a:pt x="67056" y="403360"/>
                  </a:cubicBezTo>
                  <a:cubicBezTo>
                    <a:pt x="114395" y="347353"/>
                    <a:pt x="134969" y="289631"/>
                    <a:pt x="163925" y="226195"/>
                  </a:cubicBezTo>
                  <a:cubicBezTo>
                    <a:pt x="192977" y="162853"/>
                    <a:pt x="237839" y="4929"/>
                    <a:pt x="237839" y="4929"/>
                  </a:cubicBezTo>
                  <a:cubicBezTo>
                    <a:pt x="237839" y="4929"/>
                    <a:pt x="450818" y="-34505"/>
                    <a:pt x="384810" y="109704"/>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Freeform: Shape 49">
              <a:extLst>
                <a:ext uri="{FF2B5EF4-FFF2-40B4-BE49-F238E27FC236}">
                  <a16:creationId xmlns:a16="http://schemas.microsoft.com/office/drawing/2014/main" id="{A00F780D-6219-4532-A1D8-5847A58427BE}"/>
                </a:ext>
              </a:extLst>
            </p:cNvPr>
            <p:cNvSpPr/>
            <p:nvPr/>
          </p:nvSpPr>
          <p:spPr>
            <a:xfrm>
              <a:off x="1401730" y="5325194"/>
              <a:ext cx="60833" cy="67236"/>
            </a:xfrm>
            <a:custGeom>
              <a:avLst/>
              <a:gdLst>
                <a:gd name="connsiteX0" fmla="*/ 167888 w 180975"/>
                <a:gd name="connsiteY0" fmla="*/ 48237 h 200025"/>
                <a:gd name="connsiteX1" fmla="*/ 46349 w 180975"/>
                <a:gd name="connsiteY1" fmla="*/ 11661 h 200025"/>
                <a:gd name="connsiteX2" fmla="*/ 16917 w 180975"/>
                <a:gd name="connsiteY2" fmla="*/ 41570 h 200025"/>
                <a:gd name="connsiteX3" fmla="*/ 25394 w 180975"/>
                <a:gd name="connsiteY3" fmla="*/ 90624 h 200025"/>
                <a:gd name="connsiteX4" fmla="*/ 6630 w 180975"/>
                <a:gd name="connsiteY4" fmla="*/ 141582 h 200025"/>
                <a:gd name="connsiteX5" fmla="*/ 3582 w 180975"/>
                <a:gd name="connsiteY5" fmla="*/ 169300 h 200025"/>
                <a:gd name="connsiteX6" fmla="*/ 23108 w 180975"/>
                <a:gd name="connsiteY6" fmla="*/ 175396 h 200025"/>
                <a:gd name="connsiteX7" fmla="*/ 40158 w 180975"/>
                <a:gd name="connsiteY7" fmla="*/ 185397 h 200025"/>
                <a:gd name="connsiteX8" fmla="*/ 41682 w 180975"/>
                <a:gd name="connsiteY8" fmla="*/ 193113 h 200025"/>
                <a:gd name="connsiteX9" fmla="*/ 55398 w 180975"/>
                <a:gd name="connsiteY9" fmla="*/ 200161 h 200025"/>
                <a:gd name="connsiteX10" fmla="*/ 130359 w 180975"/>
                <a:gd name="connsiteY10" fmla="*/ 190160 h 200025"/>
                <a:gd name="connsiteX11" fmla="*/ 167888 w 180975"/>
                <a:gd name="connsiteY11" fmla="*/ 48237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0975" h="200025">
                  <a:moveTo>
                    <a:pt x="167888" y="48237"/>
                  </a:moveTo>
                  <a:cubicBezTo>
                    <a:pt x="137027" y="3756"/>
                    <a:pt x="97784" y="-13580"/>
                    <a:pt x="46349" y="11661"/>
                  </a:cubicBezTo>
                  <a:cubicBezTo>
                    <a:pt x="33490" y="17948"/>
                    <a:pt x="20060" y="26997"/>
                    <a:pt x="16917" y="41570"/>
                  </a:cubicBezTo>
                  <a:cubicBezTo>
                    <a:pt x="13488" y="57762"/>
                    <a:pt x="24251" y="73955"/>
                    <a:pt x="25394" y="90624"/>
                  </a:cubicBezTo>
                  <a:cubicBezTo>
                    <a:pt x="26632" y="109388"/>
                    <a:pt x="17107" y="126914"/>
                    <a:pt x="6630" y="141582"/>
                  </a:cubicBezTo>
                  <a:cubicBezTo>
                    <a:pt x="819" y="149774"/>
                    <a:pt x="-3276" y="161871"/>
                    <a:pt x="3582" y="169300"/>
                  </a:cubicBezTo>
                  <a:cubicBezTo>
                    <a:pt x="8344" y="174444"/>
                    <a:pt x="16155" y="174634"/>
                    <a:pt x="23108" y="175396"/>
                  </a:cubicBezTo>
                  <a:cubicBezTo>
                    <a:pt x="30061" y="176158"/>
                    <a:pt x="38157" y="178730"/>
                    <a:pt x="40158" y="185397"/>
                  </a:cubicBezTo>
                  <a:cubicBezTo>
                    <a:pt x="40920" y="187874"/>
                    <a:pt x="40634" y="190731"/>
                    <a:pt x="41682" y="193113"/>
                  </a:cubicBezTo>
                  <a:cubicBezTo>
                    <a:pt x="43777" y="198066"/>
                    <a:pt x="49968" y="199590"/>
                    <a:pt x="55398" y="200161"/>
                  </a:cubicBezTo>
                  <a:cubicBezTo>
                    <a:pt x="80734" y="202923"/>
                    <a:pt x="106642" y="199399"/>
                    <a:pt x="130359" y="190160"/>
                  </a:cubicBezTo>
                  <a:cubicBezTo>
                    <a:pt x="194177" y="165109"/>
                    <a:pt x="205321" y="102149"/>
                    <a:pt x="167888" y="48237"/>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1" name="Freeform: Shape 50">
              <a:extLst>
                <a:ext uri="{FF2B5EF4-FFF2-40B4-BE49-F238E27FC236}">
                  <a16:creationId xmlns:a16="http://schemas.microsoft.com/office/drawing/2014/main" id="{77D5A913-4D31-48A9-9E34-83315875ADB4}"/>
                </a:ext>
              </a:extLst>
            </p:cNvPr>
            <p:cNvSpPr/>
            <p:nvPr/>
          </p:nvSpPr>
          <p:spPr>
            <a:xfrm>
              <a:off x="1414881" y="5342529"/>
              <a:ext cx="25614" cy="32017"/>
            </a:xfrm>
            <a:custGeom>
              <a:avLst/>
              <a:gdLst>
                <a:gd name="connsiteX0" fmla="*/ 57329 w 76200"/>
                <a:gd name="connsiteY0" fmla="*/ 99632 h 95250"/>
                <a:gd name="connsiteX1" fmla="*/ 76283 w 76200"/>
                <a:gd name="connsiteY1" fmla="*/ 55245 h 95250"/>
                <a:gd name="connsiteX2" fmla="*/ 72950 w 76200"/>
                <a:gd name="connsiteY2" fmla="*/ 41339 h 95250"/>
                <a:gd name="connsiteX3" fmla="*/ 67997 w 76200"/>
                <a:gd name="connsiteY3" fmla="*/ 10097 h 95250"/>
                <a:gd name="connsiteX4" fmla="*/ 4751 w 76200"/>
                <a:gd name="connsiteY4" fmla="*/ 0 h 95250"/>
                <a:gd name="connsiteX5" fmla="*/ 23610 w 76200"/>
                <a:gd name="connsiteY5" fmla="*/ 97917 h 95250"/>
                <a:gd name="connsiteX6" fmla="*/ 57329 w 76200"/>
                <a:gd name="connsiteY6" fmla="*/ 97441 h 95250"/>
                <a:gd name="connsiteX7" fmla="*/ 57329 w 76200"/>
                <a:gd name="connsiteY7" fmla="*/ 99632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95250">
                  <a:moveTo>
                    <a:pt x="57329" y="99632"/>
                  </a:moveTo>
                  <a:cubicBezTo>
                    <a:pt x="67425" y="82868"/>
                    <a:pt x="73045" y="67437"/>
                    <a:pt x="76283" y="55245"/>
                  </a:cubicBezTo>
                  <a:cubicBezTo>
                    <a:pt x="74855" y="50768"/>
                    <a:pt x="73712" y="46101"/>
                    <a:pt x="72950" y="41339"/>
                  </a:cubicBezTo>
                  <a:cubicBezTo>
                    <a:pt x="72950" y="41148"/>
                    <a:pt x="67997" y="10097"/>
                    <a:pt x="67997" y="10097"/>
                  </a:cubicBezTo>
                  <a:cubicBezTo>
                    <a:pt x="67997" y="10097"/>
                    <a:pt x="28468" y="20574"/>
                    <a:pt x="4751" y="0"/>
                  </a:cubicBezTo>
                  <a:cubicBezTo>
                    <a:pt x="4751" y="0"/>
                    <a:pt x="-14204" y="73724"/>
                    <a:pt x="23610" y="97917"/>
                  </a:cubicBezTo>
                  <a:cubicBezTo>
                    <a:pt x="34564" y="104966"/>
                    <a:pt x="57329" y="97441"/>
                    <a:pt x="57329" y="97441"/>
                  </a:cubicBezTo>
                  <a:lnTo>
                    <a:pt x="57329" y="99632"/>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52" name="Graphic 110">
              <a:extLst>
                <a:ext uri="{FF2B5EF4-FFF2-40B4-BE49-F238E27FC236}">
                  <a16:creationId xmlns:a16="http://schemas.microsoft.com/office/drawing/2014/main" id="{ED5E5F28-B7A8-4B5C-8F3E-4957A1185CFF}"/>
                </a:ext>
              </a:extLst>
            </p:cNvPr>
            <p:cNvGrpSpPr/>
            <p:nvPr/>
          </p:nvGrpSpPr>
          <p:grpSpPr>
            <a:xfrm>
              <a:off x="798577" y="5742771"/>
              <a:ext cx="73640" cy="86447"/>
              <a:chOff x="4750975" y="3406501"/>
              <a:chExt cx="219075" cy="257175"/>
            </a:xfrm>
            <a:solidFill>
              <a:schemeClr val="accent1"/>
            </a:solidFill>
          </p:grpSpPr>
          <p:sp>
            <p:nvSpPr>
              <p:cNvPr id="192" name="Freeform: Shape 191">
                <a:extLst>
                  <a:ext uri="{FF2B5EF4-FFF2-40B4-BE49-F238E27FC236}">
                    <a16:creationId xmlns:a16="http://schemas.microsoft.com/office/drawing/2014/main" id="{0CEDE88C-D02A-4852-829B-D81FFE8BDE21}"/>
                  </a:ext>
                </a:extLst>
              </p:cNvPr>
              <p:cNvSpPr/>
              <p:nvPr/>
            </p:nvSpPr>
            <p:spPr>
              <a:xfrm>
                <a:off x="4905592" y="3457098"/>
                <a:ext cx="38100" cy="76200"/>
              </a:xfrm>
              <a:custGeom>
                <a:avLst/>
                <a:gdLst>
                  <a:gd name="connsiteX0" fmla="*/ 25786 w 38100"/>
                  <a:gd name="connsiteY0" fmla="*/ 0 h 76200"/>
                  <a:gd name="connsiteX1" fmla="*/ 21119 w 38100"/>
                  <a:gd name="connsiteY1" fmla="*/ 72390 h 76200"/>
                  <a:gd name="connsiteX2" fmla="*/ 25786 w 38100"/>
                  <a:gd name="connsiteY2" fmla="*/ 0 h 76200"/>
                  <a:gd name="connsiteX3" fmla="*/ 25786 w 38100"/>
                  <a:gd name="connsiteY3" fmla="*/ 0 h 76200"/>
                </a:gdLst>
                <a:ahLst/>
                <a:cxnLst>
                  <a:cxn ang="0">
                    <a:pos x="connsiteX0" y="connsiteY0"/>
                  </a:cxn>
                  <a:cxn ang="0">
                    <a:pos x="connsiteX1" y="connsiteY1"/>
                  </a:cxn>
                  <a:cxn ang="0">
                    <a:pos x="connsiteX2" y="connsiteY2"/>
                  </a:cxn>
                  <a:cxn ang="0">
                    <a:pos x="connsiteX3" y="connsiteY3"/>
                  </a:cxn>
                </a:cxnLst>
                <a:rect l="l" t="t" r="r" b="b"/>
                <a:pathLst>
                  <a:path w="38100" h="76200">
                    <a:moveTo>
                      <a:pt x="25786" y="0"/>
                    </a:moveTo>
                    <a:cubicBezTo>
                      <a:pt x="25786" y="0"/>
                      <a:pt x="71220" y="34100"/>
                      <a:pt x="21119" y="72390"/>
                    </a:cubicBezTo>
                    <a:cubicBezTo>
                      <a:pt x="-28983" y="110585"/>
                      <a:pt x="25786" y="0"/>
                      <a:pt x="25786" y="0"/>
                    </a:cubicBezTo>
                    <a:lnTo>
                      <a:pt x="25786" y="0"/>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93" name="Graphic 110">
                <a:extLst>
                  <a:ext uri="{FF2B5EF4-FFF2-40B4-BE49-F238E27FC236}">
                    <a16:creationId xmlns:a16="http://schemas.microsoft.com/office/drawing/2014/main" id="{5B8061AB-FE18-4BD5-8131-CDB150FE953C}"/>
                  </a:ext>
                </a:extLst>
              </p:cNvPr>
              <p:cNvGrpSpPr/>
              <p:nvPr/>
            </p:nvGrpSpPr>
            <p:grpSpPr>
              <a:xfrm>
                <a:off x="4750975" y="3406501"/>
                <a:ext cx="219075" cy="257175"/>
                <a:chOff x="4750975" y="3406501"/>
                <a:chExt cx="219075" cy="257175"/>
              </a:xfrm>
              <a:solidFill>
                <a:schemeClr val="accent1"/>
              </a:solidFill>
            </p:grpSpPr>
            <p:sp>
              <p:nvSpPr>
                <p:cNvPr id="194" name="Freeform: Shape 193">
                  <a:extLst>
                    <a:ext uri="{FF2B5EF4-FFF2-40B4-BE49-F238E27FC236}">
                      <a16:creationId xmlns:a16="http://schemas.microsoft.com/office/drawing/2014/main" id="{7E2F7D08-7A5A-4A9E-AAD1-3C3AE13BBF23}"/>
                    </a:ext>
                  </a:extLst>
                </p:cNvPr>
                <p:cNvSpPr/>
                <p:nvPr/>
              </p:nvSpPr>
              <p:spPr>
                <a:xfrm>
                  <a:off x="4796452" y="3425472"/>
                  <a:ext cx="133350" cy="161925"/>
                </a:xfrm>
                <a:custGeom>
                  <a:avLst/>
                  <a:gdLst>
                    <a:gd name="connsiteX0" fmla="*/ 135212 w 133350"/>
                    <a:gd name="connsiteY0" fmla="*/ 74012 h 161925"/>
                    <a:gd name="connsiteX1" fmla="*/ 123973 w 133350"/>
                    <a:gd name="connsiteY1" fmla="*/ 25530 h 161925"/>
                    <a:gd name="connsiteX2" fmla="*/ 81015 w 133350"/>
                    <a:gd name="connsiteY2" fmla="*/ 479 h 161925"/>
                    <a:gd name="connsiteX3" fmla="*/ 81015 w 133350"/>
                    <a:gd name="connsiteY3" fmla="*/ 479 h 161925"/>
                    <a:gd name="connsiteX4" fmla="*/ 11196 w 133350"/>
                    <a:gd name="connsiteY4" fmla="*/ 51914 h 161925"/>
                    <a:gd name="connsiteX5" fmla="*/ 719 w 133350"/>
                    <a:gd name="connsiteY5" fmla="*/ 109541 h 161925"/>
                    <a:gd name="connsiteX6" fmla="*/ 8720 w 133350"/>
                    <a:gd name="connsiteY6" fmla="*/ 144116 h 161925"/>
                    <a:gd name="connsiteX7" fmla="*/ 39390 w 133350"/>
                    <a:gd name="connsiteY7" fmla="*/ 162023 h 161925"/>
                    <a:gd name="connsiteX8" fmla="*/ 73966 w 133350"/>
                    <a:gd name="connsiteY8" fmla="*/ 166214 h 161925"/>
                    <a:gd name="connsiteX9" fmla="*/ 125211 w 133350"/>
                    <a:gd name="connsiteY9" fmla="*/ 128495 h 161925"/>
                    <a:gd name="connsiteX10" fmla="*/ 135212 w 133350"/>
                    <a:gd name="connsiteY10" fmla="*/ 74012 h 161925"/>
                    <a:gd name="connsiteX11" fmla="*/ 135212 w 133350"/>
                    <a:gd name="connsiteY11" fmla="*/ 74012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350" h="161925">
                      <a:moveTo>
                        <a:pt x="135212" y="74012"/>
                      </a:moveTo>
                      <a:cubicBezTo>
                        <a:pt x="138260" y="56963"/>
                        <a:pt x="134259" y="39437"/>
                        <a:pt x="123973" y="25530"/>
                      </a:cubicBezTo>
                      <a:cubicBezTo>
                        <a:pt x="113685" y="11624"/>
                        <a:pt x="98160" y="2575"/>
                        <a:pt x="81015" y="479"/>
                      </a:cubicBezTo>
                      <a:lnTo>
                        <a:pt x="81015" y="479"/>
                      </a:lnTo>
                      <a:cubicBezTo>
                        <a:pt x="47772" y="-3616"/>
                        <a:pt x="17197" y="18958"/>
                        <a:pt x="11196" y="51914"/>
                      </a:cubicBezTo>
                      <a:cubicBezTo>
                        <a:pt x="7767" y="70869"/>
                        <a:pt x="3957" y="91539"/>
                        <a:pt x="719" y="109541"/>
                      </a:cubicBezTo>
                      <a:cubicBezTo>
                        <a:pt x="-1472" y="121733"/>
                        <a:pt x="1386" y="134210"/>
                        <a:pt x="8720" y="144116"/>
                      </a:cubicBezTo>
                      <a:cubicBezTo>
                        <a:pt x="16054" y="154022"/>
                        <a:pt x="27103" y="160499"/>
                        <a:pt x="39390" y="162023"/>
                      </a:cubicBezTo>
                      <a:cubicBezTo>
                        <a:pt x="50725" y="163452"/>
                        <a:pt x="62822" y="164881"/>
                        <a:pt x="73966" y="166214"/>
                      </a:cubicBezTo>
                      <a:cubicBezTo>
                        <a:pt x="98350" y="169167"/>
                        <a:pt x="120829" y="152689"/>
                        <a:pt x="125211" y="128495"/>
                      </a:cubicBezTo>
                      <a:cubicBezTo>
                        <a:pt x="128354" y="111827"/>
                        <a:pt x="131973" y="92396"/>
                        <a:pt x="135212" y="74012"/>
                      </a:cubicBezTo>
                      <a:lnTo>
                        <a:pt x="135212" y="74012"/>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5" name="Freeform: Shape 194">
                  <a:extLst>
                    <a:ext uri="{FF2B5EF4-FFF2-40B4-BE49-F238E27FC236}">
                      <a16:creationId xmlns:a16="http://schemas.microsoft.com/office/drawing/2014/main" id="{BACFD0E3-6BF6-4B27-8D19-516EEABF3D97}"/>
                    </a:ext>
                  </a:extLst>
                </p:cNvPr>
                <p:cNvSpPr/>
                <p:nvPr/>
              </p:nvSpPr>
              <p:spPr>
                <a:xfrm>
                  <a:off x="4750975" y="3536537"/>
                  <a:ext cx="114300" cy="123825"/>
                </a:xfrm>
                <a:custGeom>
                  <a:avLst/>
                  <a:gdLst>
                    <a:gd name="connsiteX0" fmla="*/ 0 w 114300"/>
                    <a:gd name="connsiteY0" fmla="*/ 86868 h 123825"/>
                    <a:gd name="connsiteX1" fmla="*/ 57912 w 114300"/>
                    <a:gd name="connsiteY1" fmla="*/ 0 h 123825"/>
                    <a:gd name="connsiteX2" fmla="*/ 117824 w 114300"/>
                    <a:gd name="connsiteY2" fmla="*/ 44577 h 123825"/>
                    <a:gd name="connsiteX3" fmla="*/ 78867 w 114300"/>
                    <a:gd name="connsiteY3" fmla="*/ 132017 h 123825"/>
                    <a:gd name="connsiteX4" fmla="*/ 0 w 114300"/>
                    <a:gd name="connsiteY4" fmla="*/ 86868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23825">
                      <a:moveTo>
                        <a:pt x="0" y="86868"/>
                      </a:moveTo>
                      <a:lnTo>
                        <a:pt x="57912" y="0"/>
                      </a:lnTo>
                      <a:lnTo>
                        <a:pt x="117824" y="44577"/>
                      </a:lnTo>
                      <a:lnTo>
                        <a:pt x="78867" y="132017"/>
                      </a:lnTo>
                      <a:lnTo>
                        <a:pt x="0" y="86868"/>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6" name="Freeform: Shape 195">
                  <a:extLst>
                    <a:ext uri="{FF2B5EF4-FFF2-40B4-BE49-F238E27FC236}">
                      <a16:creationId xmlns:a16="http://schemas.microsoft.com/office/drawing/2014/main" id="{7E7463A2-F2AD-4A00-AAF5-6DB07143A1F8}"/>
                    </a:ext>
                  </a:extLst>
                </p:cNvPr>
                <p:cNvSpPr/>
                <p:nvPr/>
              </p:nvSpPr>
              <p:spPr>
                <a:xfrm>
                  <a:off x="4788576" y="3406501"/>
                  <a:ext cx="152400" cy="114300"/>
                </a:xfrm>
                <a:custGeom>
                  <a:avLst/>
                  <a:gdLst>
                    <a:gd name="connsiteX0" fmla="*/ 57363 w 152400"/>
                    <a:gd name="connsiteY0" fmla="*/ 66218 h 114300"/>
                    <a:gd name="connsiteX1" fmla="*/ 8405 w 152400"/>
                    <a:gd name="connsiteY1" fmla="*/ 115462 h 114300"/>
                    <a:gd name="connsiteX2" fmla="*/ 594 w 152400"/>
                    <a:gd name="connsiteY2" fmla="*/ 33452 h 114300"/>
                    <a:gd name="connsiteX3" fmla="*/ 139659 w 152400"/>
                    <a:gd name="connsiteY3" fmla="*/ 25451 h 114300"/>
                    <a:gd name="connsiteX4" fmla="*/ 57363 w 152400"/>
                    <a:gd name="connsiteY4" fmla="*/ 66218 h 114300"/>
                    <a:gd name="connsiteX5" fmla="*/ 57363 w 152400"/>
                    <a:gd name="connsiteY5" fmla="*/ 66218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400" h="114300">
                      <a:moveTo>
                        <a:pt x="57363" y="66218"/>
                      </a:moveTo>
                      <a:cubicBezTo>
                        <a:pt x="57363" y="66218"/>
                        <a:pt x="52696" y="123939"/>
                        <a:pt x="8405" y="115462"/>
                      </a:cubicBezTo>
                      <a:cubicBezTo>
                        <a:pt x="8405" y="115462"/>
                        <a:pt x="-2644" y="59931"/>
                        <a:pt x="594" y="33452"/>
                      </a:cubicBezTo>
                      <a:cubicBezTo>
                        <a:pt x="6595" y="-15793"/>
                        <a:pt x="105179" y="-3791"/>
                        <a:pt x="139659" y="25451"/>
                      </a:cubicBezTo>
                      <a:cubicBezTo>
                        <a:pt x="174140" y="54693"/>
                        <a:pt x="141945" y="86316"/>
                        <a:pt x="57363" y="66218"/>
                      </a:cubicBezTo>
                      <a:lnTo>
                        <a:pt x="57363" y="66218"/>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7" name="Freeform: Shape 196">
                  <a:extLst>
                    <a:ext uri="{FF2B5EF4-FFF2-40B4-BE49-F238E27FC236}">
                      <a16:creationId xmlns:a16="http://schemas.microsoft.com/office/drawing/2014/main" id="{D87CC8F7-2ACA-4D75-B1AD-25C9C8B85FD8}"/>
                    </a:ext>
                  </a:extLst>
                </p:cNvPr>
                <p:cNvSpPr/>
                <p:nvPr/>
              </p:nvSpPr>
              <p:spPr>
                <a:xfrm>
                  <a:off x="4788487" y="3498716"/>
                  <a:ext cx="28575" cy="38100"/>
                </a:xfrm>
                <a:custGeom>
                  <a:avLst/>
                  <a:gdLst>
                    <a:gd name="connsiteX0" fmla="*/ 14684 w 28575"/>
                    <a:gd name="connsiteY0" fmla="*/ 7 h 38100"/>
                    <a:gd name="connsiteX1" fmla="*/ 30496 w 28575"/>
                    <a:gd name="connsiteY1" fmla="*/ 19057 h 38100"/>
                    <a:gd name="connsiteX2" fmla="*/ 15827 w 28575"/>
                    <a:gd name="connsiteY2" fmla="*/ 39059 h 38100"/>
                    <a:gd name="connsiteX3" fmla="*/ 16 w 28575"/>
                    <a:gd name="connsiteY3" fmla="*/ 20009 h 38100"/>
                    <a:gd name="connsiteX4" fmla="*/ 14684 w 28575"/>
                    <a:gd name="connsiteY4" fmla="*/ 7 h 38100"/>
                    <a:gd name="connsiteX5" fmla="*/ 14684 w 28575"/>
                    <a:gd name="connsiteY5" fmla="*/ 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38100">
                      <a:moveTo>
                        <a:pt x="14684" y="7"/>
                      </a:moveTo>
                      <a:cubicBezTo>
                        <a:pt x="23162" y="-279"/>
                        <a:pt x="30210" y="8294"/>
                        <a:pt x="30496" y="19057"/>
                      </a:cubicBezTo>
                      <a:cubicBezTo>
                        <a:pt x="30782" y="29820"/>
                        <a:pt x="24209" y="38774"/>
                        <a:pt x="15827" y="39059"/>
                      </a:cubicBezTo>
                      <a:cubicBezTo>
                        <a:pt x="7350" y="39345"/>
                        <a:pt x="302" y="30773"/>
                        <a:pt x="16" y="20009"/>
                      </a:cubicBezTo>
                      <a:cubicBezTo>
                        <a:pt x="-365" y="9246"/>
                        <a:pt x="6207" y="293"/>
                        <a:pt x="14684" y="7"/>
                      </a:cubicBezTo>
                      <a:lnTo>
                        <a:pt x="14684" y="7"/>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8" name="Freeform: Shape 197">
                  <a:extLst>
                    <a:ext uri="{FF2B5EF4-FFF2-40B4-BE49-F238E27FC236}">
                      <a16:creationId xmlns:a16="http://schemas.microsoft.com/office/drawing/2014/main" id="{B103FFEE-7051-4CF9-8527-BB0F208B6B5A}"/>
                    </a:ext>
                  </a:extLst>
                </p:cNvPr>
                <p:cNvSpPr/>
                <p:nvPr/>
              </p:nvSpPr>
              <p:spPr>
                <a:xfrm>
                  <a:off x="4816015" y="3501866"/>
                  <a:ext cx="104775" cy="123825"/>
                </a:xfrm>
                <a:custGeom>
                  <a:avLst/>
                  <a:gdLst>
                    <a:gd name="connsiteX0" fmla="*/ 105934 w 104775"/>
                    <a:gd name="connsiteY0" fmla="*/ 52197 h 123825"/>
                    <a:gd name="connsiteX1" fmla="*/ 54594 w 104775"/>
                    <a:gd name="connsiteY1" fmla="*/ 124206 h 123825"/>
                    <a:gd name="connsiteX2" fmla="*/ 6779 w 104775"/>
                    <a:gd name="connsiteY2" fmla="*/ 0 h 123825"/>
                    <a:gd name="connsiteX3" fmla="*/ 41640 w 104775"/>
                    <a:gd name="connsiteY3" fmla="*/ 67723 h 123825"/>
                    <a:gd name="connsiteX4" fmla="*/ 105934 w 104775"/>
                    <a:gd name="connsiteY4" fmla="*/ 52197 h 123825"/>
                    <a:gd name="connsiteX5" fmla="*/ 105934 w 104775"/>
                    <a:gd name="connsiteY5" fmla="*/ 52197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775" h="123825">
                      <a:moveTo>
                        <a:pt x="105934" y="52197"/>
                      </a:moveTo>
                      <a:cubicBezTo>
                        <a:pt x="109934" y="47816"/>
                        <a:pt x="103934" y="130969"/>
                        <a:pt x="54594" y="124206"/>
                      </a:cubicBezTo>
                      <a:cubicBezTo>
                        <a:pt x="5350" y="117443"/>
                        <a:pt x="-10557" y="93154"/>
                        <a:pt x="6779" y="0"/>
                      </a:cubicBezTo>
                      <a:cubicBezTo>
                        <a:pt x="6779" y="0"/>
                        <a:pt x="13637" y="60484"/>
                        <a:pt x="41640" y="67723"/>
                      </a:cubicBezTo>
                      <a:cubicBezTo>
                        <a:pt x="100409" y="82772"/>
                        <a:pt x="101171" y="57436"/>
                        <a:pt x="105934" y="52197"/>
                      </a:cubicBezTo>
                      <a:lnTo>
                        <a:pt x="105934" y="52197"/>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9" name="Freeform: Shape 198">
                  <a:extLst>
                    <a:ext uri="{FF2B5EF4-FFF2-40B4-BE49-F238E27FC236}">
                      <a16:creationId xmlns:a16="http://schemas.microsoft.com/office/drawing/2014/main" id="{42AD3285-A58F-449A-BFBB-2027AF85622A}"/>
                    </a:ext>
                  </a:extLst>
                </p:cNvPr>
                <p:cNvSpPr/>
                <p:nvPr/>
              </p:nvSpPr>
              <p:spPr>
                <a:xfrm>
                  <a:off x="4851654" y="3423581"/>
                  <a:ext cx="114300" cy="47625"/>
                </a:xfrm>
                <a:custGeom>
                  <a:avLst/>
                  <a:gdLst>
                    <a:gd name="connsiteX0" fmla="*/ 26098 w 114300"/>
                    <a:gd name="connsiteY0" fmla="*/ 54377 h 47625"/>
                    <a:gd name="connsiteX1" fmla="*/ 120872 w 114300"/>
                    <a:gd name="connsiteY1" fmla="*/ 16848 h 47625"/>
                    <a:gd name="connsiteX2" fmla="*/ 0 w 114300"/>
                    <a:gd name="connsiteY2" fmla="*/ 23135 h 47625"/>
                    <a:gd name="connsiteX3" fmla="*/ 26098 w 114300"/>
                    <a:gd name="connsiteY3" fmla="*/ 54377 h 47625"/>
                  </a:gdLst>
                  <a:ahLst/>
                  <a:cxnLst>
                    <a:cxn ang="0">
                      <a:pos x="connsiteX0" y="connsiteY0"/>
                    </a:cxn>
                    <a:cxn ang="0">
                      <a:pos x="connsiteX1" y="connsiteY1"/>
                    </a:cxn>
                    <a:cxn ang="0">
                      <a:pos x="connsiteX2" y="connsiteY2"/>
                    </a:cxn>
                    <a:cxn ang="0">
                      <a:pos x="connsiteX3" y="connsiteY3"/>
                    </a:cxn>
                  </a:cxnLst>
                  <a:rect l="l" t="t" r="r" b="b"/>
                  <a:pathLst>
                    <a:path w="114300" h="47625">
                      <a:moveTo>
                        <a:pt x="26098" y="54377"/>
                      </a:moveTo>
                      <a:cubicBezTo>
                        <a:pt x="26098" y="54377"/>
                        <a:pt x="135160" y="69903"/>
                        <a:pt x="120872" y="16848"/>
                      </a:cubicBezTo>
                      <a:cubicBezTo>
                        <a:pt x="107633" y="-32205"/>
                        <a:pt x="11906" y="43518"/>
                        <a:pt x="0" y="23135"/>
                      </a:cubicBezTo>
                      <a:lnTo>
                        <a:pt x="26098" y="54377"/>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53" name="Freeform: Shape 52">
              <a:extLst>
                <a:ext uri="{FF2B5EF4-FFF2-40B4-BE49-F238E27FC236}">
                  <a16:creationId xmlns:a16="http://schemas.microsoft.com/office/drawing/2014/main" id="{3359EC88-D874-4FCA-95F5-76F7BC8DA1B5}"/>
                </a:ext>
              </a:extLst>
            </p:cNvPr>
            <p:cNvSpPr/>
            <p:nvPr/>
          </p:nvSpPr>
          <p:spPr>
            <a:xfrm>
              <a:off x="1566259" y="5833066"/>
              <a:ext cx="118464" cy="35219"/>
            </a:xfrm>
            <a:custGeom>
              <a:avLst/>
              <a:gdLst>
                <a:gd name="connsiteX0" fmla="*/ 360317 w 352425"/>
                <a:gd name="connsiteY0" fmla="*/ 71247 h 104775"/>
                <a:gd name="connsiteX1" fmla="*/ 248779 w 352425"/>
                <a:gd name="connsiteY1" fmla="*/ 105442 h 104775"/>
                <a:gd name="connsiteX2" fmla="*/ 66565 w 352425"/>
                <a:gd name="connsiteY2" fmla="*/ 101537 h 104775"/>
                <a:gd name="connsiteX3" fmla="*/ 3415 w 352425"/>
                <a:gd name="connsiteY3" fmla="*/ 63532 h 104775"/>
                <a:gd name="connsiteX4" fmla="*/ 58184 w 352425"/>
                <a:gd name="connsiteY4" fmla="*/ 57341 h 104775"/>
                <a:gd name="connsiteX5" fmla="*/ 53230 w 352425"/>
                <a:gd name="connsiteY5" fmla="*/ 33814 h 104775"/>
                <a:gd name="connsiteX6" fmla="*/ 81329 w 352425"/>
                <a:gd name="connsiteY6" fmla="*/ 64579 h 104775"/>
                <a:gd name="connsiteX7" fmla="*/ 181437 w 352425"/>
                <a:gd name="connsiteY7" fmla="*/ 61913 h 104775"/>
                <a:gd name="connsiteX8" fmla="*/ 352411 w 352425"/>
                <a:gd name="connsiteY8" fmla="*/ 0 h 104775"/>
                <a:gd name="connsiteX9" fmla="*/ 360317 w 352425"/>
                <a:gd name="connsiteY9" fmla="*/ 71247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2425" h="104775">
                  <a:moveTo>
                    <a:pt x="360317" y="71247"/>
                  </a:moveTo>
                  <a:cubicBezTo>
                    <a:pt x="360317" y="71247"/>
                    <a:pt x="334123" y="97346"/>
                    <a:pt x="248779" y="105442"/>
                  </a:cubicBezTo>
                  <a:cubicBezTo>
                    <a:pt x="163435" y="113443"/>
                    <a:pt x="95331" y="98679"/>
                    <a:pt x="66565" y="101537"/>
                  </a:cubicBezTo>
                  <a:cubicBezTo>
                    <a:pt x="37800" y="104394"/>
                    <a:pt x="-13730" y="84487"/>
                    <a:pt x="3415" y="63532"/>
                  </a:cubicBezTo>
                  <a:cubicBezTo>
                    <a:pt x="18655" y="44958"/>
                    <a:pt x="58184" y="57341"/>
                    <a:pt x="58184" y="57341"/>
                  </a:cubicBezTo>
                  <a:cubicBezTo>
                    <a:pt x="58184" y="57341"/>
                    <a:pt x="47325" y="36576"/>
                    <a:pt x="53230" y="33814"/>
                  </a:cubicBezTo>
                  <a:cubicBezTo>
                    <a:pt x="59136" y="31052"/>
                    <a:pt x="76090" y="56483"/>
                    <a:pt x="81329" y="64579"/>
                  </a:cubicBezTo>
                  <a:cubicBezTo>
                    <a:pt x="86663" y="72676"/>
                    <a:pt x="139908" y="70580"/>
                    <a:pt x="181437" y="61913"/>
                  </a:cubicBezTo>
                  <a:cubicBezTo>
                    <a:pt x="228014" y="52197"/>
                    <a:pt x="351935" y="1429"/>
                    <a:pt x="352411" y="0"/>
                  </a:cubicBezTo>
                  <a:lnTo>
                    <a:pt x="360317" y="71247"/>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4" name="Freeform: Shape 53">
              <a:extLst>
                <a:ext uri="{FF2B5EF4-FFF2-40B4-BE49-F238E27FC236}">
                  <a16:creationId xmlns:a16="http://schemas.microsoft.com/office/drawing/2014/main" id="{9E12D571-2919-4866-A27B-CBD83AA18FC5}"/>
                </a:ext>
              </a:extLst>
            </p:cNvPr>
            <p:cNvSpPr/>
            <p:nvPr/>
          </p:nvSpPr>
          <p:spPr>
            <a:xfrm>
              <a:off x="1554664" y="5888552"/>
              <a:ext cx="3202" cy="6403"/>
            </a:xfrm>
            <a:custGeom>
              <a:avLst/>
              <a:gdLst>
                <a:gd name="connsiteX0" fmla="*/ 10096 w 9525"/>
                <a:gd name="connsiteY0" fmla="*/ 27623 h 19050"/>
                <a:gd name="connsiteX1" fmla="*/ 18860 w 9525"/>
                <a:gd name="connsiteY1" fmla="*/ 0 h 19050"/>
                <a:gd name="connsiteX2" fmla="*/ 0 w 9525"/>
                <a:gd name="connsiteY2" fmla="*/ 26289 h 19050"/>
                <a:gd name="connsiteX3" fmla="*/ 10096 w 9525"/>
                <a:gd name="connsiteY3" fmla="*/ 27623 h 19050"/>
              </a:gdLst>
              <a:ahLst/>
              <a:cxnLst>
                <a:cxn ang="0">
                  <a:pos x="connsiteX0" y="connsiteY0"/>
                </a:cxn>
                <a:cxn ang="0">
                  <a:pos x="connsiteX1" y="connsiteY1"/>
                </a:cxn>
                <a:cxn ang="0">
                  <a:pos x="connsiteX2" y="connsiteY2"/>
                </a:cxn>
                <a:cxn ang="0">
                  <a:pos x="connsiteX3" y="connsiteY3"/>
                </a:cxn>
              </a:cxnLst>
              <a:rect l="l" t="t" r="r" b="b"/>
              <a:pathLst>
                <a:path w="9525" h="19050">
                  <a:moveTo>
                    <a:pt x="10096" y="27623"/>
                  </a:moveTo>
                  <a:cubicBezTo>
                    <a:pt x="13145" y="18479"/>
                    <a:pt x="16002" y="9239"/>
                    <a:pt x="18860" y="0"/>
                  </a:cubicBezTo>
                  <a:cubicBezTo>
                    <a:pt x="11716" y="8858"/>
                    <a:pt x="5429" y="17621"/>
                    <a:pt x="0" y="26289"/>
                  </a:cubicBezTo>
                  <a:lnTo>
                    <a:pt x="10096" y="27623"/>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Shape 54">
              <a:extLst>
                <a:ext uri="{FF2B5EF4-FFF2-40B4-BE49-F238E27FC236}">
                  <a16:creationId xmlns:a16="http://schemas.microsoft.com/office/drawing/2014/main" id="{30891918-187C-440A-80A2-0F8478C48855}"/>
                </a:ext>
              </a:extLst>
            </p:cNvPr>
            <p:cNvSpPr/>
            <p:nvPr/>
          </p:nvSpPr>
          <p:spPr>
            <a:xfrm>
              <a:off x="907756" y="5819971"/>
              <a:ext cx="457847" cy="358593"/>
            </a:xfrm>
            <a:custGeom>
              <a:avLst/>
              <a:gdLst>
                <a:gd name="connsiteX0" fmla="*/ 397288 w 1362075"/>
                <a:gd name="connsiteY0" fmla="*/ 0 h 1066800"/>
                <a:gd name="connsiteX1" fmla="*/ 321469 w 1362075"/>
                <a:gd name="connsiteY1" fmla="*/ 149066 h 1066800"/>
                <a:gd name="connsiteX2" fmla="*/ 506349 w 1362075"/>
                <a:gd name="connsiteY2" fmla="*/ 333946 h 1066800"/>
                <a:gd name="connsiteX3" fmla="*/ 691229 w 1362075"/>
                <a:gd name="connsiteY3" fmla="*/ 149066 h 1066800"/>
                <a:gd name="connsiteX4" fmla="*/ 615410 w 1362075"/>
                <a:gd name="connsiteY4" fmla="*/ 0 h 1066800"/>
                <a:gd name="connsiteX5" fmla="*/ 1037654 w 1362075"/>
                <a:gd name="connsiteY5" fmla="*/ 0 h 1066800"/>
                <a:gd name="connsiteX6" fmla="*/ 1037654 w 1362075"/>
                <a:gd name="connsiteY6" fmla="*/ 415100 h 1066800"/>
                <a:gd name="connsiteX7" fmla="*/ 1177385 w 1362075"/>
                <a:gd name="connsiteY7" fmla="*/ 350996 h 1066800"/>
                <a:gd name="connsiteX8" fmla="*/ 1362266 w 1362075"/>
                <a:gd name="connsiteY8" fmla="*/ 535876 h 1066800"/>
                <a:gd name="connsiteX9" fmla="*/ 1177385 w 1362075"/>
                <a:gd name="connsiteY9" fmla="*/ 720757 h 1066800"/>
                <a:gd name="connsiteX10" fmla="*/ 1037654 w 1362075"/>
                <a:gd name="connsiteY10" fmla="*/ 656654 h 1066800"/>
                <a:gd name="connsiteX11" fmla="*/ 1037654 w 1362075"/>
                <a:gd name="connsiteY11" fmla="*/ 1071848 h 1066800"/>
                <a:gd name="connsiteX12" fmla="*/ 594932 w 1362075"/>
                <a:gd name="connsiteY12" fmla="*/ 1071848 h 1066800"/>
                <a:gd name="connsiteX13" fmla="*/ 670751 w 1362075"/>
                <a:gd name="connsiteY13" fmla="*/ 922782 h 1066800"/>
                <a:gd name="connsiteX14" fmla="*/ 485870 w 1362075"/>
                <a:gd name="connsiteY14" fmla="*/ 737902 h 1066800"/>
                <a:gd name="connsiteX15" fmla="*/ 300990 w 1362075"/>
                <a:gd name="connsiteY15" fmla="*/ 922782 h 1066800"/>
                <a:gd name="connsiteX16" fmla="*/ 376809 w 1362075"/>
                <a:gd name="connsiteY16" fmla="*/ 1071848 h 1066800"/>
                <a:gd name="connsiteX17" fmla="*/ 0 w 1362075"/>
                <a:gd name="connsiteY17" fmla="*/ 1071848 h 1066800"/>
                <a:gd name="connsiteX18" fmla="*/ 0 w 1362075"/>
                <a:gd name="connsiteY18" fmla="*/ 0 h 1066800"/>
                <a:gd name="connsiteX19" fmla="*/ 397288 w 1362075"/>
                <a:gd name="connsiteY19" fmla="*/ 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62075" h="1066800">
                  <a:moveTo>
                    <a:pt x="397288" y="0"/>
                  </a:moveTo>
                  <a:cubicBezTo>
                    <a:pt x="351377" y="33623"/>
                    <a:pt x="321469" y="87821"/>
                    <a:pt x="321469" y="149066"/>
                  </a:cubicBezTo>
                  <a:cubicBezTo>
                    <a:pt x="321469" y="251174"/>
                    <a:pt x="404241" y="333946"/>
                    <a:pt x="506349" y="333946"/>
                  </a:cubicBezTo>
                  <a:cubicBezTo>
                    <a:pt x="608457" y="333946"/>
                    <a:pt x="691229" y="251174"/>
                    <a:pt x="691229" y="149066"/>
                  </a:cubicBezTo>
                  <a:cubicBezTo>
                    <a:pt x="691229" y="87821"/>
                    <a:pt x="661321" y="33718"/>
                    <a:pt x="615410" y="0"/>
                  </a:cubicBezTo>
                  <a:lnTo>
                    <a:pt x="1037654" y="0"/>
                  </a:lnTo>
                  <a:lnTo>
                    <a:pt x="1037654" y="415100"/>
                  </a:lnTo>
                  <a:cubicBezTo>
                    <a:pt x="1071563" y="375952"/>
                    <a:pt x="1121569" y="350996"/>
                    <a:pt x="1177385" y="350996"/>
                  </a:cubicBezTo>
                  <a:cubicBezTo>
                    <a:pt x="1279493" y="350996"/>
                    <a:pt x="1362266" y="433768"/>
                    <a:pt x="1362266" y="535876"/>
                  </a:cubicBezTo>
                  <a:cubicBezTo>
                    <a:pt x="1362266" y="637984"/>
                    <a:pt x="1279493" y="720757"/>
                    <a:pt x="1177385" y="720757"/>
                  </a:cubicBezTo>
                  <a:cubicBezTo>
                    <a:pt x="1121474" y="720757"/>
                    <a:pt x="1071467" y="695897"/>
                    <a:pt x="1037654" y="656654"/>
                  </a:cubicBezTo>
                  <a:lnTo>
                    <a:pt x="1037654" y="1071848"/>
                  </a:lnTo>
                  <a:lnTo>
                    <a:pt x="594932" y="1071848"/>
                  </a:lnTo>
                  <a:cubicBezTo>
                    <a:pt x="640842" y="1038130"/>
                    <a:pt x="670751" y="984028"/>
                    <a:pt x="670751" y="922782"/>
                  </a:cubicBezTo>
                  <a:cubicBezTo>
                    <a:pt x="670751" y="820674"/>
                    <a:pt x="587978" y="737902"/>
                    <a:pt x="485870" y="737902"/>
                  </a:cubicBezTo>
                  <a:cubicBezTo>
                    <a:pt x="383762" y="737902"/>
                    <a:pt x="300990" y="820674"/>
                    <a:pt x="300990" y="922782"/>
                  </a:cubicBezTo>
                  <a:cubicBezTo>
                    <a:pt x="300990" y="984028"/>
                    <a:pt x="330898" y="1038225"/>
                    <a:pt x="376809" y="1071848"/>
                  </a:cubicBezTo>
                  <a:lnTo>
                    <a:pt x="0" y="1071848"/>
                  </a:lnTo>
                  <a:lnTo>
                    <a:pt x="0" y="0"/>
                  </a:lnTo>
                  <a:lnTo>
                    <a:pt x="397288" y="0"/>
                  </a:lnTo>
                  <a:close/>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Shape 55">
              <a:extLst>
                <a:ext uri="{FF2B5EF4-FFF2-40B4-BE49-F238E27FC236}">
                  <a16:creationId xmlns:a16="http://schemas.microsoft.com/office/drawing/2014/main" id="{16EA6C6F-CACF-45DB-BE14-2EB8D137F061}"/>
                </a:ext>
              </a:extLst>
            </p:cNvPr>
            <p:cNvSpPr/>
            <p:nvPr/>
          </p:nvSpPr>
          <p:spPr>
            <a:xfrm>
              <a:off x="1054843" y="5748380"/>
              <a:ext cx="73640" cy="9605"/>
            </a:xfrm>
            <a:custGeom>
              <a:avLst/>
              <a:gdLst>
                <a:gd name="connsiteX0" fmla="*/ 226885 w 219075"/>
                <a:gd name="connsiteY0" fmla="*/ 18193 h 28575"/>
                <a:gd name="connsiteX1" fmla="*/ 113443 w 219075"/>
                <a:gd name="connsiteY1" fmla="*/ 36386 h 28575"/>
                <a:gd name="connsiteX2" fmla="*/ 0 w 219075"/>
                <a:gd name="connsiteY2" fmla="*/ 18193 h 28575"/>
                <a:gd name="connsiteX3" fmla="*/ 113443 w 219075"/>
                <a:gd name="connsiteY3" fmla="*/ 0 h 28575"/>
                <a:gd name="connsiteX4" fmla="*/ 226885 w 219075"/>
                <a:gd name="connsiteY4" fmla="*/ 1819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75" h="28575">
                  <a:moveTo>
                    <a:pt x="226885" y="18193"/>
                  </a:moveTo>
                  <a:cubicBezTo>
                    <a:pt x="226885" y="28289"/>
                    <a:pt x="176117" y="36386"/>
                    <a:pt x="113443" y="36386"/>
                  </a:cubicBezTo>
                  <a:cubicBezTo>
                    <a:pt x="50768" y="36386"/>
                    <a:pt x="0" y="28289"/>
                    <a:pt x="0" y="18193"/>
                  </a:cubicBezTo>
                  <a:cubicBezTo>
                    <a:pt x="0" y="8192"/>
                    <a:pt x="50863" y="0"/>
                    <a:pt x="113443" y="0"/>
                  </a:cubicBezTo>
                  <a:cubicBezTo>
                    <a:pt x="176022" y="0"/>
                    <a:pt x="226885" y="8192"/>
                    <a:pt x="226885" y="18193"/>
                  </a:cubicBezTo>
                  <a:close/>
                </a:path>
              </a:pathLst>
            </a:custGeom>
            <a:solidFill>
              <a:srgbClr val="C1CEFF">
                <a:alpha val="3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Shape 56">
              <a:extLst>
                <a:ext uri="{FF2B5EF4-FFF2-40B4-BE49-F238E27FC236}">
                  <a16:creationId xmlns:a16="http://schemas.microsoft.com/office/drawing/2014/main" id="{B2FF52A7-EF8C-4D58-A31C-55326C3F5ABC}"/>
                </a:ext>
              </a:extLst>
            </p:cNvPr>
            <p:cNvSpPr/>
            <p:nvPr/>
          </p:nvSpPr>
          <p:spPr>
            <a:xfrm>
              <a:off x="1084179" y="5660108"/>
              <a:ext cx="19210" cy="89648"/>
            </a:xfrm>
            <a:custGeom>
              <a:avLst/>
              <a:gdLst>
                <a:gd name="connsiteX0" fmla="*/ 45313 w 57150"/>
                <a:gd name="connsiteY0" fmla="*/ 273942 h 266700"/>
                <a:gd name="connsiteX1" fmla="*/ 57409 w 57150"/>
                <a:gd name="connsiteY1" fmla="*/ 80489 h 266700"/>
                <a:gd name="connsiteX2" fmla="*/ 12547 w 57150"/>
                <a:gd name="connsiteY2" fmla="*/ 2670 h 266700"/>
                <a:gd name="connsiteX3" fmla="*/ 4927 w 57150"/>
                <a:gd name="connsiteY3" fmla="*/ 92109 h 266700"/>
                <a:gd name="connsiteX4" fmla="*/ 33216 w 57150"/>
                <a:gd name="connsiteY4" fmla="*/ 269941 h 266700"/>
                <a:gd name="connsiteX5" fmla="*/ 45313 w 57150"/>
                <a:gd name="connsiteY5" fmla="*/ 273942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50" h="266700">
                  <a:moveTo>
                    <a:pt x="45313" y="273942"/>
                  </a:moveTo>
                  <a:cubicBezTo>
                    <a:pt x="51694" y="210696"/>
                    <a:pt x="63886" y="144592"/>
                    <a:pt x="57409" y="80489"/>
                  </a:cubicBezTo>
                  <a:cubicBezTo>
                    <a:pt x="55600" y="62963"/>
                    <a:pt x="40741" y="-15333"/>
                    <a:pt x="12547" y="2670"/>
                  </a:cubicBezTo>
                  <a:cubicBezTo>
                    <a:pt x="-10123" y="17148"/>
                    <a:pt x="4831" y="70107"/>
                    <a:pt x="4927" y="92109"/>
                  </a:cubicBezTo>
                  <a:cubicBezTo>
                    <a:pt x="5308" y="151260"/>
                    <a:pt x="17118" y="215173"/>
                    <a:pt x="33216" y="269941"/>
                  </a:cubicBezTo>
                  <a:lnTo>
                    <a:pt x="45313" y="273942"/>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Shape 57">
              <a:extLst>
                <a:ext uri="{FF2B5EF4-FFF2-40B4-BE49-F238E27FC236}">
                  <a16:creationId xmlns:a16="http://schemas.microsoft.com/office/drawing/2014/main" id="{D0B40A15-963A-4F26-8418-260968DB3B05}"/>
                </a:ext>
              </a:extLst>
            </p:cNvPr>
            <p:cNvSpPr/>
            <p:nvPr/>
          </p:nvSpPr>
          <p:spPr>
            <a:xfrm>
              <a:off x="1072734" y="5705509"/>
              <a:ext cx="25614" cy="48026"/>
            </a:xfrm>
            <a:custGeom>
              <a:avLst/>
              <a:gdLst>
                <a:gd name="connsiteX0" fmla="*/ 39264 w 76200"/>
                <a:gd name="connsiteY0" fmla="*/ 142875 h 142875"/>
                <a:gd name="connsiteX1" fmla="*/ 36406 w 76200"/>
                <a:gd name="connsiteY1" fmla="*/ 141637 h 142875"/>
                <a:gd name="connsiteX2" fmla="*/ 3926 w 76200"/>
                <a:gd name="connsiteY2" fmla="*/ 117062 h 142875"/>
                <a:gd name="connsiteX3" fmla="*/ 2021 w 76200"/>
                <a:gd name="connsiteY3" fmla="*/ 95441 h 142875"/>
                <a:gd name="connsiteX4" fmla="*/ 13070 w 76200"/>
                <a:gd name="connsiteY4" fmla="*/ 89535 h 142875"/>
                <a:gd name="connsiteX5" fmla="*/ 23357 w 76200"/>
                <a:gd name="connsiteY5" fmla="*/ 92392 h 142875"/>
                <a:gd name="connsiteX6" fmla="*/ 22881 w 76200"/>
                <a:gd name="connsiteY6" fmla="*/ 1905 h 142875"/>
                <a:gd name="connsiteX7" fmla="*/ 30215 w 76200"/>
                <a:gd name="connsiteY7" fmla="*/ 0 h 142875"/>
                <a:gd name="connsiteX8" fmla="*/ 57933 w 76200"/>
                <a:gd name="connsiteY8" fmla="*/ 55912 h 142875"/>
                <a:gd name="connsiteX9" fmla="*/ 60219 w 76200"/>
                <a:gd name="connsiteY9" fmla="*/ 67342 h 142875"/>
                <a:gd name="connsiteX10" fmla="*/ 66791 w 76200"/>
                <a:gd name="connsiteY10" fmla="*/ 90964 h 142875"/>
                <a:gd name="connsiteX11" fmla="*/ 79936 w 76200"/>
                <a:gd name="connsiteY11" fmla="*/ 146495 h 142875"/>
                <a:gd name="connsiteX12" fmla="*/ 80317 w 76200"/>
                <a:gd name="connsiteY12" fmla="*/ 149162 h 142875"/>
                <a:gd name="connsiteX13" fmla="*/ 39264 w 76200"/>
                <a:gd name="connsiteY13" fmla="*/ 142875 h 142875"/>
                <a:gd name="connsiteX14" fmla="*/ 24595 w 76200"/>
                <a:gd name="connsiteY14" fmla="*/ 5620 h 142875"/>
                <a:gd name="connsiteX15" fmla="*/ 29358 w 76200"/>
                <a:gd name="connsiteY15" fmla="*/ 96964 h 142875"/>
                <a:gd name="connsiteX16" fmla="*/ 32311 w 76200"/>
                <a:gd name="connsiteY16" fmla="*/ 104013 h 142875"/>
                <a:gd name="connsiteX17" fmla="*/ 26310 w 76200"/>
                <a:gd name="connsiteY17" fmla="*/ 99250 h 142875"/>
                <a:gd name="connsiteX18" fmla="*/ 12975 w 76200"/>
                <a:gd name="connsiteY18" fmla="*/ 93631 h 142875"/>
                <a:gd name="connsiteX19" fmla="*/ 5450 w 76200"/>
                <a:gd name="connsiteY19" fmla="*/ 97536 h 142875"/>
                <a:gd name="connsiteX20" fmla="*/ 7450 w 76200"/>
                <a:gd name="connsiteY20" fmla="*/ 115157 h 142875"/>
                <a:gd name="connsiteX21" fmla="*/ 38121 w 76200"/>
                <a:gd name="connsiteY21" fmla="*/ 138017 h 142875"/>
                <a:gd name="connsiteX22" fmla="*/ 40121 w 76200"/>
                <a:gd name="connsiteY22" fmla="*/ 138970 h 142875"/>
                <a:gd name="connsiteX23" fmla="*/ 75554 w 76200"/>
                <a:gd name="connsiteY23" fmla="*/ 144494 h 142875"/>
                <a:gd name="connsiteX24" fmla="*/ 62886 w 76200"/>
                <a:gd name="connsiteY24" fmla="*/ 92202 h 142875"/>
                <a:gd name="connsiteX25" fmla="*/ 56314 w 76200"/>
                <a:gd name="connsiteY25" fmla="*/ 68485 h 142875"/>
                <a:gd name="connsiteX26" fmla="*/ 53932 w 76200"/>
                <a:gd name="connsiteY26" fmla="*/ 56769 h 142875"/>
                <a:gd name="connsiteX27" fmla="*/ 30120 w 76200"/>
                <a:gd name="connsiteY27" fmla="*/ 4191 h 142875"/>
                <a:gd name="connsiteX28" fmla="*/ 24595 w 76200"/>
                <a:gd name="connsiteY28" fmla="*/ 562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6200" h="142875">
                  <a:moveTo>
                    <a:pt x="39264" y="142875"/>
                  </a:moveTo>
                  <a:lnTo>
                    <a:pt x="36406" y="141637"/>
                  </a:lnTo>
                  <a:cubicBezTo>
                    <a:pt x="24310" y="136017"/>
                    <a:pt x="10594" y="129635"/>
                    <a:pt x="3926" y="117062"/>
                  </a:cubicBezTo>
                  <a:cubicBezTo>
                    <a:pt x="-551" y="108775"/>
                    <a:pt x="-1218" y="100870"/>
                    <a:pt x="2021" y="95441"/>
                  </a:cubicBezTo>
                  <a:cubicBezTo>
                    <a:pt x="4307" y="91726"/>
                    <a:pt x="8307" y="89535"/>
                    <a:pt x="13070" y="89535"/>
                  </a:cubicBezTo>
                  <a:cubicBezTo>
                    <a:pt x="16309" y="89535"/>
                    <a:pt x="19833" y="90488"/>
                    <a:pt x="23357" y="92392"/>
                  </a:cubicBezTo>
                  <a:cubicBezTo>
                    <a:pt x="11260" y="61436"/>
                    <a:pt x="-2075" y="14192"/>
                    <a:pt x="22881" y="1905"/>
                  </a:cubicBezTo>
                  <a:cubicBezTo>
                    <a:pt x="25357" y="667"/>
                    <a:pt x="27834" y="0"/>
                    <a:pt x="30215" y="0"/>
                  </a:cubicBezTo>
                  <a:cubicBezTo>
                    <a:pt x="47932" y="0"/>
                    <a:pt x="53932" y="33623"/>
                    <a:pt x="57933" y="55912"/>
                  </a:cubicBezTo>
                  <a:cubicBezTo>
                    <a:pt x="58790" y="60674"/>
                    <a:pt x="59552" y="64770"/>
                    <a:pt x="60219" y="67342"/>
                  </a:cubicBezTo>
                  <a:cubicBezTo>
                    <a:pt x="62219" y="75152"/>
                    <a:pt x="64505" y="83153"/>
                    <a:pt x="66791" y="90964"/>
                  </a:cubicBezTo>
                  <a:cubicBezTo>
                    <a:pt x="72030" y="109347"/>
                    <a:pt x="77554" y="128397"/>
                    <a:pt x="79936" y="146495"/>
                  </a:cubicBezTo>
                  <a:lnTo>
                    <a:pt x="80317" y="149162"/>
                  </a:lnTo>
                  <a:lnTo>
                    <a:pt x="39264" y="142875"/>
                  </a:lnTo>
                  <a:close/>
                  <a:moveTo>
                    <a:pt x="24595" y="5620"/>
                  </a:moveTo>
                  <a:cubicBezTo>
                    <a:pt x="21" y="17717"/>
                    <a:pt x="19738" y="73533"/>
                    <a:pt x="29358" y="96964"/>
                  </a:cubicBezTo>
                  <a:lnTo>
                    <a:pt x="32311" y="104013"/>
                  </a:lnTo>
                  <a:lnTo>
                    <a:pt x="26310" y="99250"/>
                  </a:lnTo>
                  <a:cubicBezTo>
                    <a:pt x="20404" y="94583"/>
                    <a:pt x="15832" y="93631"/>
                    <a:pt x="12975" y="93631"/>
                  </a:cubicBezTo>
                  <a:cubicBezTo>
                    <a:pt x="9641" y="93631"/>
                    <a:pt x="6974" y="95059"/>
                    <a:pt x="5450" y="97536"/>
                  </a:cubicBezTo>
                  <a:cubicBezTo>
                    <a:pt x="2974" y="101632"/>
                    <a:pt x="3736" y="108204"/>
                    <a:pt x="7450" y="115157"/>
                  </a:cubicBezTo>
                  <a:cubicBezTo>
                    <a:pt x="13546" y="126492"/>
                    <a:pt x="26024" y="132302"/>
                    <a:pt x="38121" y="138017"/>
                  </a:cubicBezTo>
                  <a:lnTo>
                    <a:pt x="40121" y="138970"/>
                  </a:lnTo>
                  <a:lnTo>
                    <a:pt x="75554" y="144494"/>
                  </a:lnTo>
                  <a:cubicBezTo>
                    <a:pt x="73078" y="127445"/>
                    <a:pt x="67934" y="109633"/>
                    <a:pt x="62886" y="92202"/>
                  </a:cubicBezTo>
                  <a:cubicBezTo>
                    <a:pt x="60600" y="84392"/>
                    <a:pt x="58314" y="76295"/>
                    <a:pt x="56314" y="68485"/>
                  </a:cubicBezTo>
                  <a:cubicBezTo>
                    <a:pt x="55552" y="65722"/>
                    <a:pt x="54885" y="61532"/>
                    <a:pt x="53932" y="56769"/>
                  </a:cubicBezTo>
                  <a:cubicBezTo>
                    <a:pt x="50599" y="38386"/>
                    <a:pt x="44503" y="4191"/>
                    <a:pt x="30120" y="4191"/>
                  </a:cubicBezTo>
                  <a:cubicBezTo>
                    <a:pt x="28405" y="4191"/>
                    <a:pt x="26596" y="4667"/>
                    <a:pt x="24595" y="562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Shape 58">
              <a:extLst>
                <a:ext uri="{FF2B5EF4-FFF2-40B4-BE49-F238E27FC236}">
                  <a16:creationId xmlns:a16="http://schemas.microsoft.com/office/drawing/2014/main" id="{7BCA0F5D-8F66-42A8-BA2C-F1754DE66226}"/>
                </a:ext>
              </a:extLst>
            </p:cNvPr>
            <p:cNvSpPr/>
            <p:nvPr/>
          </p:nvSpPr>
          <p:spPr>
            <a:xfrm>
              <a:off x="1096155" y="5690872"/>
              <a:ext cx="35219" cy="64035"/>
            </a:xfrm>
            <a:custGeom>
              <a:avLst/>
              <a:gdLst>
                <a:gd name="connsiteX0" fmla="*/ 2162 w 104775"/>
                <a:gd name="connsiteY0" fmla="*/ 193849 h 190500"/>
                <a:gd name="connsiteX1" fmla="*/ 29499 w 104775"/>
                <a:gd name="connsiteY1" fmla="*/ 47736 h 190500"/>
                <a:gd name="connsiteX2" fmla="*/ 81410 w 104775"/>
                <a:gd name="connsiteY2" fmla="*/ 1159 h 190500"/>
                <a:gd name="connsiteX3" fmla="*/ 68171 w 104775"/>
                <a:gd name="connsiteY3" fmla="*/ 65167 h 190500"/>
                <a:gd name="connsiteX4" fmla="*/ 92459 w 104775"/>
                <a:gd name="connsiteY4" fmla="*/ 53927 h 190500"/>
                <a:gd name="connsiteX5" fmla="*/ 104651 w 104775"/>
                <a:gd name="connsiteY5" fmla="*/ 72120 h 190500"/>
                <a:gd name="connsiteX6" fmla="*/ 69504 w 104775"/>
                <a:gd name="connsiteY6" fmla="*/ 120126 h 190500"/>
                <a:gd name="connsiteX7" fmla="*/ 98746 w 104775"/>
                <a:gd name="connsiteY7" fmla="*/ 133366 h 190500"/>
                <a:gd name="connsiteX8" fmla="*/ 2162 w 104775"/>
                <a:gd name="connsiteY8" fmla="*/ 19384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775" h="190500">
                  <a:moveTo>
                    <a:pt x="2162" y="193849"/>
                  </a:moveTo>
                  <a:cubicBezTo>
                    <a:pt x="-6696" y="153082"/>
                    <a:pt x="13497" y="86979"/>
                    <a:pt x="29499" y="47736"/>
                  </a:cubicBezTo>
                  <a:cubicBezTo>
                    <a:pt x="34738" y="34877"/>
                    <a:pt x="63313" y="-7509"/>
                    <a:pt x="81410" y="1159"/>
                  </a:cubicBezTo>
                  <a:cubicBezTo>
                    <a:pt x="98555" y="9445"/>
                    <a:pt x="74838" y="54689"/>
                    <a:pt x="68171" y="65167"/>
                  </a:cubicBezTo>
                  <a:cubicBezTo>
                    <a:pt x="72933" y="59071"/>
                    <a:pt x="82744" y="53832"/>
                    <a:pt x="92459" y="53927"/>
                  </a:cubicBezTo>
                  <a:cubicBezTo>
                    <a:pt x="110176" y="54213"/>
                    <a:pt x="106366" y="57642"/>
                    <a:pt x="104651" y="72120"/>
                  </a:cubicBezTo>
                  <a:cubicBezTo>
                    <a:pt x="101984" y="94504"/>
                    <a:pt x="84935" y="106886"/>
                    <a:pt x="69504" y="120126"/>
                  </a:cubicBezTo>
                  <a:cubicBezTo>
                    <a:pt x="81029" y="115744"/>
                    <a:pt x="99413" y="116602"/>
                    <a:pt x="98746" y="133366"/>
                  </a:cubicBezTo>
                  <a:cubicBezTo>
                    <a:pt x="98174" y="150320"/>
                    <a:pt x="2162" y="193849"/>
                    <a:pt x="2162" y="193849"/>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0" name="Freeform: Shape 59">
              <a:extLst>
                <a:ext uri="{FF2B5EF4-FFF2-40B4-BE49-F238E27FC236}">
                  <a16:creationId xmlns:a16="http://schemas.microsoft.com/office/drawing/2014/main" id="{5FFFF278-C45C-43B0-A14F-77EE58E34D5C}"/>
                </a:ext>
              </a:extLst>
            </p:cNvPr>
            <p:cNvSpPr/>
            <p:nvPr/>
          </p:nvSpPr>
          <p:spPr>
            <a:xfrm>
              <a:off x="1364016" y="5626090"/>
              <a:ext cx="35219" cy="537890"/>
            </a:xfrm>
            <a:custGeom>
              <a:avLst/>
              <a:gdLst>
                <a:gd name="connsiteX0" fmla="*/ 0 w 104775"/>
                <a:gd name="connsiteY0" fmla="*/ 1602965 h 1600200"/>
                <a:gd name="connsiteX1" fmla="*/ 91516 w 104775"/>
                <a:gd name="connsiteY1" fmla="*/ 0 h 1600200"/>
                <a:gd name="connsiteX2" fmla="*/ 112342 w 104775"/>
                <a:gd name="connsiteY2" fmla="*/ 1189 h 1600200"/>
                <a:gd name="connsiteX3" fmla="*/ 20826 w 104775"/>
                <a:gd name="connsiteY3" fmla="*/ 1604154 h 1600200"/>
              </a:gdLst>
              <a:ahLst/>
              <a:cxnLst>
                <a:cxn ang="0">
                  <a:pos x="connsiteX0" y="connsiteY0"/>
                </a:cxn>
                <a:cxn ang="0">
                  <a:pos x="connsiteX1" y="connsiteY1"/>
                </a:cxn>
                <a:cxn ang="0">
                  <a:pos x="connsiteX2" y="connsiteY2"/>
                </a:cxn>
                <a:cxn ang="0">
                  <a:pos x="connsiteX3" y="connsiteY3"/>
                </a:cxn>
              </a:cxnLst>
              <a:rect l="l" t="t" r="r" b="b"/>
              <a:pathLst>
                <a:path w="104775" h="1600200">
                  <a:moveTo>
                    <a:pt x="0" y="1602965"/>
                  </a:moveTo>
                  <a:lnTo>
                    <a:pt x="91516" y="0"/>
                  </a:lnTo>
                  <a:lnTo>
                    <a:pt x="112342" y="1189"/>
                  </a:lnTo>
                  <a:lnTo>
                    <a:pt x="20826" y="1604154"/>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Shape 60">
              <a:extLst>
                <a:ext uri="{FF2B5EF4-FFF2-40B4-BE49-F238E27FC236}">
                  <a16:creationId xmlns:a16="http://schemas.microsoft.com/office/drawing/2014/main" id="{5BF7ABBE-7B5E-49E2-AB50-AC24E236533C}"/>
                </a:ext>
              </a:extLst>
            </p:cNvPr>
            <p:cNvSpPr/>
            <p:nvPr/>
          </p:nvSpPr>
          <p:spPr>
            <a:xfrm>
              <a:off x="1467949" y="5626148"/>
              <a:ext cx="35219" cy="537890"/>
            </a:xfrm>
            <a:custGeom>
              <a:avLst/>
              <a:gdLst>
                <a:gd name="connsiteX0" fmla="*/ 0 w 104775"/>
                <a:gd name="connsiteY0" fmla="*/ 1199 h 1600200"/>
                <a:gd name="connsiteX1" fmla="*/ 20824 w 104775"/>
                <a:gd name="connsiteY1" fmla="*/ 0 h 1600200"/>
                <a:gd name="connsiteX2" fmla="*/ 113143 w 104775"/>
                <a:gd name="connsiteY2" fmla="*/ 1602805 h 1600200"/>
                <a:gd name="connsiteX3" fmla="*/ 92318 w 104775"/>
                <a:gd name="connsiteY3" fmla="*/ 1604004 h 1600200"/>
              </a:gdLst>
              <a:ahLst/>
              <a:cxnLst>
                <a:cxn ang="0">
                  <a:pos x="connsiteX0" y="connsiteY0"/>
                </a:cxn>
                <a:cxn ang="0">
                  <a:pos x="connsiteX1" y="connsiteY1"/>
                </a:cxn>
                <a:cxn ang="0">
                  <a:pos x="connsiteX2" y="connsiteY2"/>
                </a:cxn>
                <a:cxn ang="0">
                  <a:pos x="connsiteX3" y="connsiteY3"/>
                </a:cxn>
              </a:cxnLst>
              <a:rect l="l" t="t" r="r" b="b"/>
              <a:pathLst>
                <a:path w="104775" h="1600200">
                  <a:moveTo>
                    <a:pt x="0" y="1199"/>
                  </a:moveTo>
                  <a:lnTo>
                    <a:pt x="20824" y="0"/>
                  </a:lnTo>
                  <a:lnTo>
                    <a:pt x="113143" y="1602805"/>
                  </a:lnTo>
                  <a:lnTo>
                    <a:pt x="92318" y="1604004"/>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Shape 61">
              <a:extLst>
                <a:ext uri="{FF2B5EF4-FFF2-40B4-BE49-F238E27FC236}">
                  <a16:creationId xmlns:a16="http://schemas.microsoft.com/office/drawing/2014/main" id="{313DCB7C-F790-4B11-8AA5-A8496237DF04}"/>
                </a:ext>
              </a:extLst>
            </p:cNvPr>
            <p:cNvSpPr/>
            <p:nvPr/>
          </p:nvSpPr>
          <p:spPr>
            <a:xfrm>
              <a:off x="1389903" y="5820451"/>
              <a:ext cx="89648" cy="6403"/>
            </a:xfrm>
            <a:custGeom>
              <a:avLst/>
              <a:gdLst>
                <a:gd name="connsiteX0" fmla="*/ 0 w 266700"/>
                <a:gd name="connsiteY0" fmla="*/ 0 h 19050"/>
                <a:gd name="connsiteX1" fmla="*/ 269843 w 266700"/>
                <a:gd name="connsiteY1" fmla="*/ 0 h 19050"/>
                <a:gd name="connsiteX2" fmla="*/ 269843 w 266700"/>
                <a:gd name="connsiteY2" fmla="*/ 20860 h 19050"/>
                <a:gd name="connsiteX3" fmla="*/ 0 w 26670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66700" h="19050">
                  <a:moveTo>
                    <a:pt x="0" y="0"/>
                  </a:moveTo>
                  <a:lnTo>
                    <a:pt x="269843" y="0"/>
                  </a:lnTo>
                  <a:lnTo>
                    <a:pt x="269843"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Freeform: Shape 62">
              <a:extLst>
                <a:ext uri="{FF2B5EF4-FFF2-40B4-BE49-F238E27FC236}">
                  <a16:creationId xmlns:a16="http://schemas.microsoft.com/office/drawing/2014/main" id="{7DAA44F5-FFB8-4D41-BE3D-3A9F14EB784C}"/>
                </a:ext>
              </a:extLst>
            </p:cNvPr>
            <p:cNvSpPr/>
            <p:nvPr/>
          </p:nvSpPr>
          <p:spPr>
            <a:xfrm>
              <a:off x="1389903" y="5765029"/>
              <a:ext cx="89648" cy="6403"/>
            </a:xfrm>
            <a:custGeom>
              <a:avLst/>
              <a:gdLst>
                <a:gd name="connsiteX0" fmla="*/ 0 w 266700"/>
                <a:gd name="connsiteY0" fmla="*/ 0 h 19050"/>
                <a:gd name="connsiteX1" fmla="*/ 269843 w 266700"/>
                <a:gd name="connsiteY1" fmla="*/ 0 h 19050"/>
                <a:gd name="connsiteX2" fmla="*/ 269843 w 266700"/>
                <a:gd name="connsiteY2" fmla="*/ 20860 h 19050"/>
                <a:gd name="connsiteX3" fmla="*/ 0 w 26670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66700" h="19050">
                  <a:moveTo>
                    <a:pt x="0" y="0"/>
                  </a:moveTo>
                  <a:lnTo>
                    <a:pt x="269843" y="0"/>
                  </a:lnTo>
                  <a:lnTo>
                    <a:pt x="269843"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4" name="Freeform: Shape 63">
              <a:extLst>
                <a:ext uri="{FF2B5EF4-FFF2-40B4-BE49-F238E27FC236}">
                  <a16:creationId xmlns:a16="http://schemas.microsoft.com/office/drawing/2014/main" id="{95D81CCC-A6F0-4AA8-8384-48171178DE9E}"/>
                </a:ext>
              </a:extLst>
            </p:cNvPr>
            <p:cNvSpPr/>
            <p:nvPr/>
          </p:nvSpPr>
          <p:spPr>
            <a:xfrm>
              <a:off x="1389903" y="5709575"/>
              <a:ext cx="89648" cy="6403"/>
            </a:xfrm>
            <a:custGeom>
              <a:avLst/>
              <a:gdLst>
                <a:gd name="connsiteX0" fmla="*/ 0 w 266700"/>
                <a:gd name="connsiteY0" fmla="*/ 0 h 19050"/>
                <a:gd name="connsiteX1" fmla="*/ 269843 w 266700"/>
                <a:gd name="connsiteY1" fmla="*/ 0 h 19050"/>
                <a:gd name="connsiteX2" fmla="*/ 269843 w 266700"/>
                <a:gd name="connsiteY2" fmla="*/ 20860 h 19050"/>
                <a:gd name="connsiteX3" fmla="*/ 0 w 26670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66700" h="19050">
                  <a:moveTo>
                    <a:pt x="0" y="0"/>
                  </a:moveTo>
                  <a:lnTo>
                    <a:pt x="269843" y="0"/>
                  </a:lnTo>
                  <a:lnTo>
                    <a:pt x="269843"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Shape 64">
              <a:extLst>
                <a:ext uri="{FF2B5EF4-FFF2-40B4-BE49-F238E27FC236}">
                  <a16:creationId xmlns:a16="http://schemas.microsoft.com/office/drawing/2014/main" id="{C4E832B2-B63A-48D4-8994-8696ED7FC6D5}"/>
                </a:ext>
              </a:extLst>
            </p:cNvPr>
            <p:cNvSpPr/>
            <p:nvPr/>
          </p:nvSpPr>
          <p:spPr>
            <a:xfrm>
              <a:off x="1394130" y="5654154"/>
              <a:ext cx="76841" cy="6403"/>
            </a:xfrm>
            <a:custGeom>
              <a:avLst/>
              <a:gdLst>
                <a:gd name="connsiteX0" fmla="*/ 0 w 228600"/>
                <a:gd name="connsiteY0" fmla="*/ 0 h 19050"/>
                <a:gd name="connsiteX1" fmla="*/ 237363 w 228600"/>
                <a:gd name="connsiteY1" fmla="*/ 0 h 19050"/>
                <a:gd name="connsiteX2" fmla="*/ 237363 w 228600"/>
                <a:gd name="connsiteY2" fmla="*/ 20860 h 19050"/>
                <a:gd name="connsiteX3" fmla="*/ 0 w 22860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28600" h="19050">
                  <a:moveTo>
                    <a:pt x="0" y="0"/>
                  </a:moveTo>
                  <a:lnTo>
                    <a:pt x="237363" y="0"/>
                  </a:lnTo>
                  <a:lnTo>
                    <a:pt x="237363"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Shape 65">
              <a:extLst>
                <a:ext uri="{FF2B5EF4-FFF2-40B4-BE49-F238E27FC236}">
                  <a16:creationId xmlns:a16="http://schemas.microsoft.com/office/drawing/2014/main" id="{2AFC8A90-166A-4D8C-BFA2-146023CD21A4}"/>
                </a:ext>
              </a:extLst>
            </p:cNvPr>
            <p:cNvSpPr/>
            <p:nvPr/>
          </p:nvSpPr>
          <p:spPr>
            <a:xfrm>
              <a:off x="1389903" y="5875905"/>
              <a:ext cx="89648" cy="6403"/>
            </a:xfrm>
            <a:custGeom>
              <a:avLst/>
              <a:gdLst>
                <a:gd name="connsiteX0" fmla="*/ 0 w 266700"/>
                <a:gd name="connsiteY0" fmla="*/ 0 h 19050"/>
                <a:gd name="connsiteX1" fmla="*/ 269843 w 266700"/>
                <a:gd name="connsiteY1" fmla="*/ 0 h 19050"/>
                <a:gd name="connsiteX2" fmla="*/ 269843 w 266700"/>
                <a:gd name="connsiteY2" fmla="*/ 20860 h 19050"/>
                <a:gd name="connsiteX3" fmla="*/ 0 w 26670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66700" h="19050">
                  <a:moveTo>
                    <a:pt x="0" y="0"/>
                  </a:moveTo>
                  <a:lnTo>
                    <a:pt x="269843" y="0"/>
                  </a:lnTo>
                  <a:lnTo>
                    <a:pt x="269843"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Shape 66">
              <a:extLst>
                <a:ext uri="{FF2B5EF4-FFF2-40B4-BE49-F238E27FC236}">
                  <a16:creationId xmlns:a16="http://schemas.microsoft.com/office/drawing/2014/main" id="{CFFB35C7-EC0A-482A-8E46-0B0AB326FC24}"/>
                </a:ext>
              </a:extLst>
            </p:cNvPr>
            <p:cNvSpPr/>
            <p:nvPr/>
          </p:nvSpPr>
          <p:spPr>
            <a:xfrm>
              <a:off x="1385485" y="5931327"/>
              <a:ext cx="99253" cy="6403"/>
            </a:xfrm>
            <a:custGeom>
              <a:avLst/>
              <a:gdLst>
                <a:gd name="connsiteX0" fmla="*/ 0 w 295275"/>
                <a:gd name="connsiteY0" fmla="*/ 0 h 19050"/>
                <a:gd name="connsiteX1" fmla="*/ 296037 w 295275"/>
                <a:gd name="connsiteY1" fmla="*/ 0 h 19050"/>
                <a:gd name="connsiteX2" fmla="*/ 296037 w 295275"/>
                <a:gd name="connsiteY2" fmla="*/ 20860 h 19050"/>
                <a:gd name="connsiteX3" fmla="*/ 0 w 295275"/>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95275" h="19050">
                  <a:moveTo>
                    <a:pt x="0" y="0"/>
                  </a:moveTo>
                  <a:lnTo>
                    <a:pt x="296037" y="0"/>
                  </a:lnTo>
                  <a:lnTo>
                    <a:pt x="296037"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Shape 67">
              <a:extLst>
                <a:ext uri="{FF2B5EF4-FFF2-40B4-BE49-F238E27FC236}">
                  <a16:creationId xmlns:a16="http://schemas.microsoft.com/office/drawing/2014/main" id="{44F32189-27C9-4994-865E-EF836DDBC4A5}"/>
                </a:ext>
              </a:extLst>
            </p:cNvPr>
            <p:cNvSpPr/>
            <p:nvPr/>
          </p:nvSpPr>
          <p:spPr>
            <a:xfrm>
              <a:off x="1378249" y="5986781"/>
              <a:ext cx="105657" cy="6403"/>
            </a:xfrm>
            <a:custGeom>
              <a:avLst/>
              <a:gdLst>
                <a:gd name="connsiteX0" fmla="*/ 0 w 314325"/>
                <a:gd name="connsiteY0" fmla="*/ 0 h 19050"/>
                <a:gd name="connsiteX1" fmla="*/ 320421 w 314325"/>
                <a:gd name="connsiteY1" fmla="*/ 0 h 19050"/>
                <a:gd name="connsiteX2" fmla="*/ 320421 w 314325"/>
                <a:gd name="connsiteY2" fmla="*/ 20860 h 19050"/>
                <a:gd name="connsiteX3" fmla="*/ 0 w 314325"/>
                <a:gd name="connsiteY3" fmla="*/ 20860 h 19050"/>
              </a:gdLst>
              <a:ahLst/>
              <a:cxnLst>
                <a:cxn ang="0">
                  <a:pos x="connsiteX0" y="connsiteY0"/>
                </a:cxn>
                <a:cxn ang="0">
                  <a:pos x="connsiteX1" y="connsiteY1"/>
                </a:cxn>
                <a:cxn ang="0">
                  <a:pos x="connsiteX2" y="connsiteY2"/>
                </a:cxn>
                <a:cxn ang="0">
                  <a:pos x="connsiteX3" y="connsiteY3"/>
                </a:cxn>
              </a:cxnLst>
              <a:rect l="l" t="t" r="r" b="b"/>
              <a:pathLst>
                <a:path w="314325" h="19050">
                  <a:moveTo>
                    <a:pt x="0" y="0"/>
                  </a:moveTo>
                  <a:lnTo>
                    <a:pt x="320421" y="0"/>
                  </a:lnTo>
                  <a:lnTo>
                    <a:pt x="320421"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9" name="Freeform: Shape 68">
              <a:extLst>
                <a:ext uri="{FF2B5EF4-FFF2-40B4-BE49-F238E27FC236}">
                  <a16:creationId xmlns:a16="http://schemas.microsoft.com/office/drawing/2014/main" id="{33D12419-6451-445E-ABE2-87A892FABB9F}"/>
                </a:ext>
              </a:extLst>
            </p:cNvPr>
            <p:cNvSpPr/>
            <p:nvPr/>
          </p:nvSpPr>
          <p:spPr>
            <a:xfrm>
              <a:off x="1378921" y="6042235"/>
              <a:ext cx="112060" cy="6403"/>
            </a:xfrm>
            <a:custGeom>
              <a:avLst/>
              <a:gdLst>
                <a:gd name="connsiteX0" fmla="*/ 0 w 333375"/>
                <a:gd name="connsiteY0" fmla="*/ 0 h 19050"/>
                <a:gd name="connsiteX1" fmla="*/ 335090 w 333375"/>
                <a:gd name="connsiteY1" fmla="*/ 0 h 19050"/>
                <a:gd name="connsiteX2" fmla="*/ 335090 w 333375"/>
                <a:gd name="connsiteY2" fmla="*/ 20860 h 19050"/>
                <a:gd name="connsiteX3" fmla="*/ 0 w 333375"/>
                <a:gd name="connsiteY3" fmla="*/ 20860 h 19050"/>
              </a:gdLst>
              <a:ahLst/>
              <a:cxnLst>
                <a:cxn ang="0">
                  <a:pos x="connsiteX0" y="connsiteY0"/>
                </a:cxn>
                <a:cxn ang="0">
                  <a:pos x="connsiteX1" y="connsiteY1"/>
                </a:cxn>
                <a:cxn ang="0">
                  <a:pos x="connsiteX2" y="connsiteY2"/>
                </a:cxn>
                <a:cxn ang="0">
                  <a:pos x="connsiteX3" y="connsiteY3"/>
                </a:cxn>
              </a:cxnLst>
              <a:rect l="l" t="t" r="r" b="b"/>
              <a:pathLst>
                <a:path w="333375" h="19050">
                  <a:moveTo>
                    <a:pt x="0" y="0"/>
                  </a:moveTo>
                  <a:lnTo>
                    <a:pt x="335090" y="0"/>
                  </a:lnTo>
                  <a:lnTo>
                    <a:pt x="335090"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Shape 69">
              <a:extLst>
                <a:ext uri="{FF2B5EF4-FFF2-40B4-BE49-F238E27FC236}">
                  <a16:creationId xmlns:a16="http://schemas.microsoft.com/office/drawing/2014/main" id="{996E5861-A51B-4CB0-B020-EE61E3020417}"/>
                </a:ext>
              </a:extLst>
            </p:cNvPr>
            <p:cNvSpPr/>
            <p:nvPr/>
          </p:nvSpPr>
          <p:spPr>
            <a:xfrm>
              <a:off x="1374951" y="6097657"/>
              <a:ext cx="118464" cy="6403"/>
            </a:xfrm>
            <a:custGeom>
              <a:avLst/>
              <a:gdLst>
                <a:gd name="connsiteX0" fmla="*/ 0 w 352425"/>
                <a:gd name="connsiteY0" fmla="*/ 0 h 19050"/>
                <a:gd name="connsiteX1" fmla="*/ 358616 w 352425"/>
                <a:gd name="connsiteY1" fmla="*/ 0 h 19050"/>
                <a:gd name="connsiteX2" fmla="*/ 358616 w 352425"/>
                <a:gd name="connsiteY2" fmla="*/ 20860 h 19050"/>
                <a:gd name="connsiteX3" fmla="*/ 0 w 352425"/>
                <a:gd name="connsiteY3" fmla="*/ 20860 h 19050"/>
              </a:gdLst>
              <a:ahLst/>
              <a:cxnLst>
                <a:cxn ang="0">
                  <a:pos x="connsiteX0" y="connsiteY0"/>
                </a:cxn>
                <a:cxn ang="0">
                  <a:pos x="connsiteX1" y="connsiteY1"/>
                </a:cxn>
                <a:cxn ang="0">
                  <a:pos x="connsiteX2" y="connsiteY2"/>
                </a:cxn>
                <a:cxn ang="0">
                  <a:pos x="connsiteX3" y="connsiteY3"/>
                </a:cxn>
              </a:cxnLst>
              <a:rect l="l" t="t" r="r" b="b"/>
              <a:pathLst>
                <a:path w="352425" h="19050">
                  <a:moveTo>
                    <a:pt x="0" y="0"/>
                  </a:moveTo>
                  <a:lnTo>
                    <a:pt x="358616" y="0"/>
                  </a:lnTo>
                  <a:lnTo>
                    <a:pt x="358616" y="20860"/>
                  </a:lnTo>
                  <a:lnTo>
                    <a:pt x="0" y="2086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1" name="Freeform: Shape 70">
              <a:extLst>
                <a:ext uri="{FF2B5EF4-FFF2-40B4-BE49-F238E27FC236}">
                  <a16:creationId xmlns:a16="http://schemas.microsoft.com/office/drawing/2014/main" id="{980B1515-1BF4-4E82-976B-30176D7C761D}"/>
                </a:ext>
              </a:extLst>
            </p:cNvPr>
            <p:cNvSpPr/>
            <p:nvPr/>
          </p:nvSpPr>
          <p:spPr>
            <a:xfrm>
              <a:off x="1461206" y="5387097"/>
              <a:ext cx="41622" cy="73640"/>
            </a:xfrm>
            <a:custGeom>
              <a:avLst/>
              <a:gdLst>
                <a:gd name="connsiteX0" fmla="*/ 35432 w 123825"/>
                <a:gd name="connsiteY0" fmla="*/ 0 h 219075"/>
                <a:gd name="connsiteX1" fmla="*/ 122967 w 123825"/>
                <a:gd name="connsiteY1" fmla="*/ 222790 h 219075"/>
                <a:gd name="connsiteX2" fmla="*/ 16096 w 123825"/>
                <a:gd name="connsiteY2" fmla="*/ 150686 h 219075"/>
                <a:gd name="connsiteX3" fmla="*/ 35432 w 123825"/>
                <a:gd name="connsiteY3" fmla="*/ 0 h 219075"/>
              </a:gdLst>
              <a:ahLst/>
              <a:cxnLst>
                <a:cxn ang="0">
                  <a:pos x="connsiteX0" y="connsiteY0"/>
                </a:cxn>
                <a:cxn ang="0">
                  <a:pos x="connsiteX1" y="connsiteY1"/>
                </a:cxn>
                <a:cxn ang="0">
                  <a:pos x="connsiteX2" y="connsiteY2"/>
                </a:cxn>
                <a:cxn ang="0">
                  <a:pos x="connsiteX3" y="connsiteY3"/>
                </a:cxn>
              </a:cxnLst>
              <a:rect l="l" t="t" r="r" b="b"/>
              <a:pathLst>
                <a:path w="123825" h="219075">
                  <a:moveTo>
                    <a:pt x="35432" y="0"/>
                  </a:moveTo>
                  <a:cubicBezTo>
                    <a:pt x="35432" y="0"/>
                    <a:pt x="136301" y="148019"/>
                    <a:pt x="122967" y="222790"/>
                  </a:cubicBezTo>
                  <a:cubicBezTo>
                    <a:pt x="122967" y="222790"/>
                    <a:pt x="64197" y="233458"/>
                    <a:pt x="16096" y="150686"/>
                  </a:cubicBezTo>
                  <a:cubicBezTo>
                    <a:pt x="16096" y="150686"/>
                    <a:pt x="-30767" y="33623"/>
                    <a:pt x="35432" y="0"/>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Shape 71">
              <a:extLst>
                <a:ext uri="{FF2B5EF4-FFF2-40B4-BE49-F238E27FC236}">
                  <a16:creationId xmlns:a16="http://schemas.microsoft.com/office/drawing/2014/main" id="{7402B0A5-41B6-4092-AF4F-244E4135EFE9}"/>
                </a:ext>
              </a:extLst>
            </p:cNvPr>
            <p:cNvSpPr/>
            <p:nvPr/>
          </p:nvSpPr>
          <p:spPr>
            <a:xfrm>
              <a:off x="1390287" y="5691646"/>
              <a:ext cx="25614" cy="19210"/>
            </a:xfrm>
            <a:custGeom>
              <a:avLst/>
              <a:gdLst>
                <a:gd name="connsiteX0" fmla="*/ 43910 w 76200"/>
                <a:gd name="connsiteY0" fmla="*/ 9144 h 57150"/>
                <a:gd name="connsiteX1" fmla="*/ 0 w 76200"/>
                <a:gd name="connsiteY1" fmla="*/ 60960 h 57150"/>
                <a:gd name="connsiteX2" fmla="*/ 57436 w 76200"/>
                <a:gd name="connsiteY2" fmla="*/ 55531 h 57150"/>
                <a:gd name="connsiteX3" fmla="*/ 77343 w 76200"/>
                <a:gd name="connsiteY3" fmla="*/ 0 h 57150"/>
                <a:gd name="connsiteX4" fmla="*/ 43910 w 76200"/>
                <a:gd name="connsiteY4" fmla="*/ 914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57150">
                  <a:moveTo>
                    <a:pt x="43910" y="9144"/>
                  </a:moveTo>
                  <a:cubicBezTo>
                    <a:pt x="42672" y="32766"/>
                    <a:pt x="10096" y="42672"/>
                    <a:pt x="0" y="60960"/>
                  </a:cubicBezTo>
                  <a:cubicBezTo>
                    <a:pt x="10477" y="65913"/>
                    <a:pt x="47244" y="63722"/>
                    <a:pt x="57436" y="55531"/>
                  </a:cubicBezTo>
                  <a:cubicBezTo>
                    <a:pt x="71438" y="44387"/>
                    <a:pt x="60960" y="16097"/>
                    <a:pt x="77343" y="0"/>
                  </a:cubicBezTo>
                  <a:lnTo>
                    <a:pt x="43910" y="9144"/>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8E46CECC-447F-4159-A51D-D6918F7DFD7C}"/>
                </a:ext>
              </a:extLst>
            </p:cNvPr>
            <p:cNvSpPr/>
            <p:nvPr/>
          </p:nvSpPr>
          <p:spPr>
            <a:xfrm>
              <a:off x="1482722" y="5685594"/>
              <a:ext cx="22412" cy="25614"/>
            </a:xfrm>
            <a:custGeom>
              <a:avLst/>
              <a:gdLst>
                <a:gd name="connsiteX0" fmla="*/ 3616 w 66675"/>
                <a:gd name="connsiteY0" fmla="*/ 19812 h 76200"/>
                <a:gd name="connsiteX1" fmla="*/ 92 w 66675"/>
                <a:gd name="connsiteY1" fmla="*/ 75057 h 76200"/>
                <a:gd name="connsiteX2" fmla="*/ 69625 w 66675"/>
                <a:gd name="connsiteY2" fmla="*/ 82867 h 76200"/>
                <a:gd name="connsiteX3" fmla="*/ 37716 w 66675"/>
                <a:gd name="connsiteY3" fmla="*/ 52007 h 76200"/>
                <a:gd name="connsiteX4" fmla="*/ 18761 w 66675"/>
                <a:gd name="connsiteY4" fmla="*/ 0 h 76200"/>
                <a:gd name="connsiteX5" fmla="*/ 3616 w 66675"/>
                <a:gd name="connsiteY5" fmla="*/ 19812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675" h="76200">
                  <a:moveTo>
                    <a:pt x="3616" y="19812"/>
                  </a:moveTo>
                  <a:cubicBezTo>
                    <a:pt x="4664" y="38195"/>
                    <a:pt x="-765" y="56102"/>
                    <a:pt x="92" y="75057"/>
                  </a:cubicBezTo>
                  <a:cubicBezTo>
                    <a:pt x="24285" y="78962"/>
                    <a:pt x="44669" y="84392"/>
                    <a:pt x="69625" y="82867"/>
                  </a:cubicBezTo>
                  <a:cubicBezTo>
                    <a:pt x="63814" y="65627"/>
                    <a:pt x="51051" y="62389"/>
                    <a:pt x="37716" y="52007"/>
                  </a:cubicBezTo>
                  <a:cubicBezTo>
                    <a:pt x="16285" y="35338"/>
                    <a:pt x="26572" y="23813"/>
                    <a:pt x="18761" y="0"/>
                  </a:cubicBezTo>
                  <a:lnTo>
                    <a:pt x="3616" y="19812"/>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9E1659E0-7865-41AE-AAB4-D23766E1E3F1}"/>
                </a:ext>
              </a:extLst>
            </p:cNvPr>
            <p:cNvSpPr/>
            <p:nvPr/>
          </p:nvSpPr>
          <p:spPr>
            <a:xfrm>
              <a:off x="1400949" y="5474825"/>
              <a:ext cx="89648" cy="224121"/>
            </a:xfrm>
            <a:custGeom>
              <a:avLst/>
              <a:gdLst>
                <a:gd name="connsiteX0" fmla="*/ 84201 w 266700"/>
                <a:gd name="connsiteY0" fmla="*/ 2667 h 666750"/>
                <a:gd name="connsiteX1" fmla="*/ 0 w 266700"/>
                <a:gd name="connsiteY1" fmla="*/ 659606 h 666750"/>
                <a:gd name="connsiteX2" fmla="*/ 41434 w 266700"/>
                <a:gd name="connsiteY2" fmla="*/ 661226 h 666750"/>
                <a:gd name="connsiteX3" fmla="*/ 170212 w 266700"/>
                <a:gd name="connsiteY3" fmla="*/ 219932 h 666750"/>
                <a:gd name="connsiteX4" fmla="*/ 235268 w 266700"/>
                <a:gd name="connsiteY4" fmla="*/ 670655 h 666750"/>
                <a:gd name="connsiteX5" fmla="*/ 273749 w 266700"/>
                <a:gd name="connsiteY5" fmla="*/ 667512 h 666750"/>
                <a:gd name="connsiteX6" fmla="*/ 275272 w 266700"/>
                <a:gd name="connsiteY6" fmla="*/ 276416 h 666750"/>
                <a:gd name="connsiteX7" fmla="*/ 244126 w 266700"/>
                <a:gd name="connsiteY7" fmla="*/ 0 h 666750"/>
                <a:gd name="connsiteX8" fmla="*/ 84201 w 266700"/>
                <a:gd name="connsiteY8" fmla="*/ 2667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700" h="666750">
                  <a:moveTo>
                    <a:pt x="84201" y="2667"/>
                  </a:moveTo>
                  <a:lnTo>
                    <a:pt x="0" y="659606"/>
                  </a:lnTo>
                  <a:lnTo>
                    <a:pt x="41434" y="661226"/>
                  </a:lnTo>
                  <a:lnTo>
                    <a:pt x="170212" y="219932"/>
                  </a:lnTo>
                  <a:lnTo>
                    <a:pt x="235268" y="670655"/>
                  </a:lnTo>
                  <a:lnTo>
                    <a:pt x="273749" y="667512"/>
                  </a:lnTo>
                  <a:cubicBezTo>
                    <a:pt x="273749" y="667512"/>
                    <a:pt x="276701" y="369094"/>
                    <a:pt x="275272" y="276416"/>
                  </a:cubicBezTo>
                  <a:cubicBezTo>
                    <a:pt x="273749" y="183737"/>
                    <a:pt x="278225" y="54959"/>
                    <a:pt x="244126" y="0"/>
                  </a:cubicBezTo>
                  <a:cubicBezTo>
                    <a:pt x="244221" y="0"/>
                    <a:pt x="131540" y="33528"/>
                    <a:pt x="84201" y="266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CD846C53-213D-4A61-8D0B-DCD8566D0B8E}"/>
                </a:ext>
              </a:extLst>
            </p:cNvPr>
            <p:cNvSpPr/>
            <p:nvPr/>
          </p:nvSpPr>
          <p:spPr>
            <a:xfrm>
              <a:off x="1411128" y="5354193"/>
              <a:ext cx="60833" cy="70438"/>
            </a:xfrm>
            <a:custGeom>
              <a:avLst/>
              <a:gdLst>
                <a:gd name="connsiteX0" fmla="*/ 82207 w 180975"/>
                <a:gd name="connsiteY0" fmla="*/ 2163 h 209550"/>
                <a:gd name="connsiteX1" fmla="*/ 115735 w 180975"/>
                <a:gd name="connsiteY1" fmla="*/ 81792 h 209550"/>
                <a:gd name="connsiteX2" fmla="*/ 188030 w 180975"/>
                <a:gd name="connsiteY2" fmla="*/ 130750 h 209550"/>
                <a:gd name="connsiteX3" fmla="*/ 139548 w 180975"/>
                <a:gd name="connsiteY3" fmla="*/ 177518 h 209550"/>
                <a:gd name="connsiteX4" fmla="*/ 37059 w 180975"/>
                <a:gd name="connsiteY4" fmla="*/ 212380 h 209550"/>
                <a:gd name="connsiteX5" fmla="*/ 102 w 180975"/>
                <a:gd name="connsiteY5" fmla="*/ 178280 h 209550"/>
                <a:gd name="connsiteX6" fmla="*/ 8865 w 180975"/>
                <a:gd name="connsiteY6" fmla="*/ 144371 h 209550"/>
                <a:gd name="connsiteX7" fmla="*/ 18580 w 180975"/>
                <a:gd name="connsiteY7" fmla="*/ 103699 h 209550"/>
                <a:gd name="connsiteX8" fmla="*/ 45441 w 180975"/>
                <a:gd name="connsiteY8" fmla="*/ 87888 h 209550"/>
                <a:gd name="connsiteX9" fmla="*/ 43441 w 180975"/>
                <a:gd name="connsiteY9" fmla="*/ 52741 h 209550"/>
                <a:gd name="connsiteX10" fmla="*/ 82207 w 180975"/>
                <a:gd name="connsiteY10" fmla="*/ 2163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975" h="209550">
                  <a:moveTo>
                    <a:pt x="82207" y="2163"/>
                  </a:moveTo>
                  <a:cubicBezTo>
                    <a:pt x="88875" y="23404"/>
                    <a:pt x="97257" y="68933"/>
                    <a:pt x="115735" y="81792"/>
                  </a:cubicBezTo>
                  <a:cubicBezTo>
                    <a:pt x="132880" y="93698"/>
                    <a:pt x="200412" y="95889"/>
                    <a:pt x="188030" y="130750"/>
                  </a:cubicBezTo>
                  <a:cubicBezTo>
                    <a:pt x="181172" y="149991"/>
                    <a:pt x="155169" y="167326"/>
                    <a:pt x="139548" y="177518"/>
                  </a:cubicBezTo>
                  <a:cubicBezTo>
                    <a:pt x="110878" y="196378"/>
                    <a:pt x="71539" y="215428"/>
                    <a:pt x="37059" y="212380"/>
                  </a:cubicBezTo>
                  <a:cubicBezTo>
                    <a:pt x="18390" y="210856"/>
                    <a:pt x="1911" y="199616"/>
                    <a:pt x="102" y="178280"/>
                  </a:cubicBezTo>
                  <a:cubicBezTo>
                    <a:pt x="-946" y="165326"/>
                    <a:pt x="6388" y="156468"/>
                    <a:pt x="8865" y="144371"/>
                  </a:cubicBezTo>
                  <a:cubicBezTo>
                    <a:pt x="11722" y="130369"/>
                    <a:pt x="7817" y="114939"/>
                    <a:pt x="18580" y="103699"/>
                  </a:cubicBezTo>
                  <a:cubicBezTo>
                    <a:pt x="25629" y="96460"/>
                    <a:pt x="40488" y="95889"/>
                    <a:pt x="45441" y="87888"/>
                  </a:cubicBezTo>
                  <a:cubicBezTo>
                    <a:pt x="50489" y="79696"/>
                    <a:pt x="46107" y="61123"/>
                    <a:pt x="43441" y="52741"/>
                  </a:cubicBezTo>
                  <a:cubicBezTo>
                    <a:pt x="34392" y="25213"/>
                    <a:pt x="63348" y="-8981"/>
                    <a:pt x="82207" y="2163"/>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C256A6F9-342A-46D5-B9D9-C2CCF611F1BD}"/>
                </a:ext>
              </a:extLst>
            </p:cNvPr>
            <p:cNvSpPr/>
            <p:nvPr/>
          </p:nvSpPr>
          <p:spPr>
            <a:xfrm>
              <a:off x="1402102" y="5383664"/>
              <a:ext cx="86447" cy="118464"/>
            </a:xfrm>
            <a:custGeom>
              <a:avLst/>
              <a:gdLst>
                <a:gd name="connsiteX0" fmla="*/ 0 w 257175"/>
                <a:gd name="connsiteY0" fmla="*/ 82511 h 352425"/>
                <a:gd name="connsiteX1" fmla="*/ 26861 w 257175"/>
                <a:gd name="connsiteY1" fmla="*/ 28600 h 352425"/>
                <a:gd name="connsiteX2" fmla="*/ 56293 w 257175"/>
                <a:gd name="connsiteY2" fmla="*/ 10407 h 352425"/>
                <a:gd name="connsiteX3" fmla="*/ 90869 w 257175"/>
                <a:gd name="connsiteY3" fmla="*/ 35648 h 352425"/>
                <a:gd name="connsiteX4" fmla="*/ 158210 w 257175"/>
                <a:gd name="connsiteY4" fmla="*/ 1358 h 352425"/>
                <a:gd name="connsiteX5" fmla="*/ 211265 w 257175"/>
                <a:gd name="connsiteY5" fmla="*/ 10216 h 352425"/>
                <a:gd name="connsiteX6" fmla="*/ 243650 w 257175"/>
                <a:gd name="connsiteY6" fmla="*/ 142519 h 352425"/>
                <a:gd name="connsiteX7" fmla="*/ 250222 w 257175"/>
                <a:gd name="connsiteY7" fmla="*/ 243103 h 352425"/>
                <a:gd name="connsiteX8" fmla="*/ 262795 w 257175"/>
                <a:gd name="connsiteY8" fmla="*/ 344544 h 352425"/>
                <a:gd name="connsiteX9" fmla="*/ 127635 w 257175"/>
                <a:gd name="connsiteY9" fmla="*/ 348259 h 352425"/>
                <a:gd name="connsiteX10" fmla="*/ 41529 w 257175"/>
                <a:gd name="connsiteY10" fmla="*/ 152710 h 352425"/>
                <a:gd name="connsiteX11" fmla="*/ 0 w 257175"/>
                <a:gd name="connsiteY11" fmla="*/ 82511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175" h="352425">
                  <a:moveTo>
                    <a:pt x="0" y="82511"/>
                  </a:moveTo>
                  <a:cubicBezTo>
                    <a:pt x="4763" y="57556"/>
                    <a:pt x="18002" y="41077"/>
                    <a:pt x="26861" y="28600"/>
                  </a:cubicBezTo>
                  <a:cubicBezTo>
                    <a:pt x="35814" y="16217"/>
                    <a:pt x="56293" y="10407"/>
                    <a:pt x="56293" y="10407"/>
                  </a:cubicBezTo>
                  <a:cubicBezTo>
                    <a:pt x="56293" y="10407"/>
                    <a:pt x="47339" y="36601"/>
                    <a:pt x="90869" y="35648"/>
                  </a:cubicBezTo>
                  <a:cubicBezTo>
                    <a:pt x="136398" y="34600"/>
                    <a:pt x="158210" y="1358"/>
                    <a:pt x="158210" y="1358"/>
                  </a:cubicBezTo>
                  <a:cubicBezTo>
                    <a:pt x="158210" y="1358"/>
                    <a:pt x="184595" y="-5119"/>
                    <a:pt x="211265" y="10216"/>
                  </a:cubicBezTo>
                  <a:cubicBezTo>
                    <a:pt x="238030" y="25552"/>
                    <a:pt x="241649" y="86797"/>
                    <a:pt x="243650" y="142519"/>
                  </a:cubicBezTo>
                  <a:cubicBezTo>
                    <a:pt x="245650" y="198240"/>
                    <a:pt x="242888" y="208051"/>
                    <a:pt x="250222" y="243103"/>
                  </a:cubicBezTo>
                  <a:cubicBezTo>
                    <a:pt x="257080" y="276250"/>
                    <a:pt x="254699" y="312921"/>
                    <a:pt x="262795" y="344544"/>
                  </a:cubicBezTo>
                  <a:cubicBezTo>
                    <a:pt x="221552" y="365118"/>
                    <a:pt x="170498" y="357974"/>
                    <a:pt x="127635" y="348259"/>
                  </a:cubicBezTo>
                  <a:cubicBezTo>
                    <a:pt x="41720" y="328923"/>
                    <a:pt x="69723" y="216052"/>
                    <a:pt x="41529" y="152710"/>
                  </a:cubicBezTo>
                  <a:lnTo>
                    <a:pt x="0" y="82511"/>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E11F5A8C-FB31-4888-9F47-F2A06EADE112}"/>
                </a:ext>
              </a:extLst>
            </p:cNvPr>
            <p:cNvSpPr/>
            <p:nvPr/>
          </p:nvSpPr>
          <p:spPr>
            <a:xfrm>
              <a:off x="829409" y="6148628"/>
              <a:ext cx="32017" cy="32017"/>
            </a:xfrm>
            <a:custGeom>
              <a:avLst/>
              <a:gdLst>
                <a:gd name="connsiteX0" fmla="*/ 11335 w 95250"/>
                <a:gd name="connsiteY0" fmla="*/ 65151 h 95250"/>
                <a:gd name="connsiteX1" fmla="*/ 0 w 95250"/>
                <a:gd name="connsiteY1" fmla="*/ 93059 h 95250"/>
                <a:gd name="connsiteX2" fmla="*/ 98108 w 95250"/>
                <a:gd name="connsiteY2" fmla="*/ 99346 h 95250"/>
                <a:gd name="connsiteX3" fmla="*/ 71057 w 95250"/>
                <a:gd name="connsiteY3" fmla="*/ 72485 h 95250"/>
                <a:gd name="connsiteX4" fmla="*/ 40577 w 95250"/>
                <a:gd name="connsiteY4" fmla="*/ 58007 h 95250"/>
                <a:gd name="connsiteX5" fmla="*/ 55055 w 95250"/>
                <a:gd name="connsiteY5" fmla="*/ 16764 h 95250"/>
                <a:gd name="connsiteX6" fmla="*/ 19907 w 95250"/>
                <a:gd name="connsiteY6" fmla="*/ 0 h 95250"/>
                <a:gd name="connsiteX7" fmla="*/ 11335 w 95250"/>
                <a:gd name="connsiteY7" fmla="*/ 65151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50" h="95250">
                  <a:moveTo>
                    <a:pt x="11335" y="65151"/>
                  </a:moveTo>
                  <a:lnTo>
                    <a:pt x="0" y="93059"/>
                  </a:lnTo>
                  <a:lnTo>
                    <a:pt x="98108" y="99346"/>
                  </a:lnTo>
                  <a:cubicBezTo>
                    <a:pt x="98108" y="99346"/>
                    <a:pt x="108871" y="88678"/>
                    <a:pt x="71057" y="72485"/>
                  </a:cubicBezTo>
                  <a:cubicBezTo>
                    <a:pt x="33242" y="56197"/>
                    <a:pt x="40577" y="58007"/>
                    <a:pt x="40577" y="58007"/>
                  </a:cubicBezTo>
                  <a:lnTo>
                    <a:pt x="55055" y="16764"/>
                  </a:lnTo>
                  <a:lnTo>
                    <a:pt x="19907" y="0"/>
                  </a:lnTo>
                  <a:lnTo>
                    <a:pt x="11335" y="65151"/>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04B995C9-8CA7-451A-88DC-6F1BB2363B41}"/>
                </a:ext>
              </a:extLst>
            </p:cNvPr>
            <p:cNvSpPr/>
            <p:nvPr/>
          </p:nvSpPr>
          <p:spPr>
            <a:xfrm>
              <a:off x="741731" y="5916873"/>
              <a:ext cx="118464" cy="249735"/>
            </a:xfrm>
            <a:custGeom>
              <a:avLst/>
              <a:gdLst>
                <a:gd name="connsiteX0" fmla="*/ 197498 w 352425"/>
                <a:gd name="connsiteY0" fmla="*/ 81577 h 742950"/>
                <a:gd name="connsiteX1" fmla="*/ 357042 w 352425"/>
                <a:gd name="connsiteY1" fmla="*/ 423430 h 742950"/>
                <a:gd name="connsiteX2" fmla="*/ 314275 w 352425"/>
                <a:gd name="connsiteY2" fmla="*/ 750328 h 742950"/>
                <a:gd name="connsiteX3" fmla="*/ 267983 w 352425"/>
                <a:gd name="connsiteY3" fmla="*/ 744994 h 742950"/>
                <a:gd name="connsiteX4" fmla="*/ 258935 w 352425"/>
                <a:gd name="connsiteY4" fmla="*/ 447814 h 742950"/>
                <a:gd name="connsiteX5" fmla="*/ 121489 w 352425"/>
                <a:gd name="connsiteY5" fmla="*/ 273411 h 742950"/>
                <a:gd name="connsiteX6" fmla="*/ 712 w 352425"/>
                <a:gd name="connsiteY6" fmla="*/ 77767 h 742950"/>
                <a:gd name="connsiteX7" fmla="*/ 197498 w 352425"/>
                <a:gd name="connsiteY7" fmla="*/ 81577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 h="742950">
                  <a:moveTo>
                    <a:pt x="197498" y="81577"/>
                  </a:moveTo>
                  <a:lnTo>
                    <a:pt x="357042" y="423430"/>
                  </a:lnTo>
                  <a:lnTo>
                    <a:pt x="314275" y="750328"/>
                  </a:lnTo>
                  <a:cubicBezTo>
                    <a:pt x="314275" y="750328"/>
                    <a:pt x="292082" y="751756"/>
                    <a:pt x="267983" y="744994"/>
                  </a:cubicBezTo>
                  <a:lnTo>
                    <a:pt x="258935" y="447814"/>
                  </a:lnTo>
                  <a:cubicBezTo>
                    <a:pt x="258935" y="447814"/>
                    <a:pt x="144349" y="298652"/>
                    <a:pt x="121489" y="273411"/>
                  </a:cubicBezTo>
                  <a:cubicBezTo>
                    <a:pt x="98534" y="248170"/>
                    <a:pt x="-9766" y="209308"/>
                    <a:pt x="712" y="77767"/>
                  </a:cubicBezTo>
                  <a:cubicBezTo>
                    <a:pt x="11380" y="-53678"/>
                    <a:pt x="186545" y="5092"/>
                    <a:pt x="197498" y="8157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154D464B-9484-413A-B4B5-3F89BA41A194}"/>
                </a:ext>
              </a:extLst>
            </p:cNvPr>
            <p:cNvSpPr/>
            <p:nvPr/>
          </p:nvSpPr>
          <p:spPr>
            <a:xfrm>
              <a:off x="788868" y="5880227"/>
              <a:ext cx="35219" cy="38421"/>
            </a:xfrm>
            <a:custGeom>
              <a:avLst/>
              <a:gdLst>
                <a:gd name="connsiteX0" fmla="*/ 1165 w 104775"/>
                <a:gd name="connsiteY0" fmla="*/ 103251 h 114300"/>
                <a:gd name="connsiteX1" fmla="*/ 108035 w 104775"/>
                <a:gd name="connsiteY1" fmla="*/ 0 h 114300"/>
                <a:gd name="connsiteX2" fmla="*/ 99558 w 104775"/>
                <a:gd name="connsiteY2" fmla="*/ 95631 h 114300"/>
                <a:gd name="connsiteX3" fmla="*/ 1165 w 104775"/>
                <a:gd name="connsiteY3" fmla="*/ 103251 h 114300"/>
              </a:gdLst>
              <a:ahLst/>
              <a:cxnLst>
                <a:cxn ang="0">
                  <a:pos x="connsiteX0" y="connsiteY0"/>
                </a:cxn>
                <a:cxn ang="0">
                  <a:pos x="connsiteX1" y="connsiteY1"/>
                </a:cxn>
                <a:cxn ang="0">
                  <a:pos x="connsiteX2" y="connsiteY2"/>
                </a:cxn>
                <a:cxn ang="0">
                  <a:pos x="connsiteX3" y="connsiteY3"/>
                </a:cxn>
              </a:cxnLst>
              <a:rect l="l" t="t" r="r" b="b"/>
              <a:pathLst>
                <a:path w="104775" h="114300">
                  <a:moveTo>
                    <a:pt x="1165" y="103251"/>
                  </a:moveTo>
                  <a:cubicBezTo>
                    <a:pt x="-10075" y="54388"/>
                    <a:pt x="62601" y="11620"/>
                    <a:pt x="108035" y="0"/>
                  </a:cubicBezTo>
                  <a:cubicBezTo>
                    <a:pt x="109559" y="32004"/>
                    <a:pt x="104987" y="64008"/>
                    <a:pt x="99558" y="95631"/>
                  </a:cubicBezTo>
                  <a:cubicBezTo>
                    <a:pt x="50409" y="115633"/>
                    <a:pt x="6308" y="125825"/>
                    <a:pt x="1165" y="10325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F7CC1BD2-6BD4-4FD0-8EC0-3BCB977BECE1}"/>
                </a:ext>
              </a:extLst>
            </p:cNvPr>
            <p:cNvSpPr/>
            <p:nvPr/>
          </p:nvSpPr>
          <p:spPr>
            <a:xfrm>
              <a:off x="738190" y="5808335"/>
              <a:ext cx="99253" cy="153683"/>
            </a:xfrm>
            <a:custGeom>
              <a:avLst/>
              <a:gdLst>
                <a:gd name="connsiteX0" fmla="*/ 282233 w 295275"/>
                <a:gd name="connsiteY0" fmla="*/ 77098 h 457200"/>
                <a:gd name="connsiteX1" fmla="*/ 301664 w 295275"/>
                <a:gd name="connsiteY1" fmla="*/ 190540 h 457200"/>
                <a:gd name="connsiteX2" fmla="*/ 270041 w 295275"/>
                <a:gd name="connsiteY2" fmla="*/ 298268 h 457200"/>
                <a:gd name="connsiteX3" fmla="*/ 242038 w 295275"/>
                <a:gd name="connsiteY3" fmla="*/ 405139 h 457200"/>
                <a:gd name="connsiteX4" fmla="*/ 229560 w 295275"/>
                <a:gd name="connsiteY4" fmla="*/ 457431 h 457200"/>
                <a:gd name="connsiteX5" fmla="*/ 156027 w 295275"/>
                <a:gd name="connsiteY5" fmla="*/ 454669 h 457200"/>
                <a:gd name="connsiteX6" fmla="*/ 55157 w 295275"/>
                <a:gd name="connsiteY6" fmla="*/ 424665 h 457200"/>
                <a:gd name="connsiteX7" fmla="*/ 7 w 295275"/>
                <a:gd name="connsiteY7" fmla="*/ 408758 h 457200"/>
                <a:gd name="connsiteX8" fmla="*/ 5913 w 295275"/>
                <a:gd name="connsiteY8" fmla="*/ 374754 h 457200"/>
                <a:gd name="connsiteX9" fmla="*/ 48966 w 295275"/>
                <a:gd name="connsiteY9" fmla="*/ 268169 h 457200"/>
                <a:gd name="connsiteX10" fmla="*/ 69064 w 295275"/>
                <a:gd name="connsiteY10" fmla="*/ 138343 h 457200"/>
                <a:gd name="connsiteX11" fmla="*/ 137739 w 295275"/>
                <a:gd name="connsiteY11" fmla="*/ 10518 h 457200"/>
                <a:gd name="connsiteX12" fmla="*/ 223845 w 295275"/>
                <a:gd name="connsiteY12" fmla="*/ 32330 h 457200"/>
                <a:gd name="connsiteX13" fmla="*/ 282233 w 295275"/>
                <a:gd name="connsiteY13" fmla="*/ 77098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275" h="457200">
                  <a:moveTo>
                    <a:pt x="282233" y="77098"/>
                  </a:moveTo>
                  <a:cubicBezTo>
                    <a:pt x="282233" y="77098"/>
                    <a:pt x="306713" y="129961"/>
                    <a:pt x="301664" y="190540"/>
                  </a:cubicBezTo>
                  <a:cubicBezTo>
                    <a:pt x="298521" y="228164"/>
                    <a:pt x="285186" y="263883"/>
                    <a:pt x="270041" y="298268"/>
                  </a:cubicBezTo>
                  <a:cubicBezTo>
                    <a:pt x="255563" y="331034"/>
                    <a:pt x="250896" y="370372"/>
                    <a:pt x="242038" y="405139"/>
                  </a:cubicBezTo>
                  <a:cubicBezTo>
                    <a:pt x="236132" y="428189"/>
                    <a:pt x="233846" y="433999"/>
                    <a:pt x="229560" y="457431"/>
                  </a:cubicBezTo>
                  <a:cubicBezTo>
                    <a:pt x="210510" y="461527"/>
                    <a:pt x="176220" y="459717"/>
                    <a:pt x="156027" y="454669"/>
                  </a:cubicBezTo>
                  <a:cubicBezTo>
                    <a:pt x="119642" y="445715"/>
                    <a:pt x="92019" y="432190"/>
                    <a:pt x="55157" y="424665"/>
                  </a:cubicBezTo>
                  <a:cubicBezTo>
                    <a:pt x="43346" y="422188"/>
                    <a:pt x="-659" y="424855"/>
                    <a:pt x="7" y="408758"/>
                  </a:cubicBezTo>
                  <a:cubicBezTo>
                    <a:pt x="484" y="397423"/>
                    <a:pt x="5341" y="385993"/>
                    <a:pt x="5913" y="374754"/>
                  </a:cubicBezTo>
                  <a:cubicBezTo>
                    <a:pt x="6484" y="364276"/>
                    <a:pt x="43918" y="282457"/>
                    <a:pt x="48966" y="268169"/>
                  </a:cubicBezTo>
                  <a:cubicBezTo>
                    <a:pt x="63253" y="227783"/>
                    <a:pt x="65254" y="180634"/>
                    <a:pt x="69064" y="138343"/>
                  </a:cubicBezTo>
                  <a:cubicBezTo>
                    <a:pt x="75731" y="64429"/>
                    <a:pt x="104497" y="34711"/>
                    <a:pt x="137739" y="10518"/>
                  </a:cubicBezTo>
                  <a:cubicBezTo>
                    <a:pt x="170981" y="-13676"/>
                    <a:pt x="203176" y="8232"/>
                    <a:pt x="223845" y="32330"/>
                  </a:cubicBezTo>
                  <a:cubicBezTo>
                    <a:pt x="244419" y="56619"/>
                    <a:pt x="255849" y="58143"/>
                    <a:pt x="282233" y="77098"/>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9" name="Freeform: Shape 188">
              <a:extLst>
                <a:ext uri="{FF2B5EF4-FFF2-40B4-BE49-F238E27FC236}">
                  <a16:creationId xmlns:a16="http://schemas.microsoft.com/office/drawing/2014/main" id="{01C384FF-3531-48D5-AB29-71A9816C9CE1}"/>
                </a:ext>
              </a:extLst>
            </p:cNvPr>
            <p:cNvSpPr/>
            <p:nvPr/>
          </p:nvSpPr>
          <p:spPr>
            <a:xfrm>
              <a:off x="1140047" y="5426767"/>
              <a:ext cx="550697" cy="384207"/>
            </a:xfrm>
            <a:custGeom>
              <a:avLst/>
              <a:gdLst>
                <a:gd name="connsiteX0" fmla="*/ 1448258 w 1638300"/>
                <a:gd name="connsiteY0" fmla="*/ 317183 h 1143000"/>
                <a:gd name="connsiteX1" fmla="*/ 1328053 w 1638300"/>
                <a:gd name="connsiteY1" fmla="*/ 375285 h 1143000"/>
                <a:gd name="connsiteX2" fmla="*/ 1299002 w 1638300"/>
                <a:gd name="connsiteY2" fmla="*/ 0 h 1143000"/>
                <a:gd name="connsiteX3" fmla="*/ 898476 w 1638300"/>
                <a:gd name="connsiteY3" fmla="*/ 31052 h 1143000"/>
                <a:gd name="connsiteX4" fmla="*/ 978486 w 1638300"/>
                <a:gd name="connsiteY4" fmla="*/ 168974 h 1143000"/>
                <a:gd name="connsiteX5" fmla="*/ 809131 w 1638300"/>
                <a:gd name="connsiteY5" fmla="*/ 366808 h 1143000"/>
                <a:gd name="connsiteX6" fmla="*/ 611297 w 1638300"/>
                <a:gd name="connsiteY6" fmla="*/ 197453 h 1143000"/>
                <a:gd name="connsiteX7" fmla="*/ 669114 w 1638300"/>
                <a:gd name="connsiteY7" fmla="*/ 48863 h 1143000"/>
                <a:gd name="connsiteX8" fmla="*/ 268587 w 1638300"/>
                <a:gd name="connsiteY8" fmla="*/ 79915 h 1143000"/>
                <a:gd name="connsiteX9" fmla="*/ 297639 w 1638300"/>
                <a:gd name="connsiteY9" fmla="*/ 455200 h 1143000"/>
                <a:gd name="connsiteX10" fmla="*/ 169908 w 1638300"/>
                <a:gd name="connsiteY10" fmla="*/ 416338 h 1143000"/>
                <a:gd name="connsiteX11" fmla="*/ 554 w 1638300"/>
                <a:gd name="connsiteY11" fmla="*/ 614172 h 1143000"/>
                <a:gd name="connsiteX12" fmla="*/ 198388 w 1638300"/>
                <a:gd name="connsiteY12" fmla="*/ 783527 h 1143000"/>
                <a:gd name="connsiteX13" fmla="*/ 318594 w 1638300"/>
                <a:gd name="connsiteY13" fmla="*/ 725424 h 1143000"/>
                <a:gd name="connsiteX14" fmla="*/ 351074 w 1638300"/>
                <a:gd name="connsiteY14" fmla="*/ 1144334 h 1143000"/>
                <a:gd name="connsiteX15" fmla="*/ 764554 w 1638300"/>
                <a:gd name="connsiteY15" fmla="*/ 1112234 h 1143000"/>
                <a:gd name="connsiteX16" fmla="*/ 670828 w 1638300"/>
                <a:gd name="connsiteY16" fmla="*/ 965740 h 1143000"/>
                <a:gd name="connsiteX17" fmla="*/ 840183 w 1638300"/>
                <a:gd name="connsiteY17" fmla="*/ 767906 h 1143000"/>
                <a:gd name="connsiteX18" fmla="*/ 1038017 w 1638300"/>
                <a:gd name="connsiteY18" fmla="*/ 937260 h 1143000"/>
                <a:gd name="connsiteX19" fmla="*/ 968008 w 1638300"/>
                <a:gd name="connsiteY19" fmla="*/ 1096423 h 1143000"/>
                <a:gd name="connsiteX20" fmla="*/ 1381488 w 1638300"/>
                <a:gd name="connsiteY20" fmla="*/ 1064324 h 1143000"/>
                <a:gd name="connsiteX21" fmla="*/ 1349008 w 1638300"/>
                <a:gd name="connsiteY21" fmla="*/ 645509 h 1143000"/>
                <a:gd name="connsiteX22" fmla="*/ 1476738 w 1638300"/>
                <a:gd name="connsiteY22" fmla="*/ 684371 h 1143000"/>
                <a:gd name="connsiteX23" fmla="*/ 1646093 w 1638300"/>
                <a:gd name="connsiteY23" fmla="*/ 486537 h 1143000"/>
                <a:gd name="connsiteX24" fmla="*/ 1448258 w 1638300"/>
                <a:gd name="connsiteY24" fmla="*/ 317183 h 114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38300" h="1143000">
                  <a:moveTo>
                    <a:pt x="1448258" y="317183"/>
                  </a:moveTo>
                  <a:cubicBezTo>
                    <a:pt x="1400348" y="320897"/>
                    <a:pt x="1358342" y="342710"/>
                    <a:pt x="1328053" y="375285"/>
                  </a:cubicBezTo>
                  <a:lnTo>
                    <a:pt x="1299002" y="0"/>
                  </a:lnTo>
                  <a:lnTo>
                    <a:pt x="898476" y="31052"/>
                  </a:lnTo>
                  <a:cubicBezTo>
                    <a:pt x="943053" y="61436"/>
                    <a:pt x="974009" y="110966"/>
                    <a:pt x="978486" y="168974"/>
                  </a:cubicBezTo>
                  <a:cubicBezTo>
                    <a:pt x="986391" y="270415"/>
                    <a:pt x="910477" y="358902"/>
                    <a:pt x="809131" y="366808"/>
                  </a:cubicBezTo>
                  <a:cubicBezTo>
                    <a:pt x="707690" y="374714"/>
                    <a:pt x="619203" y="298895"/>
                    <a:pt x="611297" y="197453"/>
                  </a:cubicBezTo>
                  <a:cubicBezTo>
                    <a:pt x="606820" y="139446"/>
                    <a:pt x="629775" y="85725"/>
                    <a:pt x="669114" y="48863"/>
                  </a:cubicBezTo>
                  <a:lnTo>
                    <a:pt x="268587" y="79915"/>
                  </a:lnTo>
                  <a:lnTo>
                    <a:pt x="297639" y="455200"/>
                  </a:lnTo>
                  <a:cubicBezTo>
                    <a:pt x="262682" y="427672"/>
                    <a:pt x="217819" y="412623"/>
                    <a:pt x="169908" y="416338"/>
                  </a:cubicBezTo>
                  <a:cubicBezTo>
                    <a:pt x="68467" y="424244"/>
                    <a:pt x="-7257" y="512826"/>
                    <a:pt x="554" y="614172"/>
                  </a:cubicBezTo>
                  <a:cubicBezTo>
                    <a:pt x="8460" y="715518"/>
                    <a:pt x="96947" y="791432"/>
                    <a:pt x="198388" y="783527"/>
                  </a:cubicBezTo>
                  <a:cubicBezTo>
                    <a:pt x="246299" y="779812"/>
                    <a:pt x="288304" y="758000"/>
                    <a:pt x="318594" y="725424"/>
                  </a:cubicBezTo>
                  <a:lnTo>
                    <a:pt x="351074" y="1144334"/>
                  </a:lnTo>
                  <a:lnTo>
                    <a:pt x="764554" y="1112234"/>
                  </a:lnTo>
                  <a:cubicBezTo>
                    <a:pt x="712643" y="1083183"/>
                    <a:pt x="675781" y="1029557"/>
                    <a:pt x="670828" y="965740"/>
                  </a:cubicBezTo>
                  <a:cubicBezTo>
                    <a:pt x="663018" y="864298"/>
                    <a:pt x="738837" y="775811"/>
                    <a:pt x="840183" y="767906"/>
                  </a:cubicBezTo>
                  <a:cubicBezTo>
                    <a:pt x="941624" y="760000"/>
                    <a:pt x="1030111" y="835914"/>
                    <a:pt x="1038017" y="937260"/>
                  </a:cubicBezTo>
                  <a:cubicBezTo>
                    <a:pt x="1042970" y="1000982"/>
                    <a:pt x="1014776" y="1059656"/>
                    <a:pt x="968008" y="1096423"/>
                  </a:cubicBezTo>
                  <a:lnTo>
                    <a:pt x="1381488" y="1064324"/>
                  </a:lnTo>
                  <a:lnTo>
                    <a:pt x="1349008" y="645509"/>
                  </a:lnTo>
                  <a:cubicBezTo>
                    <a:pt x="1383965" y="672941"/>
                    <a:pt x="1428828" y="688086"/>
                    <a:pt x="1476738" y="684371"/>
                  </a:cubicBezTo>
                  <a:cubicBezTo>
                    <a:pt x="1578180" y="676561"/>
                    <a:pt x="1653999" y="587978"/>
                    <a:pt x="1646093" y="486537"/>
                  </a:cubicBezTo>
                  <a:cubicBezTo>
                    <a:pt x="1638187" y="385096"/>
                    <a:pt x="1549605" y="309277"/>
                    <a:pt x="1448258" y="31718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0" name="Freeform: Shape 189">
              <a:extLst>
                <a:ext uri="{FF2B5EF4-FFF2-40B4-BE49-F238E27FC236}">
                  <a16:creationId xmlns:a16="http://schemas.microsoft.com/office/drawing/2014/main" id="{00D1A14D-052F-484B-ABA4-4AC511B298F9}"/>
                </a:ext>
              </a:extLst>
            </p:cNvPr>
            <p:cNvSpPr/>
            <p:nvPr/>
          </p:nvSpPr>
          <p:spPr>
            <a:xfrm>
              <a:off x="1277075" y="5819939"/>
              <a:ext cx="342585" cy="358593"/>
            </a:xfrm>
            <a:custGeom>
              <a:avLst/>
              <a:gdLst>
                <a:gd name="connsiteX0" fmla="*/ 157163 w 1019175"/>
                <a:gd name="connsiteY0" fmla="*/ 720757 h 1066800"/>
                <a:gd name="connsiteX1" fmla="*/ 342043 w 1019175"/>
                <a:gd name="connsiteY1" fmla="*/ 535876 h 1066800"/>
                <a:gd name="connsiteX2" fmla="*/ 157163 w 1019175"/>
                <a:gd name="connsiteY2" fmla="*/ 350996 h 1066800"/>
                <a:gd name="connsiteX3" fmla="*/ 0 w 1019175"/>
                <a:gd name="connsiteY3" fmla="*/ 438817 h 1066800"/>
                <a:gd name="connsiteX4" fmla="*/ 0 w 1019175"/>
                <a:gd name="connsiteY4" fmla="*/ 0 h 1066800"/>
                <a:gd name="connsiteX5" fmla="*/ 1023937 w 1019175"/>
                <a:gd name="connsiteY5" fmla="*/ 0 h 1066800"/>
                <a:gd name="connsiteX6" fmla="*/ 1023937 w 1019175"/>
                <a:gd name="connsiteY6" fmla="*/ 1071848 h 1066800"/>
                <a:gd name="connsiteX7" fmla="*/ 0 w 1019175"/>
                <a:gd name="connsiteY7" fmla="*/ 1071848 h 1066800"/>
                <a:gd name="connsiteX8" fmla="*/ 0 w 1019175"/>
                <a:gd name="connsiteY8" fmla="*/ 633031 h 1066800"/>
                <a:gd name="connsiteX9" fmla="*/ 157163 w 1019175"/>
                <a:gd name="connsiteY9" fmla="*/ 720757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19175" h="1066800">
                  <a:moveTo>
                    <a:pt x="157163" y="720757"/>
                  </a:moveTo>
                  <a:cubicBezTo>
                    <a:pt x="259271" y="720757"/>
                    <a:pt x="342043" y="637984"/>
                    <a:pt x="342043" y="535876"/>
                  </a:cubicBezTo>
                  <a:cubicBezTo>
                    <a:pt x="342043" y="433768"/>
                    <a:pt x="259271" y="350996"/>
                    <a:pt x="157163" y="350996"/>
                  </a:cubicBezTo>
                  <a:cubicBezTo>
                    <a:pt x="90678" y="350996"/>
                    <a:pt x="32575" y="386143"/>
                    <a:pt x="0" y="438817"/>
                  </a:cubicBezTo>
                  <a:lnTo>
                    <a:pt x="0" y="0"/>
                  </a:lnTo>
                  <a:lnTo>
                    <a:pt x="1023937" y="0"/>
                  </a:lnTo>
                  <a:lnTo>
                    <a:pt x="1023937" y="1071848"/>
                  </a:lnTo>
                  <a:lnTo>
                    <a:pt x="0" y="1071848"/>
                  </a:lnTo>
                  <a:lnTo>
                    <a:pt x="0" y="633031"/>
                  </a:lnTo>
                  <a:cubicBezTo>
                    <a:pt x="32671" y="685609"/>
                    <a:pt x="90773" y="720757"/>
                    <a:pt x="157163" y="72075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1" name="Freeform: Shape 190">
              <a:extLst>
                <a:ext uri="{FF2B5EF4-FFF2-40B4-BE49-F238E27FC236}">
                  <a16:creationId xmlns:a16="http://schemas.microsoft.com/office/drawing/2014/main" id="{F409823A-6831-4829-A045-93A1DDB02F7A}"/>
                </a:ext>
              </a:extLst>
            </p:cNvPr>
            <p:cNvSpPr/>
            <p:nvPr/>
          </p:nvSpPr>
          <p:spPr>
            <a:xfrm>
              <a:off x="1392049" y="5707302"/>
              <a:ext cx="121666" cy="121666"/>
            </a:xfrm>
            <a:custGeom>
              <a:avLst/>
              <a:gdLst>
                <a:gd name="connsiteX0" fmla="*/ 0 w 361950"/>
                <a:gd name="connsiteY0" fmla="*/ 184880 h 361950"/>
                <a:gd name="connsiteX1" fmla="*/ 184880 w 361950"/>
                <a:gd name="connsiteY1" fmla="*/ 369761 h 361950"/>
                <a:gd name="connsiteX2" fmla="*/ 369761 w 361950"/>
                <a:gd name="connsiteY2" fmla="*/ 184880 h 361950"/>
                <a:gd name="connsiteX3" fmla="*/ 184880 w 361950"/>
                <a:gd name="connsiteY3" fmla="*/ 0 h 361950"/>
                <a:gd name="connsiteX4" fmla="*/ 0 w 361950"/>
                <a:gd name="connsiteY4" fmla="*/ 184880 h 36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361950">
                  <a:moveTo>
                    <a:pt x="0" y="184880"/>
                  </a:moveTo>
                  <a:cubicBezTo>
                    <a:pt x="0" y="286988"/>
                    <a:pt x="82772" y="369761"/>
                    <a:pt x="184880" y="369761"/>
                  </a:cubicBezTo>
                  <a:cubicBezTo>
                    <a:pt x="286988" y="369761"/>
                    <a:pt x="369761" y="286988"/>
                    <a:pt x="369761" y="184880"/>
                  </a:cubicBezTo>
                  <a:cubicBezTo>
                    <a:pt x="369761" y="82772"/>
                    <a:pt x="286988" y="0"/>
                    <a:pt x="184880" y="0"/>
                  </a:cubicBezTo>
                  <a:cubicBezTo>
                    <a:pt x="82772" y="0"/>
                    <a:pt x="0" y="82772"/>
                    <a:pt x="0" y="18488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2" name="Freeform: Shape 81">
              <a:extLst>
                <a:ext uri="{FF2B5EF4-FFF2-40B4-BE49-F238E27FC236}">
                  <a16:creationId xmlns:a16="http://schemas.microsoft.com/office/drawing/2014/main" id="{5B7E0EBC-FB93-467D-8EE0-7ACB5AD1E368}"/>
                </a:ext>
              </a:extLst>
            </p:cNvPr>
            <p:cNvSpPr/>
            <p:nvPr/>
          </p:nvSpPr>
          <p:spPr>
            <a:xfrm>
              <a:off x="886464" y="5456255"/>
              <a:ext cx="342584" cy="358593"/>
            </a:xfrm>
            <a:custGeom>
              <a:avLst/>
              <a:gdLst>
                <a:gd name="connsiteX0" fmla="*/ 866870 w 1019175"/>
                <a:gd name="connsiteY0" fmla="*/ 350996 h 1066800"/>
                <a:gd name="connsiteX1" fmla="*/ 1024033 w 1019175"/>
                <a:gd name="connsiteY1" fmla="*/ 438817 h 1066800"/>
                <a:gd name="connsiteX2" fmla="*/ 1024033 w 1019175"/>
                <a:gd name="connsiteY2" fmla="*/ 0 h 1066800"/>
                <a:gd name="connsiteX3" fmla="*/ 590740 w 1019175"/>
                <a:gd name="connsiteY3" fmla="*/ 0 h 1066800"/>
                <a:gd name="connsiteX4" fmla="*/ 673989 w 1019175"/>
                <a:gd name="connsiteY4" fmla="*/ 154400 h 1066800"/>
                <a:gd name="connsiteX5" fmla="*/ 489109 w 1019175"/>
                <a:gd name="connsiteY5" fmla="*/ 339280 h 1066800"/>
                <a:gd name="connsiteX6" fmla="*/ 304229 w 1019175"/>
                <a:gd name="connsiteY6" fmla="*/ 154400 h 1066800"/>
                <a:gd name="connsiteX7" fmla="*/ 387477 w 1019175"/>
                <a:gd name="connsiteY7" fmla="*/ 0 h 1066800"/>
                <a:gd name="connsiteX8" fmla="*/ 0 w 1019175"/>
                <a:gd name="connsiteY8" fmla="*/ 0 h 1066800"/>
                <a:gd name="connsiteX9" fmla="*/ 0 w 1019175"/>
                <a:gd name="connsiteY9" fmla="*/ 1071848 h 1066800"/>
                <a:gd name="connsiteX10" fmla="*/ 1023938 w 1019175"/>
                <a:gd name="connsiteY10" fmla="*/ 1071848 h 1066800"/>
                <a:gd name="connsiteX11" fmla="*/ 1023938 w 1019175"/>
                <a:gd name="connsiteY11" fmla="*/ 632936 h 1066800"/>
                <a:gd name="connsiteX12" fmla="*/ 866775 w 1019175"/>
                <a:gd name="connsiteY12" fmla="*/ 720757 h 1066800"/>
                <a:gd name="connsiteX13" fmla="*/ 681895 w 1019175"/>
                <a:gd name="connsiteY13" fmla="*/ 535877 h 1066800"/>
                <a:gd name="connsiteX14" fmla="*/ 866870 w 1019175"/>
                <a:gd name="connsiteY14" fmla="*/ 350996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9175" h="1066800">
                  <a:moveTo>
                    <a:pt x="866870" y="350996"/>
                  </a:moveTo>
                  <a:cubicBezTo>
                    <a:pt x="933355" y="350996"/>
                    <a:pt x="991362" y="386144"/>
                    <a:pt x="1024033" y="438817"/>
                  </a:cubicBezTo>
                  <a:lnTo>
                    <a:pt x="1024033" y="0"/>
                  </a:lnTo>
                  <a:lnTo>
                    <a:pt x="590740" y="0"/>
                  </a:lnTo>
                  <a:cubicBezTo>
                    <a:pt x="640842" y="33052"/>
                    <a:pt x="673989" y="89821"/>
                    <a:pt x="673989" y="154400"/>
                  </a:cubicBezTo>
                  <a:cubicBezTo>
                    <a:pt x="673989" y="256508"/>
                    <a:pt x="591217" y="339280"/>
                    <a:pt x="489109" y="339280"/>
                  </a:cubicBezTo>
                  <a:cubicBezTo>
                    <a:pt x="387001" y="339280"/>
                    <a:pt x="304229" y="256508"/>
                    <a:pt x="304229" y="154400"/>
                  </a:cubicBezTo>
                  <a:cubicBezTo>
                    <a:pt x="304229" y="89821"/>
                    <a:pt x="337376" y="33147"/>
                    <a:pt x="387477" y="0"/>
                  </a:cubicBezTo>
                  <a:lnTo>
                    <a:pt x="0" y="0"/>
                  </a:lnTo>
                  <a:lnTo>
                    <a:pt x="0" y="1071848"/>
                  </a:lnTo>
                  <a:lnTo>
                    <a:pt x="1023938" y="1071848"/>
                  </a:lnTo>
                  <a:lnTo>
                    <a:pt x="1023938" y="632936"/>
                  </a:lnTo>
                  <a:cubicBezTo>
                    <a:pt x="991362" y="685609"/>
                    <a:pt x="933260" y="720757"/>
                    <a:pt x="866775" y="720757"/>
                  </a:cubicBezTo>
                  <a:cubicBezTo>
                    <a:pt x="764667" y="720757"/>
                    <a:pt x="681895" y="637984"/>
                    <a:pt x="681895" y="535877"/>
                  </a:cubicBezTo>
                  <a:cubicBezTo>
                    <a:pt x="681990" y="433769"/>
                    <a:pt x="764762" y="350996"/>
                    <a:pt x="866870" y="350996"/>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Shape 82">
              <a:extLst>
                <a:ext uri="{FF2B5EF4-FFF2-40B4-BE49-F238E27FC236}">
                  <a16:creationId xmlns:a16="http://schemas.microsoft.com/office/drawing/2014/main" id="{3AA9E8A4-A4BC-4821-838D-A928B9F3151A}"/>
                </a:ext>
              </a:extLst>
            </p:cNvPr>
            <p:cNvSpPr/>
            <p:nvPr/>
          </p:nvSpPr>
          <p:spPr>
            <a:xfrm>
              <a:off x="1026412" y="5790803"/>
              <a:ext cx="121666" cy="121666"/>
            </a:xfrm>
            <a:custGeom>
              <a:avLst/>
              <a:gdLst>
                <a:gd name="connsiteX0" fmla="*/ 369761 w 361950"/>
                <a:gd name="connsiteY0" fmla="*/ 184880 h 361950"/>
                <a:gd name="connsiteX1" fmla="*/ 184880 w 361950"/>
                <a:gd name="connsiteY1" fmla="*/ 369761 h 361950"/>
                <a:gd name="connsiteX2" fmla="*/ 0 w 361950"/>
                <a:gd name="connsiteY2" fmla="*/ 184880 h 361950"/>
                <a:gd name="connsiteX3" fmla="*/ 184880 w 361950"/>
                <a:gd name="connsiteY3" fmla="*/ 0 h 361950"/>
                <a:gd name="connsiteX4" fmla="*/ 369761 w 361950"/>
                <a:gd name="connsiteY4" fmla="*/ 184880 h 36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361950">
                  <a:moveTo>
                    <a:pt x="369761" y="184880"/>
                  </a:moveTo>
                  <a:cubicBezTo>
                    <a:pt x="369761" y="286988"/>
                    <a:pt x="286988" y="369761"/>
                    <a:pt x="184880" y="369761"/>
                  </a:cubicBezTo>
                  <a:cubicBezTo>
                    <a:pt x="82772" y="369761"/>
                    <a:pt x="0" y="286988"/>
                    <a:pt x="0" y="184880"/>
                  </a:cubicBezTo>
                  <a:cubicBezTo>
                    <a:pt x="0" y="82772"/>
                    <a:pt x="82772" y="0"/>
                    <a:pt x="184880" y="0"/>
                  </a:cubicBezTo>
                  <a:cubicBezTo>
                    <a:pt x="286988" y="0"/>
                    <a:pt x="369761" y="82867"/>
                    <a:pt x="369761" y="184880"/>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Shape 83">
              <a:extLst>
                <a:ext uri="{FF2B5EF4-FFF2-40B4-BE49-F238E27FC236}">
                  <a16:creationId xmlns:a16="http://schemas.microsoft.com/office/drawing/2014/main" id="{BA11B181-CEF9-4D7E-B799-24945DA55B29}"/>
                </a:ext>
              </a:extLst>
            </p:cNvPr>
            <p:cNvSpPr/>
            <p:nvPr/>
          </p:nvSpPr>
          <p:spPr>
            <a:xfrm>
              <a:off x="1526905" y="5287684"/>
              <a:ext cx="105657" cy="105657"/>
            </a:xfrm>
            <a:custGeom>
              <a:avLst/>
              <a:gdLst>
                <a:gd name="connsiteX0" fmla="*/ 318516 w 314325"/>
                <a:gd name="connsiteY0" fmla="*/ 159258 h 314325"/>
                <a:gd name="connsiteX1" fmla="*/ 159258 w 314325"/>
                <a:gd name="connsiteY1" fmla="*/ 318516 h 314325"/>
                <a:gd name="connsiteX2" fmla="*/ 0 w 314325"/>
                <a:gd name="connsiteY2" fmla="*/ 159258 h 314325"/>
                <a:gd name="connsiteX3" fmla="*/ 159258 w 314325"/>
                <a:gd name="connsiteY3" fmla="*/ 0 h 314325"/>
                <a:gd name="connsiteX4" fmla="*/ 318516 w 314325"/>
                <a:gd name="connsiteY4" fmla="*/ 159258 h 314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325" h="314325">
                  <a:moveTo>
                    <a:pt x="318516" y="159258"/>
                  </a:moveTo>
                  <a:cubicBezTo>
                    <a:pt x="318516" y="247269"/>
                    <a:pt x="247174" y="318516"/>
                    <a:pt x="159258" y="318516"/>
                  </a:cubicBezTo>
                  <a:cubicBezTo>
                    <a:pt x="71247" y="318516"/>
                    <a:pt x="0" y="247174"/>
                    <a:pt x="0" y="159258"/>
                  </a:cubicBezTo>
                  <a:cubicBezTo>
                    <a:pt x="0" y="71342"/>
                    <a:pt x="71342" y="0"/>
                    <a:pt x="159258" y="0"/>
                  </a:cubicBezTo>
                  <a:cubicBezTo>
                    <a:pt x="247269" y="0"/>
                    <a:pt x="318516" y="71342"/>
                    <a:pt x="318516" y="159258"/>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Shape 84">
              <a:extLst>
                <a:ext uri="{FF2B5EF4-FFF2-40B4-BE49-F238E27FC236}">
                  <a16:creationId xmlns:a16="http://schemas.microsoft.com/office/drawing/2014/main" id="{C097E4C5-A399-4714-BCFA-4703572ACEFE}"/>
                </a:ext>
              </a:extLst>
            </p:cNvPr>
            <p:cNvSpPr/>
            <p:nvPr/>
          </p:nvSpPr>
          <p:spPr>
            <a:xfrm>
              <a:off x="1560875" y="5347620"/>
              <a:ext cx="3202" cy="12807"/>
            </a:xfrm>
            <a:custGeom>
              <a:avLst/>
              <a:gdLst>
                <a:gd name="connsiteX0" fmla="*/ 0 w 0"/>
                <a:gd name="connsiteY0" fmla="*/ 0 h 38100"/>
                <a:gd name="connsiteX1" fmla="*/ 8001 w 0"/>
                <a:gd name="connsiteY1" fmla="*/ 0 h 38100"/>
                <a:gd name="connsiteX2" fmla="*/ 8001 w 0"/>
                <a:gd name="connsiteY2" fmla="*/ 38290 h 38100"/>
                <a:gd name="connsiteX3" fmla="*/ 0 w 0"/>
                <a:gd name="connsiteY3" fmla="*/ 38290 h 38100"/>
              </a:gdLst>
              <a:ahLst/>
              <a:cxnLst>
                <a:cxn ang="0">
                  <a:pos x="connsiteX0" y="connsiteY0"/>
                </a:cxn>
                <a:cxn ang="0">
                  <a:pos x="connsiteX1" y="connsiteY1"/>
                </a:cxn>
                <a:cxn ang="0">
                  <a:pos x="connsiteX2" y="connsiteY2"/>
                </a:cxn>
                <a:cxn ang="0">
                  <a:pos x="connsiteX3" y="connsiteY3"/>
                </a:cxn>
              </a:cxnLst>
              <a:rect l="l" t="t" r="r" b="b"/>
              <a:pathLst>
                <a:path h="38100">
                  <a:moveTo>
                    <a:pt x="0" y="0"/>
                  </a:moveTo>
                  <a:lnTo>
                    <a:pt x="8001" y="0"/>
                  </a:lnTo>
                  <a:lnTo>
                    <a:pt x="8001" y="38290"/>
                  </a:lnTo>
                  <a:lnTo>
                    <a:pt x="0" y="3829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Shape 85">
              <a:extLst>
                <a:ext uri="{FF2B5EF4-FFF2-40B4-BE49-F238E27FC236}">
                  <a16:creationId xmlns:a16="http://schemas.microsoft.com/office/drawing/2014/main" id="{6824C601-376A-434D-BA32-9F0D471A70A1}"/>
                </a:ext>
              </a:extLst>
            </p:cNvPr>
            <p:cNvSpPr/>
            <p:nvPr/>
          </p:nvSpPr>
          <p:spPr>
            <a:xfrm>
              <a:off x="1550886" y="5337087"/>
              <a:ext cx="19210" cy="9605"/>
            </a:xfrm>
            <a:custGeom>
              <a:avLst/>
              <a:gdLst>
                <a:gd name="connsiteX0" fmla="*/ 0 w 57150"/>
                <a:gd name="connsiteY0" fmla="*/ 31718 h 28575"/>
                <a:gd name="connsiteX1" fmla="*/ 31813 w 57150"/>
                <a:gd name="connsiteY1" fmla="*/ 0 h 28575"/>
                <a:gd name="connsiteX2" fmla="*/ 63437 w 57150"/>
                <a:gd name="connsiteY2" fmla="*/ 31718 h 28575"/>
              </a:gdLst>
              <a:ahLst/>
              <a:cxnLst>
                <a:cxn ang="0">
                  <a:pos x="connsiteX0" y="connsiteY0"/>
                </a:cxn>
                <a:cxn ang="0">
                  <a:pos x="connsiteX1" y="connsiteY1"/>
                </a:cxn>
                <a:cxn ang="0">
                  <a:pos x="connsiteX2" y="connsiteY2"/>
                </a:cxn>
              </a:cxnLst>
              <a:rect l="l" t="t" r="r" b="b"/>
              <a:pathLst>
                <a:path w="57150" h="28575">
                  <a:moveTo>
                    <a:pt x="0" y="31718"/>
                  </a:moveTo>
                  <a:lnTo>
                    <a:pt x="31813" y="0"/>
                  </a:lnTo>
                  <a:lnTo>
                    <a:pt x="63437" y="31718"/>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Shape 86">
              <a:extLst>
                <a:ext uri="{FF2B5EF4-FFF2-40B4-BE49-F238E27FC236}">
                  <a16:creationId xmlns:a16="http://schemas.microsoft.com/office/drawing/2014/main" id="{4D5DA971-DEAA-405C-BCF7-092C368FEE26}"/>
                </a:ext>
              </a:extLst>
            </p:cNvPr>
            <p:cNvSpPr/>
            <p:nvPr/>
          </p:nvSpPr>
          <p:spPr>
            <a:xfrm>
              <a:off x="1580054" y="5318485"/>
              <a:ext cx="3202" cy="41622"/>
            </a:xfrm>
            <a:custGeom>
              <a:avLst/>
              <a:gdLst>
                <a:gd name="connsiteX0" fmla="*/ 0 w 0"/>
                <a:gd name="connsiteY0" fmla="*/ 0 h 123825"/>
                <a:gd name="connsiteX1" fmla="*/ 8001 w 0"/>
                <a:gd name="connsiteY1" fmla="*/ 0 h 123825"/>
                <a:gd name="connsiteX2" fmla="*/ 8001 w 0"/>
                <a:gd name="connsiteY2" fmla="*/ 124968 h 123825"/>
                <a:gd name="connsiteX3" fmla="*/ 0 w 0"/>
                <a:gd name="connsiteY3" fmla="*/ 124968 h 123825"/>
              </a:gdLst>
              <a:ahLst/>
              <a:cxnLst>
                <a:cxn ang="0">
                  <a:pos x="connsiteX0" y="connsiteY0"/>
                </a:cxn>
                <a:cxn ang="0">
                  <a:pos x="connsiteX1" y="connsiteY1"/>
                </a:cxn>
                <a:cxn ang="0">
                  <a:pos x="connsiteX2" y="connsiteY2"/>
                </a:cxn>
                <a:cxn ang="0">
                  <a:pos x="connsiteX3" y="connsiteY3"/>
                </a:cxn>
              </a:cxnLst>
              <a:rect l="l" t="t" r="r" b="b"/>
              <a:pathLst>
                <a:path h="123825">
                  <a:moveTo>
                    <a:pt x="0" y="0"/>
                  </a:moveTo>
                  <a:lnTo>
                    <a:pt x="8001" y="0"/>
                  </a:lnTo>
                  <a:lnTo>
                    <a:pt x="8001" y="124968"/>
                  </a:lnTo>
                  <a:lnTo>
                    <a:pt x="0" y="124968"/>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Shape 87">
              <a:extLst>
                <a:ext uri="{FF2B5EF4-FFF2-40B4-BE49-F238E27FC236}">
                  <a16:creationId xmlns:a16="http://schemas.microsoft.com/office/drawing/2014/main" id="{3ABC0FB9-074A-4F9C-A353-442BACE73F41}"/>
                </a:ext>
              </a:extLst>
            </p:cNvPr>
            <p:cNvSpPr/>
            <p:nvPr/>
          </p:nvSpPr>
          <p:spPr>
            <a:xfrm>
              <a:off x="1570160" y="5307470"/>
              <a:ext cx="19210" cy="9605"/>
            </a:xfrm>
            <a:custGeom>
              <a:avLst/>
              <a:gdLst>
                <a:gd name="connsiteX0" fmla="*/ 0 w 57150"/>
                <a:gd name="connsiteY0" fmla="*/ 31718 h 28575"/>
                <a:gd name="connsiteX1" fmla="*/ 31718 w 57150"/>
                <a:gd name="connsiteY1" fmla="*/ 0 h 28575"/>
                <a:gd name="connsiteX2" fmla="*/ 63341 w 57150"/>
                <a:gd name="connsiteY2" fmla="*/ 31718 h 28575"/>
              </a:gdLst>
              <a:ahLst/>
              <a:cxnLst>
                <a:cxn ang="0">
                  <a:pos x="connsiteX0" y="connsiteY0"/>
                </a:cxn>
                <a:cxn ang="0">
                  <a:pos x="connsiteX1" y="connsiteY1"/>
                </a:cxn>
                <a:cxn ang="0">
                  <a:pos x="connsiteX2" y="connsiteY2"/>
                </a:cxn>
              </a:cxnLst>
              <a:rect l="l" t="t" r="r" b="b"/>
              <a:pathLst>
                <a:path w="57150" h="28575">
                  <a:moveTo>
                    <a:pt x="0" y="31718"/>
                  </a:moveTo>
                  <a:lnTo>
                    <a:pt x="31718" y="0"/>
                  </a:lnTo>
                  <a:lnTo>
                    <a:pt x="63341" y="31718"/>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Shape 88">
              <a:extLst>
                <a:ext uri="{FF2B5EF4-FFF2-40B4-BE49-F238E27FC236}">
                  <a16:creationId xmlns:a16="http://schemas.microsoft.com/office/drawing/2014/main" id="{BF892B33-1437-4B70-B183-88B4FE891542}"/>
                </a:ext>
              </a:extLst>
            </p:cNvPr>
            <p:cNvSpPr/>
            <p:nvPr/>
          </p:nvSpPr>
          <p:spPr>
            <a:xfrm>
              <a:off x="1600001" y="5337183"/>
              <a:ext cx="3202" cy="22412"/>
            </a:xfrm>
            <a:custGeom>
              <a:avLst/>
              <a:gdLst>
                <a:gd name="connsiteX0" fmla="*/ 0 w 0"/>
                <a:gd name="connsiteY0" fmla="*/ 0 h 66675"/>
                <a:gd name="connsiteX1" fmla="*/ 8001 w 0"/>
                <a:gd name="connsiteY1" fmla="*/ 0 h 66675"/>
                <a:gd name="connsiteX2" fmla="*/ 8001 w 0"/>
                <a:gd name="connsiteY2" fmla="*/ 69437 h 66675"/>
                <a:gd name="connsiteX3" fmla="*/ 0 w 0"/>
                <a:gd name="connsiteY3" fmla="*/ 69437 h 66675"/>
              </a:gdLst>
              <a:ahLst/>
              <a:cxnLst>
                <a:cxn ang="0">
                  <a:pos x="connsiteX0" y="connsiteY0"/>
                </a:cxn>
                <a:cxn ang="0">
                  <a:pos x="connsiteX1" y="connsiteY1"/>
                </a:cxn>
                <a:cxn ang="0">
                  <a:pos x="connsiteX2" y="connsiteY2"/>
                </a:cxn>
                <a:cxn ang="0">
                  <a:pos x="connsiteX3" y="connsiteY3"/>
                </a:cxn>
              </a:cxnLst>
              <a:rect l="l" t="t" r="r" b="b"/>
              <a:pathLst>
                <a:path h="66675">
                  <a:moveTo>
                    <a:pt x="0" y="0"/>
                  </a:moveTo>
                  <a:lnTo>
                    <a:pt x="8001" y="0"/>
                  </a:lnTo>
                  <a:lnTo>
                    <a:pt x="8001" y="69437"/>
                  </a:lnTo>
                  <a:lnTo>
                    <a:pt x="0" y="69437"/>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Shape 89">
              <a:extLst>
                <a:ext uri="{FF2B5EF4-FFF2-40B4-BE49-F238E27FC236}">
                  <a16:creationId xmlns:a16="http://schemas.microsoft.com/office/drawing/2014/main" id="{FF46DFA7-D1D8-4B2D-B8D8-D65B2D0657AC}"/>
                </a:ext>
              </a:extLst>
            </p:cNvPr>
            <p:cNvSpPr/>
            <p:nvPr/>
          </p:nvSpPr>
          <p:spPr>
            <a:xfrm>
              <a:off x="1591068" y="5328186"/>
              <a:ext cx="19210" cy="9605"/>
            </a:xfrm>
            <a:custGeom>
              <a:avLst/>
              <a:gdLst>
                <a:gd name="connsiteX0" fmla="*/ 0 w 57150"/>
                <a:gd name="connsiteY0" fmla="*/ 31718 h 28575"/>
                <a:gd name="connsiteX1" fmla="*/ 31718 w 57150"/>
                <a:gd name="connsiteY1" fmla="*/ 0 h 28575"/>
                <a:gd name="connsiteX2" fmla="*/ 63437 w 57150"/>
                <a:gd name="connsiteY2" fmla="*/ 31718 h 28575"/>
              </a:gdLst>
              <a:ahLst/>
              <a:cxnLst>
                <a:cxn ang="0">
                  <a:pos x="connsiteX0" y="connsiteY0"/>
                </a:cxn>
                <a:cxn ang="0">
                  <a:pos x="connsiteX1" y="connsiteY1"/>
                </a:cxn>
                <a:cxn ang="0">
                  <a:pos x="connsiteX2" y="connsiteY2"/>
                </a:cxn>
              </a:cxnLst>
              <a:rect l="l" t="t" r="r" b="b"/>
              <a:pathLst>
                <a:path w="57150" h="28575">
                  <a:moveTo>
                    <a:pt x="0" y="31718"/>
                  </a:moveTo>
                  <a:lnTo>
                    <a:pt x="31718" y="0"/>
                  </a:lnTo>
                  <a:lnTo>
                    <a:pt x="63437" y="31718"/>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Shape 90">
              <a:extLst>
                <a:ext uri="{FF2B5EF4-FFF2-40B4-BE49-F238E27FC236}">
                  <a16:creationId xmlns:a16="http://schemas.microsoft.com/office/drawing/2014/main" id="{69342E46-3337-4E50-8683-BE84BAB529E8}"/>
                </a:ext>
              </a:extLst>
            </p:cNvPr>
            <p:cNvSpPr/>
            <p:nvPr/>
          </p:nvSpPr>
          <p:spPr>
            <a:xfrm>
              <a:off x="1552519" y="5359178"/>
              <a:ext cx="57631" cy="3202"/>
            </a:xfrm>
            <a:custGeom>
              <a:avLst/>
              <a:gdLst>
                <a:gd name="connsiteX0" fmla="*/ 0 w 171450"/>
                <a:gd name="connsiteY0" fmla="*/ 0 h 0"/>
                <a:gd name="connsiteX1" fmla="*/ 174879 w 171450"/>
                <a:gd name="connsiteY1" fmla="*/ 0 h 0"/>
                <a:gd name="connsiteX2" fmla="*/ 174879 w 171450"/>
                <a:gd name="connsiteY2" fmla="*/ 8001 h 0"/>
                <a:gd name="connsiteX3" fmla="*/ 0 w 171450"/>
                <a:gd name="connsiteY3" fmla="*/ 8001 h 0"/>
              </a:gdLst>
              <a:ahLst/>
              <a:cxnLst>
                <a:cxn ang="0">
                  <a:pos x="connsiteX0" y="connsiteY0"/>
                </a:cxn>
                <a:cxn ang="0">
                  <a:pos x="connsiteX1" y="connsiteY1"/>
                </a:cxn>
                <a:cxn ang="0">
                  <a:pos x="connsiteX2" y="connsiteY2"/>
                </a:cxn>
                <a:cxn ang="0">
                  <a:pos x="connsiteX3" y="connsiteY3"/>
                </a:cxn>
              </a:cxnLst>
              <a:rect l="l" t="t" r="r" b="b"/>
              <a:pathLst>
                <a:path w="171450">
                  <a:moveTo>
                    <a:pt x="0" y="0"/>
                  </a:moveTo>
                  <a:lnTo>
                    <a:pt x="174879" y="0"/>
                  </a:lnTo>
                  <a:lnTo>
                    <a:pt x="174879" y="8001"/>
                  </a:lnTo>
                  <a:lnTo>
                    <a:pt x="0" y="8001"/>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2" name="Freeform: Shape 91">
              <a:extLst>
                <a:ext uri="{FF2B5EF4-FFF2-40B4-BE49-F238E27FC236}">
                  <a16:creationId xmlns:a16="http://schemas.microsoft.com/office/drawing/2014/main" id="{404523D6-8E66-4DA3-8230-2909E139814A}"/>
                </a:ext>
              </a:extLst>
            </p:cNvPr>
            <p:cNvSpPr/>
            <p:nvPr/>
          </p:nvSpPr>
          <p:spPr>
            <a:xfrm>
              <a:off x="1190816" y="5878564"/>
              <a:ext cx="51228" cy="329778"/>
            </a:xfrm>
            <a:custGeom>
              <a:avLst/>
              <a:gdLst>
                <a:gd name="connsiteX0" fmla="*/ 0 w 152400"/>
                <a:gd name="connsiteY0" fmla="*/ 2849 h 981075"/>
                <a:gd name="connsiteX1" fmla="*/ 20664 w 152400"/>
                <a:gd name="connsiteY1" fmla="*/ 0 h 981075"/>
                <a:gd name="connsiteX2" fmla="*/ 156305 w 152400"/>
                <a:gd name="connsiteY2" fmla="*/ 983647 h 981075"/>
                <a:gd name="connsiteX3" fmla="*/ 135641 w 152400"/>
                <a:gd name="connsiteY3" fmla="*/ 986497 h 981075"/>
              </a:gdLst>
              <a:ahLst/>
              <a:cxnLst>
                <a:cxn ang="0">
                  <a:pos x="connsiteX0" y="connsiteY0"/>
                </a:cxn>
                <a:cxn ang="0">
                  <a:pos x="connsiteX1" y="connsiteY1"/>
                </a:cxn>
                <a:cxn ang="0">
                  <a:pos x="connsiteX2" y="connsiteY2"/>
                </a:cxn>
                <a:cxn ang="0">
                  <a:pos x="connsiteX3" y="connsiteY3"/>
                </a:cxn>
              </a:cxnLst>
              <a:rect l="l" t="t" r="r" b="b"/>
              <a:pathLst>
                <a:path w="152400" h="981075">
                  <a:moveTo>
                    <a:pt x="0" y="2849"/>
                  </a:moveTo>
                  <a:lnTo>
                    <a:pt x="20664" y="0"/>
                  </a:lnTo>
                  <a:lnTo>
                    <a:pt x="156305" y="983647"/>
                  </a:lnTo>
                  <a:lnTo>
                    <a:pt x="135641" y="986497"/>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Shape 92">
              <a:extLst>
                <a:ext uri="{FF2B5EF4-FFF2-40B4-BE49-F238E27FC236}">
                  <a16:creationId xmlns:a16="http://schemas.microsoft.com/office/drawing/2014/main" id="{0AEC69E6-9937-4C8C-B1DB-657D31837E74}"/>
                </a:ext>
              </a:extLst>
            </p:cNvPr>
            <p:cNvSpPr/>
            <p:nvPr/>
          </p:nvSpPr>
          <p:spPr>
            <a:xfrm>
              <a:off x="1117114" y="5880521"/>
              <a:ext cx="51228" cy="329778"/>
            </a:xfrm>
            <a:custGeom>
              <a:avLst/>
              <a:gdLst>
                <a:gd name="connsiteX0" fmla="*/ 0 w 152400"/>
                <a:gd name="connsiteY0" fmla="*/ 2849 h 981075"/>
                <a:gd name="connsiteX1" fmla="*/ 20664 w 152400"/>
                <a:gd name="connsiteY1" fmla="*/ 0 h 981075"/>
                <a:gd name="connsiteX2" fmla="*/ 156305 w 152400"/>
                <a:gd name="connsiteY2" fmla="*/ 983647 h 981075"/>
                <a:gd name="connsiteX3" fmla="*/ 135641 w 152400"/>
                <a:gd name="connsiteY3" fmla="*/ 986497 h 981075"/>
              </a:gdLst>
              <a:ahLst/>
              <a:cxnLst>
                <a:cxn ang="0">
                  <a:pos x="connsiteX0" y="connsiteY0"/>
                </a:cxn>
                <a:cxn ang="0">
                  <a:pos x="connsiteX1" y="connsiteY1"/>
                </a:cxn>
                <a:cxn ang="0">
                  <a:pos x="connsiteX2" y="connsiteY2"/>
                </a:cxn>
                <a:cxn ang="0">
                  <a:pos x="connsiteX3" y="connsiteY3"/>
                </a:cxn>
              </a:cxnLst>
              <a:rect l="l" t="t" r="r" b="b"/>
              <a:pathLst>
                <a:path w="152400" h="981075">
                  <a:moveTo>
                    <a:pt x="0" y="2849"/>
                  </a:moveTo>
                  <a:lnTo>
                    <a:pt x="20664" y="0"/>
                  </a:lnTo>
                  <a:lnTo>
                    <a:pt x="156305" y="983647"/>
                  </a:lnTo>
                  <a:lnTo>
                    <a:pt x="135641" y="986497"/>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Shape 93">
              <a:extLst>
                <a:ext uri="{FF2B5EF4-FFF2-40B4-BE49-F238E27FC236}">
                  <a16:creationId xmlns:a16="http://schemas.microsoft.com/office/drawing/2014/main" id="{7D231B15-1F44-459C-B87A-4F67ED566D0D}"/>
                </a:ext>
              </a:extLst>
            </p:cNvPr>
            <p:cNvSpPr/>
            <p:nvPr/>
          </p:nvSpPr>
          <p:spPr>
            <a:xfrm>
              <a:off x="1148397" y="6075757"/>
              <a:ext cx="70438" cy="6403"/>
            </a:xfrm>
            <a:custGeom>
              <a:avLst/>
              <a:gdLst>
                <a:gd name="connsiteX0" fmla="*/ 0 w 209550"/>
                <a:gd name="connsiteY0" fmla="*/ 0 h 19050"/>
                <a:gd name="connsiteX1" fmla="*/ 215360 w 209550"/>
                <a:gd name="connsiteY1" fmla="*/ 0 h 19050"/>
                <a:gd name="connsiteX2" fmla="*/ 215360 w 209550"/>
                <a:gd name="connsiteY2" fmla="*/ 20860 h 19050"/>
                <a:gd name="connsiteX3" fmla="*/ 0 w 20955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09550" h="19050">
                  <a:moveTo>
                    <a:pt x="0" y="0"/>
                  </a:moveTo>
                  <a:lnTo>
                    <a:pt x="215360" y="0"/>
                  </a:lnTo>
                  <a:lnTo>
                    <a:pt x="215360" y="20860"/>
                  </a:lnTo>
                  <a:lnTo>
                    <a:pt x="0" y="2086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Shape 94">
              <a:extLst>
                <a:ext uri="{FF2B5EF4-FFF2-40B4-BE49-F238E27FC236}">
                  <a16:creationId xmlns:a16="http://schemas.microsoft.com/office/drawing/2014/main" id="{0DE62129-13CC-45DF-BBB3-BA1AF4DB1E89}"/>
                </a:ext>
              </a:extLst>
            </p:cNvPr>
            <p:cNvSpPr/>
            <p:nvPr/>
          </p:nvSpPr>
          <p:spPr>
            <a:xfrm>
              <a:off x="1135238" y="6009801"/>
              <a:ext cx="73640" cy="6403"/>
            </a:xfrm>
            <a:custGeom>
              <a:avLst/>
              <a:gdLst>
                <a:gd name="connsiteX0" fmla="*/ 0 w 219075"/>
                <a:gd name="connsiteY0" fmla="*/ 0 h 19050"/>
                <a:gd name="connsiteX1" fmla="*/ 221171 w 219075"/>
                <a:gd name="connsiteY1" fmla="*/ 0 h 19050"/>
                <a:gd name="connsiteX2" fmla="*/ 221171 w 219075"/>
                <a:gd name="connsiteY2" fmla="*/ 20860 h 19050"/>
                <a:gd name="connsiteX3" fmla="*/ 0 w 219075"/>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19075" h="19050">
                  <a:moveTo>
                    <a:pt x="0" y="0"/>
                  </a:moveTo>
                  <a:lnTo>
                    <a:pt x="221171" y="0"/>
                  </a:lnTo>
                  <a:lnTo>
                    <a:pt x="221171" y="20860"/>
                  </a:lnTo>
                  <a:lnTo>
                    <a:pt x="0" y="2086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6" name="Freeform: Shape 95">
              <a:extLst>
                <a:ext uri="{FF2B5EF4-FFF2-40B4-BE49-F238E27FC236}">
                  <a16:creationId xmlns:a16="http://schemas.microsoft.com/office/drawing/2014/main" id="{04CBDAA1-B6CC-4431-B253-F695944657C2}"/>
                </a:ext>
              </a:extLst>
            </p:cNvPr>
            <p:cNvSpPr/>
            <p:nvPr/>
          </p:nvSpPr>
          <p:spPr>
            <a:xfrm>
              <a:off x="1129507" y="5943878"/>
              <a:ext cx="70438" cy="6403"/>
            </a:xfrm>
            <a:custGeom>
              <a:avLst/>
              <a:gdLst>
                <a:gd name="connsiteX0" fmla="*/ 0 w 209550"/>
                <a:gd name="connsiteY0" fmla="*/ 0 h 19050"/>
                <a:gd name="connsiteX1" fmla="*/ 218980 w 209550"/>
                <a:gd name="connsiteY1" fmla="*/ 0 h 19050"/>
                <a:gd name="connsiteX2" fmla="*/ 218980 w 209550"/>
                <a:gd name="connsiteY2" fmla="*/ 20860 h 19050"/>
                <a:gd name="connsiteX3" fmla="*/ 0 w 20955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09550" h="19050">
                  <a:moveTo>
                    <a:pt x="0" y="0"/>
                  </a:moveTo>
                  <a:lnTo>
                    <a:pt x="218980" y="0"/>
                  </a:lnTo>
                  <a:lnTo>
                    <a:pt x="218980" y="20860"/>
                  </a:lnTo>
                  <a:lnTo>
                    <a:pt x="0" y="2086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7" name="Freeform: Shape 96">
              <a:extLst>
                <a:ext uri="{FF2B5EF4-FFF2-40B4-BE49-F238E27FC236}">
                  <a16:creationId xmlns:a16="http://schemas.microsoft.com/office/drawing/2014/main" id="{E0743ADE-26F7-47E5-A031-237571F0DF6F}"/>
                </a:ext>
              </a:extLst>
            </p:cNvPr>
            <p:cNvSpPr/>
            <p:nvPr/>
          </p:nvSpPr>
          <p:spPr>
            <a:xfrm>
              <a:off x="1116412" y="5879843"/>
              <a:ext cx="76841" cy="6403"/>
            </a:xfrm>
            <a:custGeom>
              <a:avLst/>
              <a:gdLst>
                <a:gd name="connsiteX0" fmla="*/ 0 w 228600"/>
                <a:gd name="connsiteY0" fmla="*/ 0 h 19050"/>
                <a:gd name="connsiteX1" fmla="*/ 229076 w 228600"/>
                <a:gd name="connsiteY1" fmla="*/ 0 h 19050"/>
                <a:gd name="connsiteX2" fmla="*/ 229076 w 228600"/>
                <a:gd name="connsiteY2" fmla="*/ 20860 h 19050"/>
                <a:gd name="connsiteX3" fmla="*/ 0 w 22860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28600" h="19050">
                  <a:moveTo>
                    <a:pt x="0" y="0"/>
                  </a:moveTo>
                  <a:lnTo>
                    <a:pt x="229076" y="0"/>
                  </a:lnTo>
                  <a:lnTo>
                    <a:pt x="229076" y="20860"/>
                  </a:lnTo>
                  <a:lnTo>
                    <a:pt x="0" y="2086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8" name="Freeform: Shape 97">
              <a:extLst>
                <a:ext uri="{FF2B5EF4-FFF2-40B4-BE49-F238E27FC236}">
                  <a16:creationId xmlns:a16="http://schemas.microsoft.com/office/drawing/2014/main" id="{9CC4F69D-54DB-49C2-96A8-76C1FB1DD322}"/>
                </a:ext>
              </a:extLst>
            </p:cNvPr>
            <p:cNvSpPr/>
            <p:nvPr/>
          </p:nvSpPr>
          <p:spPr>
            <a:xfrm>
              <a:off x="1122239" y="5891498"/>
              <a:ext cx="76841" cy="6403"/>
            </a:xfrm>
            <a:custGeom>
              <a:avLst/>
              <a:gdLst>
                <a:gd name="connsiteX0" fmla="*/ 0 w 228600"/>
                <a:gd name="connsiteY0" fmla="*/ 0 h 19050"/>
                <a:gd name="connsiteX1" fmla="*/ 229076 w 228600"/>
                <a:gd name="connsiteY1" fmla="*/ 0 h 19050"/>
                <a:gd name="connsiteX2" fmla="*/ 229076 w 228600"/>
                <a:gd name="connsiteY2" fmla="*/ 20860 h 19050"/>
                <a:gd name="connsiteX3" fmla="*/ 0 w 22860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28600" h="19050">
                  <a:moveTo>
                    <a:pt x="0" y="0"/>
                  </a:moveTo>
                  <a:lnTo>
                    <a:pt x="229076" y="0"/>
                  </a:lnTo>
                  <a:lnTo>
                    <a:pt x="229076" y="20860"/>
                  </a:lnTo>
                  <a:lnTo>
                    <a:pt x="0" y="2086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Freeform: Shape 98">
              <a:extLst>
                <a:ext uri="{FF2B5EF4-FFF2-40B4-BE49-F238E27FC236}">
                  <a16:creationId xmlns:a16="http://schemas.microsoft.com/office/drawing/2014/main" id="{F7695041-AF23-42C8-932E-254FAB8ABE9B}"/>
                </a:ext>
              </a:extLst>
            </p:cNvPr>
            <p:cNvSpPr/>
            <p:nvPr/>
          </p:nvSpPr>
          <p:spPr>
            <a:xfrm>
              <a:off x="1154224" y="6141712"/>
              <a:ext cx="76841" cy="6403"/>
            </a:xfrm>
            <a:custGeom>
              <a:avLst/>
              <a:gdLst>
                <a:gd name="connsiteX0" fmla="*/ 0 w 228600"/>
                <a:gd name="connsiteY0" fmla="*/ 0 h 19050"/>
                <a:gd name="connsiteX1" fmla="*/ 231267 w 228600"/>
                <a:gd name="connsiteY1" fmla="*/ 0 h 19050"/>
                <a:gd name="connsiteX2" fmla="*/ 231267 w 228600"/>
                <a:gd name="connsiteY2" fmla="*/ 20860 h 19050"/>
                <a:gd name="connsiteX3" fmla="*/ 0 w 228600"/>
                <a:gd name="connsiteY3" fmla="*/ 20860 h 19050"/>
              </a:gdLst>
              <a:ahLst/>
              <a:cxnLst>
                <a:cxn ang="0">
                  <a:pos x="connsiteX0" y="connsiteY0"/>
                </a:cxn>
                <a:cxn ang="0">
                  <a:pos x="connsiteX1" y="connsiteY1"/>
                </a:cxn>
                <a:cxn ang="0">
                  <a:pos x="connsiteX2" y="connsiteY2"/>
                </a:cxn>
                <a:cxn ang="0">
                  <a:pos x="connsiteX3" y="connsiteY3"/>
                </a:cxn>
              </a:cxnLst>
              <a:rect l="l" t="t" r="r" b="b"/>
              <a:pathLst>
                <a:path w="228600" h="19050">
                  <a:moveTo>
                    <a:pt x="0" y="0"/>
                  </a:moveTo>
                  <a:lnTo>
                    <a:pt x="231267" y="0"/>
                  </a:lnTo>
                  <a:lnTo>
                    <a:pt x="231267" y="20860"/>
                  </a:lnTo>
                  <a:lnTo>
                    <a:pt x="0" y="2086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reeform: Shape 99">
              <a:extLst>
                <a:ext uri="{FF2B5EF4-FFF2-40B4-BE49-F238E27FC236}">
                  <a16:creationId xmlns:a16="http://schemas.microsoft.com/office/drawing/2014/main" id="{518E7492-8FF9-4B2F-A7A2-9018B085BB3F}"/>
                </a:ext>
              </a:extLst>
            </p:cNvPr>
            <p:cNvSpPr/>
            <p:nvPr/>
          </p:nvSpPr>
          <p:spPr>
            <a:xfrm>
              <a:off x="1034882" y="5875572"/>
              <a:ext cx="89648" cy="323374"/>
            </a:xfrm>
            <a:custGeom>
              <a:avLst/>
              <a:gdLst>
                <a:gd name="connsiteX0" fmla="*/ 0 w 266700"/>
                <a:gd name="connsiteY0" fmla="*/ 957610 h 962025"/>
                <a:gd name="connsiteX1" fmla="*/ 248306 w 266700"/>
                <a:gd name="connsiteY1" fmla="*/ 0 h 962025"/>
                <a:gd name="connsiteX2" fmla="*/ 268498 w 266700"/>
                <a:gd name="connsiteY2" fmla="*/ 5236 h 962025"/>
                <a:gd name="connsiteX3" fmla="*/ 20192 w 266700"/>
                <a:gd name="connsiteY3" fmla="*/ 962846 h 962025"/>
              </a:gdLst>
              <a:ahLst/>
              <a:cxnLst>
                <a:cxn ang="0">
                  <a:pos x="connsiteX0" y="connsiteY0"/>
                </a:cxn>
                <a:cxn ang="0">
                  <a:pos x="connsiteX1" y="connsiteY1"/>
                </a:cxn>
                <a:cxn ang="0">
                  <a:pos x="connsiteX2" y="connsiteY2"/>
                </a:cxn>
                <a:cxn ang="0">
                  <a:pos x="connsiteX3" y="connsiteY3"/>
                </a:cxn>
              </a:cxnLst>
              <a:rect l="l" t="t" r="r" b="b"/>
              <a:pathLst>
                <a:path w="266700" h="962025">
                  <a:moveTo>
                    <a:pt x="0" y="957610"/>
                  </a:moveTo>
                  <a:lnTo>
                    <a:pt x="248306" y="0"/>
                  </a:lnTo>
                  <a:lnTo>
                    <a:pt x="268498" y="5236"/>
                  </a:lnTo>
                  <a:lnTo>
                    <a:pt x="20192" y="962846"/>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1" name="Freeform: Shape 100">
              <a:extLst>
                <a:ext uri="{FF2B5EF4-FFF2-40B4-BE49-F238E27FC236}">
                  <a16:creationId xmlns:a16="http://schemas.microsoft.com/office/drawing/2014/main" id="{7ADA78AF-F071-42B9-BC0F-5C6F1E7DEA88}"/>
                </a:ext>
              </a:extLst>
            </p:cNvPr>
            <p:cNvSpPr/>
            <p:nvPr/>
          </p:nvSpPr>
          <p:spPr>
            <a:xfrm>
              <a:off x="1094408" y="5532193"/>
              <a:ext cx="22412" cy="41622"/>
            </a:xfrm>
            <a:custGeom>
              <a:avLst/>
              <a:gdLst>
                <a:gd name="connsiteX0" fmla="*/ 48697 w 66675"/>
                <a:gd name="connsiteY0" fmla="*/ 128797 h 123825"/>
                <a:gd name="connsiteX1" fmla="*/ 32409 w 66675"/>
                <a:gd name="connsiteY1" fmla="*/ 496 h 123825"/>
                <a:gd name="connsiteX2" fmla="*/ 59937 w 66675"/>
                <a:gd name="connsiteY2" fmla="*/ 60027 h 123825"/>
                <a:gd name="connsiteX3" fmla="*/ 57460 w 66675"/>
                <a:gd name="connsiteY3" fmla="*/ 126607 h 123825"/>
                <a:gd name="connsiteX4" fmla="*/ 48697 w 66675"/>
                <a:gd name="connsiteY4" fmla="*/ 128797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123825">
                  <a:moveTo>
                    <a:pt x="48697" y="128797"/>
                  </a:moveTo>
                  <a:cubicBezTo>
                    <a:pt x="40696" y="94317"/>
                    <a:pt x="-45600" y="12878"/>
                    <a:pt x="32409" y="496"/>
                  </a:cubicBezTo>
                  <a:cubicBezTo>
                    <a:pt x="67271" y="-5029"/>
                    <a:pt x="53269" y="36976"/>
                    <a:pt x="59937" y="60027"/>
                  </a:cubicBezTo>
                  <a:cubicBezTo>
                    <a:pt x="67271" y="85459"/>
                    <a:pt x="85845" y="106699"/>
                    <a:pt x="57460" y="126607"/>
                  </a:cubicBezTo>
                  <a:lnTo>
                    <a:pt x="48697" y="128797"/>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2" name="Freeform: Shape 101">
              <a:extLst>
                <a:ext uri="{FF2B5EF4-FFF2-40B4-BE49-F238E27FC236}">
                  <a16:creationId xmlns:a16="http://schemas.microsoft.com/office/drawing/2014/main" id="{289E9413-29C3-4CA0-83A9-04BF00411887}"/>
                </a:ext>
              </a:extLst>
            </p:cNvPr>
            <p:cNvSpPr/>
            <p:nvPr/>
          </p:nvSpPr>
          <p:spPr>
            <a:xfrm>
              <a:off x="1104439" y="5560183"/>
              <a:ext cx="92850" cy="83245"/>
            </a:xfrm>
            <a:custGeom>
              <a:avLst/>
              <a:gdLst>
                <a:gd name="connsiteX0" fmla="*/ 188 w 276225"/>
                <a:gd name="connsiteY0" fmla="*/ 24860 h 247650"/>
                <a:gd name="connsiteX1" fmla="*/ 85627 w 276225"/>
                <a:gd name="connsiteY1" fmla="*/ 167640 h 247650"/>
                <a:gd name="connsiteX2" fmla="*/ 281652 w 276225"/>
                <a:gd name="connsiteY2" fmla="*/ 222790 h 247650"/>
                <a:gd name="connsiteX3" fmla="*/ 156588 w 276225"/>
                <a:gd name="connsiteY3" fmla="*/ 130492 h 247650"/>
                <a:gd name="connsiteX4" fmla="*/ 78769 w 276225"/>
                <a:gd name="connsiteY4" fmla="*/ 63722 h 247650"/>
                <a:gd name="connsiteX5" fmla="*/ 40955 w 276225"/>
                <a:gd name="connsiteY5" fmla="*/ 0 h 247650"/>
                <a:gd name="connsiteX6" fmla="*/ 188 w 276225"/>
                <a:gd name="connsiteY6" fmla="*/ 2486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6225" h="247650">
                  <a:moveTo>
                    <a:pt x="188" y="24860"/>
                  </a:moveTo>
                  <a:cubicBezTo>
                    <a:pt x="-3622" y="52102"/>
                    <a:pt x="51432" y="138303"/>
                    <a:pt x="85627" y="167640"/>
                  </a:cubicBezTo>
                  <a:cubicBezTo>
                    <a:pt x="108868" y="187738"/>
                    <a:pt x="287652" y="311753"/>
                    <a:pt x="281652" y="222790"/>
                  </a:cubicBezTo>
                  <a:cubicBezTo>
                    <a:pt x="278318" y="172307"/>
                    <a:pt x="190116" y="157544"/>
                    <a:pt x="156588" y="130492"/>
                  </a:cubicBezTo>
                  <a:cubicBezTo>
                    <a:pt x="134205" y="112490"/>
                    <a:pt x="100200" y="82486"/>
                    <a:pt x="78769" y="63722"/>
                  </a:cubicBezTo>
                  <a:cubicBezTo>
                    <a:pt x="57243" y="44863"/>
                    <a:pt x="56766" y="23336"/>
                    <a:pt x="40955" y="0"/>
                  </a:cubicBezTo>
                  <a:cubicBezTo>
                    <a:pt x="33049" y="4000"/>
                    <a:pt x="188" y="24860"/>
                    <a:pt x="188" y="2486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3" name="Freeform: Shape 102">
              <a:extLst>
                <a:ext uri="{FF2B5EF4-FFF2-40B4-BE49-F238E27FC236}">
                  <a16:creationId xmlns:a16="http://schemas.microsoft.com/office/drawing/2014/main" id="{26C13EE4-5D8B-4A07-8A54-27B312F606DB}"/>
                </a:ext>
              </a:extLst>
            </p:cNvPr>
            <p:cNvSpPr/>
            <p:nvPr/>
          </p:nvSpPr>
          <p:spPr>
            <a:xfrm>
              <a:off x="1140105" y="5597291"/>
              <a:ext cx="38421" cy="41622"/>
            </a:xfrm>
            <a:custGeom>
              <a:avLst/>
              <a:gdLst>
                <a:gd name="connsiteX0" fmla="*/ 97536 w 114300"/>
                <a:gd name="connsiteY0" fmla="*/ 0 h 123825"/>
                <a:gd name="connsiteX1" fmla="*/ 117729 w 114300"/>
                <a:gd name="connsiteY1" fmla="*/ 129350 h 123825"/>
                <a:gd name="connsiteX2" fmla="*/ 15430 w 114300"/>
                <a:gd name="connsiteY2" fmla="*/ 129540 h 123825"/>
                <a:gd name="connsiteX3" fmla="*/ 0 w 114300"/>
                <a:gd name="connsiteY3" fmla="*/ 4096 h 123825"/>
                <a:gd name="connsiteX4" fmla="*/ 97536 w 114300"/>
                <a:gd name="connsiteY4" fmla="*/ 0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23825">
                  <a:moveTo>
                    <a:pt x="97536" y="0"/>
                  </a:moveTo>
                  <a:cubicBezTo>
                    <a:pt x="57055" y="28766"/>
                    <a:pt x="97536" y="96393"/>
                    <a:pt x="117729" y="129350"/>
                  </a:cubicBezTo>
                  <a:cubicBezTo>
                    <a:pt x="84487" y="126873"/>
                    <a:pt x="48292" y="122968"/>
                    <a:pt x="15430" y="129540"/>
                  </a:cubicBezTo>
                  <a:cubicBezTo>
                    <a:pt x="10954" y="88964"/>
                    <a:pt x="14478" y="32957"/>
                    <a:pt x="0" y="4096"/>
                  </a:cubicBezTo>
                  <a:lnTo>
                    <a:pt x="97536" y="0"/>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4" name="Freeform: Shape 103">
              <a:extLst>
                <a:ext uri="{FF2B5EF4-FFF2-40B4-BE49-F238E27FC236}">
                  <a16:creationId xmlns:a16="http://schemas.microsoft.com/office/drawing/2014/main" id="{F36316E9-5513-4398-9660-46C14907DFB9}"/>
                </a:ext>
              </a:extLst>
            </p:cNvPr>
            <p:cNvSpPr/>
            <p:nvPr/>
          </p:nvSpPr>
          <p:spPr>
            <a:xfrm>
              <a:off x="1119435" y="5618417"/>
              <a:ext cx="83245" cy="134472"/>
            </a:xfrm>
            <a:custGeom>
              <a:avLst/>
              <a:gdLst>
                <a:gd name="connsiteX0" fmla="*/ 33679 w 247650"/>
                <a:gd name="connsiteY0" fmla="*/ 24113 h 400050"/>
                <a:gd name="connsiteX1" fmla="*/ 152 w 247650"/>
                <a:gd name="connsiteY1" fmla="*/ 66023 h 400050"/>
                <a:gd name="connsiteX2" fmla="*/ 57873 w 247650"/>
                <a:gd name="connsiteY2" fmla="*/ 325389 h 400050"/>
                <a:gd name="connsiteX3" fmla="*/ 193033 w 247650"/>
                <a:gd name="connsiteY3" fmla="*/ 380634 h 400050"/>
                <a:gd name="connsiteX4" fmla="*/ 212559 w 247650"/>
                <a:gd name="connsiteY4" fmla="*/ 286717 h 400050"/>
                <a:gd name="connsiteX5" fmla="*/ 190080 w 247650"/>
                <a:gd name="connsiteY5" fmla="*/ 4587 h 400050"/>
                <a:gd name="connsiteX6" fmla="*/ 81971 w 247650"/>
                <a:gd name="connsiteY6" fmla="*/ 16398 h 400050"/>
                <a:gd name="connsiteX7" fmla="*/ 33679 w 247650"/>
                <a:gd name="connsiteY7" fmla="*/ 24113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400050">
                  <a:moveTo>
                    <a:pt x="33679" y="24113"/>
                  </a:moveTo>
                  <a:cubicBezTo>
                    <a:pt x="15391" y="29638"/>
                    <a:pt x="1199" y="40496"/>
                    <a:pt x="152" y="66023"/>
                  </a:cubicBezTo>
                  <a:cubicBezTo>
                    <a:pt x="-3849" y="159082"/>
                    <a:pt x="72827" y="229853"/>
                    <a:pt x="57873" y="325389"/>
                  </a:cubicBezTo>
                  <a:cubicBezTo>
                    <a:pt x="51206" y="401970"/>
                    <a:pt x="130739" y="436926"/>
                    <a:pt x="193033" y="380634"/>
                  </a:cubicBezTo>
                  <a:cubicBezTo>
                    <a:pt x="222941" y="353583"/>
                    <a:pt x="205606" y="323008"/>
                    <a:pt x="212559" y="286717"/>
                  </a:cubicBezTo>
                  <a:cubicBezTo>
                    <a:pt x="227799" y="207469"/>
                    <a:pt x="300379" y="48116"/>
                    <a:pt x="190080" y="4587"/>
                  </a:cubicBezTo>
                  <a:cubicBezTo>
                    <a:pt x="155695" y="-8939"/>
                    <a:pt x="116071" y="11254"/>
                    <a:pt x="81971" y="16398"/>
                  </a:cubicBezTo>
                  <a:cubicBezTo>
                    <a:pt x="66350" y="18779"/>
                    <a:pt x="48634" y="19636"/>
                    <a:pt x="33679" y="24113"/>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5" name="Freeform: Shape 104">
              <a:extLst>
                <a:ext uri="{FF2B5EF4-FFF2-40B4-BE49-F238E27FC236}">
                  <a16:creationId xmlns:a16="http://schemas.microsoft.com/office/drawing/2014/main" id="{B74A2477-B92E-4CE1-887F-BAE67ADDCD9B}"/>
                </a:ext>
              </a:extLst>
            </p:cNvPr>
            <p:cNvSpPr/>
            <p:nvPr/>
          </p:nvSpPr>
          <p:spPr>
            <a:xfrm>
              <a:off x="1131780" y="5810430"/>
              <a:ext cx="28816" cy="144078"/>
            </a:xfrm>
            <a:custGeom>
              <a:avLst/>
              <a:gdLst>
                <a:gd name="connsiteX0" fmla="*/ 91440 w 85725"/>
                <a:gd name="connsiteY0" fmla="*/ 57340 h 428625"/>
                <a:gd name="connsiteX1" fmla="*/ 81343 w 85725"/>
                <a:gd name="connsiteY1" fmla="*/ 435197 h 428625"/>
                <a:gd name="connsiteX2" fmla="*/ 0 w 85725"/>
                <a:gd name="connsiteY2" fmla="*/ 383858 h 428625"/>
                <a:gd name="connsiteX3" fmla="*/ 55531 w 85725"/>
                <a:gd name="connsiteY3" fmla="*/ 387763 h 428625"/>
                <a:gd name="connsiteX4" fmla="*/ 26575 w 85725"/>
                <a:gd name="connsiteY4" fmla="*/ 212788 h 428625"/>
                <a:gd name="connsiteX5" fmla="*/ 35909 w 85725"/>
                <a:gd name="connsiteY5" fmla="*/ 0 h 428625"/>
                <a:gd name="connsiteX6" fmla="*/ 91440 w 85725"/>
                <a:gd name="connsiteY6" fmla="*/ 5734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25" h="428625">
                  <a:moveTo>
                    <a:pt x="91440" y="57340"/>
                  </a:moveTo>
                  <a:cubicBezTo>
                    <a:pt x="91154" y="183547"/>
                    <a:pt x="96488" y="312801"/>
                    <a:pt x="81343" y="435197"/>
                  </a:cubicBezTo>
                  <a:cubicBezTo>
                    <a:pt x="54292" y="428054"/>
                    <a:pt x="16574" y="406527"/>
                    <a:pt x="0" y="383858"/>
                  </a:cubicBezTo>
                  <a:cubicBezTo>
                    <a:pt x="15335" y="367379"/>
                    <a:pt x="40291" y="377666"/>
                    <a:pt x="55531" y="387763"/>
                  </a:cubicBezTo>
                  <a:cubicBezTo>
                    <a:pt x="55721" y="331946"/>
                    <a:pt x="39814" y="266986"/>
                    <a:pt x="26575" y="212788"/>
                  </a:cubicBezTo>
                  <a:cubicBezTo>
                    <a:pt x="17240" y="174784"/>
                    <a:pt x="17240" y="60769"/>
                    <a:pt x="35909" y="0"/>
                  </a:cubicBezTo>
                  <a:lnTo>
                    <a:pt x="91440" y="57340"/>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Freeform: Shape 105">
              <a:extLst>
                <a:ext uri="{FF2B5EF4-FFF2-40B4-BE49-F238E27FC236}">
                  <a16:creationId xmlns:a16="http://schemas.microsoft.com/office/drawing/2014/main" id="{6B7867F1-D5C8-4772-80DD-DB9D4C60D1BB}"/>
                </a:ext>
              </a:extLst>
            </p:cNvPr>
            <p:cNvSpPr/>
            <p:nvPr/>
          </p:nvSpPr>
          <p:spPr>
            <a:xfrm>
              <a:off x="1170489" y="5817730"/>
              <a:ext cx="32017" cy="134472"/>
            </a:xfrm>
            <a:custGeom>
              <a:avLst/>
              <a:gdLst>
                <a:gd name="connsiteX0" fmla="*/ 104299 w 95250"/>
                <a:gd name="connsiteY0" fmla="*/ 25432 h 400050"/>
                <a:gd name="connsiteX1" fmla="*/ 79248 w 95250"/>
                <a:gd name="connsiteY1" fmla="*/ 402622 h 400050"/>
                <a:gd name="connsiteX2" fmla="*/ 0 w 95250"/>
                <a:gd name="connsiteY2" fmla="*/ 348043 h 400050"/>
                <a:gd name="connsiteX3" fmla="*/ 55340 w 95250"/>
                <a:gd name="connsiteY3" fmla="*/ 354139 h 400050"/>
                <a:gd name="connsiteX4" fmla="*/ 40005 w 95250"/>
                <a:gd name="connsiteY4" fmla="*/ 176975 h 400050"/>
                <a:gd name="connsiteX5" fmla="*/ 29337 w 95250"/>
                <a:gd name="connsiteY5" fmla="*/ 0 h 400050"/>
                <a:gd name="connsiteX6" fmla="*/ 104299 w 95250"/>
                <a:gd name="connsiteY6" fmla="*/ 25432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400050">
                  <a:moveTo>
                    <a:pt x="104299" y="25432"/>
                  </a:moveTo>
                  <a:cubicBezTo>
                    <a:pt x="98965" y="151638"/>
                    <a:pt x="99250" y="280988"/>
                    <a:pt x="79248" y="402622"/>
                  </a:cubicBezTo>
                  <a:cubicBezTo>
                    <a:pt x="52483" y="394335"/>
                    <a:pt x="15716" y="371475"/>
                    <a:pt x="0" y="348043"/>
                  </a:cubicBezTo>
                  <a:cubicBezTo>
                    <a:pt x="16002" y="332137"/>
                    <a:pt x="40481" y="343471"/>
                    <a:pt x="55340" y="354139"/>
                  </a:cubicBezTo>
                  <a:cubicBezTo>
                    <a:pt x="57721" y="298418"/>
                    <a:pt x="51245" y="231648"/>
                    <a:pt x="40005" y="176975"/>
                  </a:cubicBezTo>
                  <a:cubicBezTo>
                    <a:pt x="32195" y="138589"/>
                    <a:pt x="42386" y="38957"/>
                    <a:pt x="29337" y="0"/>
                  </a:cubicBezTo>
                  <a:lnTo>
                    <a:pt x="104299" y="25432"/>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7" name="Freeform: Shape 106">
              <a:extLst>
                <a:ext uri="{FF2B5EF4-FFF2-40B4-BE49-F238E27FC236}">
                  <a16:creationId xmlns:a16="http://schemas.microsoft.com/office/drawing/2014/main" id="{2AA56ABB-6234-4E50-96D4-34DC588C1BE9}"/>
                </a:ext>
              </a:extLst>
            </p:cNvPr>
            <p:cNvSpPr/>
            <p:nvPr/>
          </p:nvSpPr>
          <p:spPr>
            <a:xfrm>
              <a:off x="1146956" y="5938755"/>
              <a:ext cx="3202" cy="3202"/>
            </a:xfrm>
            <a:custGeom>
              <a:avLst/>
              <a:gdLst>
                <a:gd name="connsiteX0" fmla="*/ 0 w 0"/>
                <a:gd name="connsiteY0" fmla="*/ 0 h 0"/>
                <a:gd name="connsiteX1" fmla="*/ 2000 w 0"/>
                <a:gd name="connsiteY1" fmla="*/ 161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381" y="381"/>
                    <a:pt x="1238" y="952"/>
                    <a:pt x="2000" y="1619"/>
                  </a:cubicBezTo>
                  <a:cubicBezTo>
                    <a:pt x="2000" y="1619"/>
                    <a:pt x="1143" y="667"/>
                    <a:pt x="0"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8" name="Freeform: Shape 107">
              <a:extLst>
                <a:ext uri="{FF2B5EF4-FFF2-40B4-BE49-F238E27FC236}">
                  <a16:creationId xmlns:a16="http://schemas.microsoft.com/office/drawing/2014/main" id="{0D9F81E0-8458-4CBE-8C13-A4102EEEF62F}"/>
                </a:ext>
              </a:extLst>
            </p:cNvPr>
            <p:cNvSpPr/>
            <p:nvPr/>
          </p:nvSpPr>
          <p:spPr>
            <a:xfrm>
              <a:off x="1131812" y="5936523"/>
              <a:ext cx="25614" cy="19210"/>
            </a:xfrm>
            <a:custGeom>
              <a:avLst/>
              <a:gdLst>
                <a:gd name="connsiteX0" fmla="*/ 83249 w 76200"/>
                <a:gd name="connsiteY0" fmla="*/ 37883 h 57150"/>
                <a:gd name="connsiteX1" fmla="*/ 38100 w 76200"/>
                <a:gd name="connsiteY1" fmla="*/ 11785 h 57150"/>
                <a:gd name="connsiteX2" fmla="*/ 45720 w 76200"/>
                <a:gd name="connsiteY2" fmla="*/ 6546 h 57150"/>
                <a:gd name="connsiteX3" fmla="*/ 0 w 76200"/>
                <a:gd name="connsiteY3" fmla="*/ 8832 h 57150"/>
                <a:gd name="connsiteX4" fmla="*/ 83344 w 76200"/>
                <a:gd name="connsiteY4" fmla="*/ 61505 h 57150"/>
                <a:gd name="connsiteX5" fmla="*/ 84296 w 76200"/>
                <a:gd name="connsiteY5" fmla="*/ 52456 h 57150"/>
                <a:gd name="connsiteX6" fmla="*/ 83249 w 76200"/>
                <a:gd name="connsiteY6" fmla="*/ 37883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00" h="57150">
                  <a:moveTo>
                    <a:pt x="83249" y="37883"/>
                  </a:moveTo>
                  <a:cubicBezTo>
                    <a:pt x="83249" y="37883"/>
                    <a:pt x="34100" y="22167"/>
                    <a:pt x="38100" y="11785"/>
                  </a:cubicBezTo>
                  <a:cubicBezTo>
                    <a:pt x="40481" y="5593"/>
                    <a:pt x="43625" y="5593"/>
                    <a:pt x="45720" y="6546"/>
                  </a:cubicBezTo>
                  <a:cubicBezTo>
                    <a:pt x="30671" y="-693"/>
                    <a:pt x="12287" y="-4408"/>
                    <a:pt x="0" y="8832"/>
                  </a:cubicBezTo>
                  <a:cubicBezTo>
                    <a:pt x="16954" y="32168"/>
                    <a:pt x="55626" y="54076"/>
                    <a:pt x="83344" y="61505"/>
                  </a:cubicBezTo>
                  <a:cubicBezTo>
                    <a:pt x="83725" y="58552"/>
                    <a:pt x="83915" y="55409"/>
                    <a:pt x="84296" y="52456"/>
                  </a:cubicBezTo>
                  <a:lnTo>
                    <a:pt x="83249" y="37883"/>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Freeform: Shape 108">
              <a:extLst>
                <a:ext uri="{FF2B5EF4-FFF2-40B4-BE49-F238E27FC236}">
                  <a16:creationId xmlns:a16="http://schemas.microsoft.com/office/drawing/2014/main" id="{313447B6-8442-4CE7-A43E-FAFC8F943A25}"/>
                </a:ext>
              </a:extLst>
            </p:cNvPr>
            <p:cNvSpPr/>
            <p:nvPr/>
          </p:nvSpPr>
          <p:spPr>
            <a:xfrm>
              <a:off x="1185921" y="5934401"/>
              <a:ext cx="3202" cy="3202"/>
            </a:xfrm>
            <a:custGeom>
              <a:avLst/>
              <a:gdLst>
                <a:gd name="connsiteX0" fmla="*/ 0 w 0"/>
                <a:gd name="connsiteY0" fmla="*/ 0 h 0"/>
                <a:gd name="connsiteX1" fmla="*/ 2000 w 0"/>
                <a:gd name="connsiteY1" fmla="*/ 1714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381" y="381"/>
                    <a:pt x="1238" y="1048"/>
                    <a:pt x="2000" y="1714"/>
                  </a:cubicBezTo>
                  <a:cubicBezTo>
                    <a:pt x="2000" y="1619"/>
                    <a:pt x="1238" y="667"/>
                    <a:pt x="0"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Freeform: Shape 109">
              <a:extLst>
                <a:ext uri="{FF2B5EF4-FFF2-40B4-BE49-F238E27FC236}">
                  <a16:creationId xmlns:a16="http://schemas.microsoft.com/office/drawing/2014/main" id="{B8C1CDF0-8FDD-4D7A-B8E4-9E9D96E113CC}"/>
                </a:ext>
              </a:extLst>
            </p:cNvPr>
            <p:cNvSpPr/>
            <p:nvPr/>
          </p:nvSpPr>
          <p:spPr>
            <a:xfrm>
              <a:off x="1169881" y="5931852"/>
              <a:ext cx="25614" cy="19210"/>
            </a:xfrm>
            <a:custGeom>
              <a:avLst/>
              <a:gdLst>
                <a:gd name="connsiteX0" fmla="*/ 82677 w 76200"/>
                <a:gd name="connsiteY0" fmla="*/ 40632 h 57150"/>
                <a:gd name="connsiteX1" fmla="*/ 38195 w 76200"/>
                <a:gd name="connsiteY1" fmla="*/ 12534 h 57150"/>
                <a:gd name="connsiteX2" fmla="*/ 46101 w 76200"/>
                <a:gd name="connsiteY2" fmla="*/ 7581 h 57150"/>
                <a:gd name="connsiteX3" fmla="*/ 0 w 76200"/>
                <a:gd name="connsiteY3" fmla="*/ 8057 h 57150"/>
                <a:gd name="connsiteX4" fmla="*/ 81915 w 76200"/>
                <a:gd name="connsiteY4" fmla="*/ 64445 h 57150"/>
                <a:gd name="connsiteX5" fmla="*/ 83249 w 76200"/>
                <a:gd name="connsiteY5" fmla="*/ 55396 h 57150"/>
                <a:gd name="connsiteX6" fmla="*/ 82677 w 76200"/>
                <a:gd name="connsiteY6" fmla="*/ 40632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00" h="57150">
                  <a:moveTo>
                    <a:pt x="82677" y="40632"/>
                  </a:moveTo>
                  <a:cubicBezTo>
                    <a:pt x="82677" y="40632"/>
                    <a:pt x="33814" y="22821"/>
                    <a:pt x="38195" y="12534"/>
                  </a:cubicBezTo>
                  <a:cubicBezTo>
                    <a:pt x="40862" y="6342"/>
                    <a:pt x="44006" y="6533"/>
                    <a:pt x="46101" y="7581"/>
                  </a:cubicBezTo>
                  <a:cubicBezTo>
                    <a:pt x="31242" y="-325"/>
                    <a:pt x="12954" y="-4707"/>
                    <a:pt x="0" y="8057"/>
                  </a:cubicBezTo>
                  <a:cubicBezTo>
                    <a:pt x="16193" y="32250"/>
                    <a:pt x="54197" y="55872"/>
                    <a:pt x="81915" y="64445"/>
                  </a:cubicBezTo>
                  <a:cubicBezTo>
                    <a:pt x="82391" y="61397"/>
                    <a:pt x="82772" y="58349"/>
                    <a:pt x="83249" y="55396"/>
                  </a:cubicBezTo>
                  <a:lnTo>
                    <a:pt x="82677" y="40632"/>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1" name="Freeform: Shape 110">
              <a:extLst>
                <a:ext uri="{FF2B5EF4-FFF2-40B4-BE49-F238E27FC236}">
                  <a16:creationId xmlns:a16="http://schemas.microsoft.com/office/drawing/2014/main" id="{0BFC601D-E44E-478E-B872-1E306A2E0F88}"/>
                </a:ext>
              </a:extLst>
            </p:cNvPr>
            <p:cNvSpPr/>
            <p:nvPr/>
          </p:nvSpPr>
          <p:spPr>
            <a:xfrm>
              <a:off x="1129547" y="5724720"/>
              <a:ext cx="76841" cy="214516"/>
            </a:xfrm>
            <a:custGeom>
              <a:avLst/>
              <a:gdLst>
                <a:gd name="connsiteX0" fmla="*/ 27790 w 228600"/>
                <a:gd name="connsiteY0" fmla="*/ 9239 h 638175"/>
                <a:gd name="connsiteX1" fmla="*/ 47316 w 228600"/>
                <a:gd name="connsiteY1" fmla="*/ 615029 h 638175"/>
                <a:gd name="connsiteX2" fmla="*/ 105800 w 228600"/>
                <a:gd name="connsiteY2" fmla="*/ 640747 h 638175"/>
                <a:gd name="connsiteX3" fmla="*/ 129231 w 228600"/>
                <a:gd name="connsiteY3" fmla="*/ 236220 h 638175"/>
                <a:gd name="connsiteX4" fmla="*/ 166665 w 228600"/>
                <a:gd name="connsiteY4" fmla="*/ 605695 h 638175"/>
                <a:gd name="connsiteX5" fmla="*/ 225148 w 228600"/>
                <a:gd name="connsiteY5" fmla="*/ 619697 h 638175"/>
                <a:gd name="connsiteX6" fmla="*/ 183048 w 228600"/>
                <a:gd name="connsiteY6" fmla="*/ 0 h 638175"/>
                <a:gd name="connsiteX7" fmla="*/ 27790 w 228600"/>
                <a:gd name="connsiteY7" fmla="*/ 9239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600" h="638175">
                  <a:moveTo>
                    <a:pt x="27790" y="9239"/>
                  </a:moveTo>
                  <a:cubicBezTo>
                    <a:pt x="27790" y="9239"/>
                    <a:pt x="-46219" y="198787"/>
                    <a:pt x="47316" y="615029"/>
                  </a:cubicBezTo>
                  <a:lnTo>
                    <a:pt x="105800" y="640747"/>
                  </a:lnTo>
                  <a:lnTo>
                    <a:pt x="129231" y="236220"/>
                  </a:lnTo>
                  <a:lnTo>
                    <a:pt x="166665" y="605695"/>
                  </a:lnTo>
                  <a:lnTo>
                    <a:pt x="225148" y="619697"/>
                  </a:lnTo>
                  <a:cubicBezTo>
                    <a:pt x="225148" y="619697"/>
                    <a:pt x="267249" y="177737"/>
                    <a:pt x="183048" y="0"/>
                  </a:cubicBezTo>
                  <a:cubicBezTo>
                    <a:pt x="182952" y="0"/>
                    <a:pt x="59794" y="23146"/>
                    <a:pt x="27790" y="9239"/>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2" name="Freeform: Shape 111">
              <a:extLst>
                <a:ext uri="{FF2B5EF4-FFF2-40B4-BE49-F238E27FC236}">
                  <a16:creationId xmlns:a16="http://schemas.microsoft.com/office/drawing/2014/main" id="{18581C3D-1BB4-4CDF-B018-95A4428DB3A2}"/>
                </a:ext>
              </a:extLst>
            </p:cNvPr>
            <p:cNvSpPr/>
            <p:nvPr/>
          </p:nvSpPr>
          <p:spPr>
            <a:xfrm>
              <a:off x="1039513" y="5544680"/>
              <a:ext cx="22412" cy="41622"/>
            </a:xfrm>
            <a:custGeom>
              <a:avLst/>
              <a:gdLst>
                <a:gd name="connsiteX0" fmla="*/ 48655 w 66675"/>
                <a:gd name="connsiteY0" fmla="*/ 128797 h 123825"/>
                <a:gd name="connsiteX1" fmla="*/ 32367 w 66675"/>
                <a:gd name="connsiteY1" fmla="*/ 496 h 123825"/>
                <a:gd name="connsiteX2" fmla="*/ 59895 w 66675"/>
                <a:gd name="connsiteY2" fmla="*/ 60027 h 123825"/>
                <a:gd name="connsiteX3" fmla="*/ 57418 w 66675"/>
                <a:gd name="connsiteY3" fmla="*/ 126606 h 123825"/>
                <a:gd name="connsiteX4" fmla="*/ 48655 w 66675"/>
                <a:gd name="connsiteY4" fmla="*/ 128797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123825">
                  <a:moveTo>
                    <a:pt x="48655" y="128797"/>
                  </a:moveTo>
                  <a:cubicBezTo>
                    <a:pt x="40654" y="94317"/>
                    <a:pt x="-45547" y="12878"/>
                    <a:pt x="32367" y="496"/>
                  </a:cubicBezTo>
                  <a:cubicBezTo>
                    <a:pt x="67229" y="-5029"/>
                    <a:pt x="53227" y="36976"/>
                    <a:pt x="59895" y="60027"/>
                  </a:cubicBezTo>
                  <a:cubicBezTo>
                    <a:pt x="67229" y="85459"/>
                    <a:pt x="85803" y="106699"/>
                    <a:pt x="57418" y="126606"/>
                  </a:cubicBezTo>
                  <a:lnTo>
                    <a:pt x="48655" y="128797"/>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Freeform: Shape 112">
              <a:extLst>
                <a:ext uri="{FF2B5EF4-FFF2-40B4-BE49-F238E27FC236}">
                  <a16:creationId xmlns:a16="http://schemas.microsoft.com/office/drawing/2014/main" id="{950F1725-1064-404D-9D7C-1145472D9FDC}"/>
                </a:ext>
              </a:extLst>
            </p:cNvPr>
            <p:cNvSpPr/>
            <p:nvPr/>
          </p:nvSpPr>
          <p:spPr>
            <a:xfrm>
              <a:off x="1049532" y="5572638"/>
              <a:ext cx="92850" cy="83245"/>
            </a:xfrm>
            <a:custGeom>
              <a:avLst/>
              <a:gdLst>
                <a:gd name="connsiteX0" fmla="*/ 179 w 276225"/>
                <a:gd name="connsiteY0" fmla="*/ 24860 h 247650"/>
                <a:gd name="connsiteX1" fmla="*/ 85618 w 276225"/>
                <a:gd name="connsiteY1" fmla="*/ 167640 h 247650"/>
                <a:gd name="connsiteX2" fmla="*/ 281643 w 276225"/>
                <a:gd name="connsiteY2" fmla="*/ 222790 h 247650"/>
                <a:gd name="connsiteX3" fmla="*/ 156579 w 276225"/>
                <a:gd name="connsiteY3" fmla="*/ 130492 h 247650"/>
                <a:gd name="connsiteX4" fmla="*/ 78760 w 276225"/>
                <a:gd name="connsiteY4" fmla="*/ 63722 h 247650"/>
                <a:gd name="connsiteX5" fmla="*/ 40946 w 276225"/>
                <a:gd name="connsiteY5" fmla="*/ 0 h 247650"/>
                <a:gd name="connsiteX6" fmla="*/ 179 w 276225"/>
                <a:gd name="connsiteY6" fmla="*/ 2486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6225" h="247650">
                  <a:moveTo>
                    <a:pt x="179" y="24860"/>
                  </a:moveTo>
                  <a:cubicBezTo>
                    <a:pt x="-3536" y="52102"/>
                    <a:pt x="51423" y="138303"/>
                    <a:pt x="85618" y="167640"/>
                  </a:cubicBezTo>
                  <a:cubicBezTo>
                    <a:pt x="108859" y="187738"/>
                    <a:pt x="287643" y="311753"/>
                    <a:pt x="281643" y="222790"/>
                  </a:cubicBezTo>
                  <a:cubicBezTo>
                    <a:pt x="278309" y="172307"/>
                    <a:pt x="190108" y="157544"/>
                    <a:pt x="156579" y="130492"/>
                  </a:cubicBezTo>
                  <a:cubicBezTo>
                    <a:pt x="134196" y="112490"/>
                    <a:pt x="100191" y="82487"/>
                    <a:pt x="78760" y="63722"/>
                  </a:cubicBezTo>
                  <a:cubicBezTo>
                    <a:pt x="57234" y="44863"/>
                    <a:pt x="56758" y="23336"/>
                    <a:pt x="40946" y="0"/>
                  </a:cubicBezTo>
                  <a:cubicBezTo>
                    <a:pt x="33135" y="4096"/>
                    <a:pt x="179" y="24860"/>
                    <a:pt x="179" y="2486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4" name="Freeform: Shape 113">
              <a:extLst>
                <a:ext uri="{FF2B5EF4-FFF2-40B4-BE49-F238E27FC236}">
                  <a16:creationId xmlns:a16="http://schemas.microsoft.com/office/drawing/2014/main" id="{A631522F-9AE5-41B5-B81A-9498EA9D552F}"/>
                </a:ext>
              </a:extLst>
            </p:cNvPr>
            <p:cNvSpPr/>
            <p:nvPr/>
          </p:nvSpPr>
          <p:spPr>
            <a:xfrm>
              <a:off x="747765" y="5607569"/>
              <a:ext cx="70438" cy="60833"/>
            </a:xfrm>
            <a:custGeom>
              <a:avLst/>
              <a:gdLst>
                <a:gd name="connsiteX0" fmla="*/ 0 w 209550"/>
                <a:gd name="connsiteY0" fmla="*/ 141732 h 180975"/>
                <a:gd name="connsiteX1" fmla="*/ 5810 w 209550"/>
                <a:gd name="connsiteY1" fmla="*/ 168973 h 180975"/>
                <a:gd name="connsiteX2" fmla="*/ 33528 w 209550"/>
                <a:gd name="connsiteY2" fmla="*/ 186880 h 180975"/>
                <a:gd name="connsiteX3" fmla="*/ 216408 w 209550"/>
                <a:gd name="connsiteY3" fmla="*/ 147828 h 180975"/>
                <a:gd name="connsiteX4" fmla="*/ 199835 w 209550"/>
                <a:gd name="connsiteY4" fmla="*/ 69913 h 180975"/>
                <a:gd name="connsiteX5" fmla="*/ 91916 w 209550"/>
                <a:gd name="connsiteY5"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550" h="180975">
                  <a:moveTo>
                    <a:pt x="0" y="141732"/>
                  </a:moveTo>
                  <a:lnTo>
                    <a:pt x="5810" y="168973"/>
                  </a:lnTo>
                  <a:lnTo>
                    <a:pt x="33528" y="186880"/>
                  </a:lnTo>
                  <a:lnTo>
                    <a:pt x="216408" y="147828"/>
                  </a:lnTo>
                  <a:lnTo>
                    <a:pt x="199835" y="69913"/>
                  </a:lnTo>
                  <a:lnTo>
                    <a:pt x="91916" y="0"/>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5" name="Freeform: Shape 114">
              <a:extLst>
                <a:ext uri="{FF2B5EF4-FFF2-40B4-BE49-F238E27FC236}">
                  <a16:creationId xmlns:a16="http://schemas.microsoft.com/office/drawing/2014/main" id="{1995D9AC-69DD-4E7C-BF9F-3FFB1BAC7895}"/>
                </a:ext>
              </a:extLst>
            </p:cNvPr>
            <p:cNvSpPr/>
            <p:nvPr/>
          </p:nvSpPr>
          <p:spPr>
            <a:xfrm>
              <a:off x="737552" y="5592520"/>
              <a:ext cx="76841" cy="70438"/>
            </a:xfrm>
            <a:custGeom>
              <a:avLst/>
              <a:gdLst>
                <a:gd name="connsiteX0" fmla="*/ 205740 w 228600"/>
                <a:gd name="connsiteY0" fmla="*/ 177165 h 209550"/>
                <a:gd name="connsiteX1" fmla="*/ 36195 w 228600"/>
                <a:gd name="connsiteY1" fmla="*/ 213360 h 209550"/>
                <a:gd name="connsiteX2" fmla="*/ 0 w 228600"/>
                <a:gd name="connsiteY2" fmla="*/ 43910 h 209550"/>
                <a:gd name="connsiteX3" fmla="*/ 205740 w 228600"/>
                <a:gd name="connsiteY3" fmla="*/ 0 h 209550"/>
                <a:gd name="connsiteX4" fmla="*/ 234220 w 228600"/>
                <a:gd name="connsiteY4" fmla="*/ 133350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09550">
                  <a:moveTo>
                    <a:pt x="205740" y="177165"/>
                  </a:moveTo>
                  <a:lnTo>
                    <a:pt x="36195" y="213360"/>
                  </a:lnTo>
                  <a:lnTo>
                    <a:pt x="0" y="43910"/>
                  </a:lnTo>
                  <a:lnTo>
                    <a:pt x="205740" y="0"/>
                  </a:lnTo>
                  <a:lnTo>
                    <a:pt x="234220" y="133350"/>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Freeform: Shape 115">
              <a:extLst>
                <a:ext uri="{FF2B5EF4-FFF2-40B4-BE49-F238E27FC236}">
                  <a16:creationId xmlns:a16="http://schemas.microsoft.com/office/drawing/2014/main" id="{7CDA0374-764F-4590-BDB6-B4F2CB919194}"/>
                </a:ext>
              </a:extLst>
            </p:cNvPr>
            <p:cNvSpPr/>
            <p:nvPr/>
          </p:nvSpPr>
          <p:spPr>
            <a:xfrm>
              <a:off x="806869" y="5637472"/>
              <a:ext cx="9605" cy="12807"/>
            </a:xfrm>
            <a:custGeom>
              <a:avLst/>
              <a:gdLst>
                <a:gd name="connsiteX0" fmla="*/ 35719 w 28575"/>
                <a:gd name="connsiteY0" fmla="*/ 35719 h 38100"/>
                <a:gd name="connsiteX1" fmla="*/ 28099 w 28575"/>
                <a:gd name="connsiteY1" fmla="*/ 0 h 38100"/>
                <a:gd name="connsiteX2" fmla="*/ 0 w 28575"/>
                <a:gd name="connsiteY2" fmla="*/ 43339 h 38100"/>
              </a:gdLst>
              <a:ahLst/>
              <a:cxnLst>
                <a:cxn ang="0">
                  <a:pos x="connsiteX0" y="connsiteY0"/>
                </a:cxn>
                <a:cxn ang="0">
                  <a:pos x="connsiteX1" y="connsiteY1"/>
                </a:cxn>
                <a:cxn ang="0">
                  <a:pos x="connsiteX2" y="connsiteY2"/>
                </a:cxn>
              </a:cxnLst>
              <a:rect l="l" t="t" r="r" b="b"/>
              <a:pathLst>
                <a:path w="28575" h="38100">
                  <a:moveTo>
                    <a:pt x="35719" y="35719"/>
                  </a:moveTo>
                  <a:lnTo>
                    <a:pt x="28099" y="0"/>
                  </a:lnTo>
                  <a:lnTo>
                    <a:pt x="0" y="43339"/>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7" name="Freeform: Shape 116">
              <a:extLst>
                <a:ext uri="{FF2B5EF4-FFF2-40B4-BE49-F238E27FC236}">
                  <a16:creationId xmlns:a16="http://schemas.microsoft.com/office/drawing/2014/main" id="{D36E07E8-8349-41D1-9DA0-E4E516CF46B6}"/>
                </a:ext>
              </a:extLst>
            </p:cNvPr>
            <p:cNvSpPr/>
            <p:nvPr/>
          </p:nvSpPr>
          <p:spPr>
            <a:xfrm>
              <a:off x="737528" y="5592527"/>
              <a:ext cx="70438" cy="25614"/>
            </a:xfrm>
            <a:custGeom>
              <a:avLst/>
              <a:gdLst>
                <a:gd name="connsiteX0" fmla="*/ 0 w 209550"/>
                <a:gd name="connsiteY0" fmla="*/ 43891 h 76200"/>
                <a:gd name="connsiteX1" fmla="*/ 205778 w 209550"/>
                <a:gd name="connsiteY1" fmla="*/ 0 h 76200"/>
                <a:gd name="connsiteX2" fmla="*/ 213726 w 209550"/>
                <a:gd name="connsiteY2" fmla="*/ 37262 h 76200"/>
                <a:gd name="connsiteX3" fmla="*/ 7948 w 209550"/>
                <a:gd name="connsiteY3" fmla="*/ 81153 h 76200"/>
              </a:gdLst>
              <a:ahLst/>
              <a:cxnLst>
                <a:cxn ang="0">
                  <a:pos x="connsiteX0" y="connsiteY0"/>
                </a:cxn>
                <a:cxn ang="0">
                  <a:pos x="connsiteX1" y="connsiteY1"/>
                </a:cxn>
                <a:cxn ang="0">
                  <a:pos x="connsiteX2" y="connsiteY2"/>
                </a:cxn>
                <a:cxn ang="0">
                  <a:pos x="connsiteX3" y="connsiteY3"/>
                </a:cxn>
              </a:cxnLst>
              <a:rect l="l" t="t" r="r" b="b"/>
              <a:pathLst>
                <a:path w="209550" h="76200">
                  <a:moveTo>
                    <a:pt x="0" y="43891"/>
                  </a:moveTo>
                  <a:lnTo>
                    <a:pt x="205778" y="0"/>
                  </a:lnTo>
                  <a:lnTo>
                    <a:pt x="213726" y="37262"/>
                  </a:lnTo>
                  <a:lnTo>
                    <a:pt x="7948" y="81153"/>
                  </a:lnTo>
                  <a:close/>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8" name="Freeform: Shape 117">
              <a:extLst>
                <a:ext uri="{FF2B5EF4-FFF2-40B4-BE49-F238E27FC236}">
                  <a16:creationId xmlns:a16="http://schemas.microsoft.com/office/drawing/2014/main" id="{F805B30C-9492-4CD6-90F0-FE0CFD5C544A}"/>
                </a:ext>
              </a:extLst>
            </p:cNvPr>
            <p:cNvSpPr/>
            <p:nvPr/>
          </p:nvSpPr>
          <p:spPr>
            <a:xfrm>
              <a:off x="741021" y="5597733"/>
              <a:ext cx="6403" cy="12807"/>
            </a:xfrm>
            <a:custGeom>
              <a:avLst/>
              <a:gdLst>
                <a:gd name="connsiteX0" fmla="*/ 0 w 19050"/>
                <a:gd name="connsiteY0" fmla="*/ 3020 h 38100"/>
                <a:gd name="connsiteX1" fmla="*/ 14062 w 19050"/>
                <a:gd name="connsiteY1" fmla="*/ 0 h 38100"/>
                <a:gd name="connsiteX2" fmla="*/ 22083 w 19050"/>
                <a:gd name="connsiteY2" fmla="*/ 37343 h 38100"/>
                <a:gd name="connsiteX3" fmla="*/ 8021 w 19050"/>
                <a:gd name="connsiteY3" fmla="*/ 40364 h 38100"/>
              </a:gdLst>
              <a:ahLst/>
              <a:cxnLst>
                <a:cxn ang="0">
                  <a:pos x="connsiteX0" y="connsiteY0"/>
                </a:cxn>
                <a:cxn ang="0">
                  <a:pos x="connsiteX1" y="connsiteY1"/>
                </a:cxn>
                <a:cxn ang="0">
                  <a:pos x="connsiteX2" y="connsiteY2"/>
                </a:cxn>
                <a:cxn ang="0">
                  <a:pos x="connsiteX3" y="connsiteY3"/>
                </a:cxn>
              </a:cxnLst>
              <a:rect l="l" t="t" r="r" b="b"/>
              <a:pathLst>
                <a:path w="19050" h="38100">
                  <a:moveTo>
                    <a:pt x="0" y="3020"/>
                  </a:moveTo>
                  <a:lnTo>
                    <a:pt x="14062" y="0"/>
                  </a:lnTo>
                  <a:lnTo>
                    <a:pt x="22083" y="37343"/>
                  </a:lnTo>
                  <a:lnTo>
                    <a:pt x="8021" y="40364"/>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9" name="Freeform: Shape 118">
              <a:extLst>
                <a:ext uri="{FF2B5EF4-FFF2-40B4-BE49-F238E27FC236}">
                  <a16:creationId xmlns:a16="http://schemas.microsoft.com/office/drawing/2014/main" id="{72F27051-8423-488E-BF3B-F187FAAE98C3}"/>
                </a:ext>
              </a:extLst>
            </p:cNvPr>
            <p:cNvSpPr/>
            <p:nvPr/>
          </p:nvSpPr>
          <p:spPr>
            <a:xfrm>
              <a:off x="751905" y="5595419"/>
              <a:ext cx="6403" cy="12807"/>
            </a:xfrm>
            <a:custGeom>
              <a:avLst/>
              <a:gdLst>
                <a:gd name="connsiteX0" fmla="*/ 0 w 19050"/>
                <a:gd name="connsiteY0" fmla="*/ 3007 h 38100"/>
                <a:gd name="connsiteX1" fmla="*/ 14065 w 19050"/>
                <a:gd name="connsiteY1" fmla="*/ 0 h 38100"/>
                <a:gd name="connsiteX2" fmla="*/ 22032 w 19050"/>
                <a:gd name="connsiteY2" fmla="*/ 37258 h 38100"/>
                <a:gd name="connsiteX3" fmla="*/ 7967 w 19050"/>
                <a:gd name="connsiteY3" fmla="*/ 40265 h 38100"/>
              </a:gdLst>
              <a:ahLst/>
              <a:cxnLst>
                <a:cxn ang="0">
                  <a:pos x="connsiteX0" y="connsiteY0"/>
                </a:cxn>
                <a:cxn ang="0">
                  <a:pos x="connsiteX1" y="connsiteY1"/>
                </a:cxn>
                <a:cxn ang="0">
                  <a:pos x="connsiteX2" y="connsiteY2"/>
                </a:cxn>
                <a:cxn ang="0">
                  <a:pos x="connsiteX3" y="connsiteY3"/>
                </a:cxn>
              </a:cxnLst>
              <a:rect l="l" t="t" r="r" b="b"/>
              <a:pathLst>
                <a:path w="19050" h="38100">
                  <a:moveTo>
                    <a:pt x="0" y="3007"/>
                  </a:moveTo>
                  <a:lnTo>
                    <a:pt x="14065" y="0"/>
                  </a:lnTo>
                  <a:lnTo>
                    <a:pt x="22032" y="37258"/>
                  </a:lnTo>
                  <a:lnTo>
                    <a:pt x="7967" y="40265"/>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0" name="Freeform: Shape 119">
              <a:extLst>
                <a:ext uri="{FF2B5EF4-FFF2-40B4-BE49-F238E27FC236}">
                  <a16:creationId xmlns:a16="http://schemas.microsoft.com/office/drawing/2014/main" id="{13101E56-F771-4CC8-A4E8-E4066E4CF14D}"/>
                </a:ext>
              </a:extLst>
            </p:cNvPr>
            <p:cNvSpPr/>
            <p:nvPr/>
          </p:nvSpPr>
          <p:spPr>
            <a:xfrm>
              <a:off x="762738" y="5593098"/>
              <a:ext cx="6403" cy="12807"/>
            </a:xfrm>
            <a:custGeom>
              <a:avLst/>
              <a:gdLst>
                <a:gd name="connsiteX0" fmla="*/ 0 w 19050"/>
                <a:gd name="connsiteY0" fmla="*/ 3009 h 38100"/>
                <a:gd name="connsiteX1" fmla="*/ 14162 w 19050"/>
                <a:gd name="connsiteY1" fmla="*/ 0 h 38100"/>
                <a:gd name="connsiteX2" fmla="*/ 22080 w 19050"/>
                <a:gd name="connsiteY2" fmla="*/ 37269 h 38100"/>
                <a:gd name="connsiteX3" fmla="*/ 7917 w 19050"/>
                <a:gd name="connsiteY3" fmla="*/ 40278 h 38100"/>
              </a:gdLst>
              <a:ahLst/>
              <a:cxnLst>
                <a:cxn ang="0">
                  <a:pos x="connsiteX0" y="connsiteY0"/>
                </a:cxn>
                <a:cxn ang="0">
                  <a:pos x="connsiteX1" y="connsiteY1"/>
                </a:cxn>
                <a:cxn ang="0">
                  <a:pos x="connsiteX2" y="connsiteY2"/>
                </a:cxn>
                <a:cxn ang="0">
                  <a:pos x="connsiteX3" y="connsiteY3"/>
                </a:cxn>
              </a:cxnLst>
              <a:rect l="l" t="t" r="r" b="b"/>
              <a:pathLst>
                <a:path w="19050" h="38100">
                  <a:moveTo>
                    <a:pt x="0" y="3009"/>
                  </a:moveTo>
                  <a:lnTo>
                    <a:pt x="14162" y="0"/>
                  </a:lnTo>
                  <a:lnTo>
                    <a:pt x="22080" y="37269"/>
                  </a:lnTo>
                  <a:lnTo>
                    <a:pt x="7917" y="40278"/>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1" name="Freeform: Shape 120">
              <a:extLst>
                <a:ext uri="{FF2B5EF4-FFF2-40B4-BE49-F238E27FC236}">
                  <a16:creationId xmlns:a16="http://schemas.microsoft.com/office/drawing/2014/main" id="{3721EE5F-CA25-4B2A-BE66-45327D1BB442}"/>
                </a:ext>
              </a:extLst>
            </p:cNvPr>
            <p:cNvSpPr/>
            <p:nvPr/>
          </p:nvSpPr>
          <p:spPr>
            <a:xfrm>
              <a:off x="773600" y="5590758"/>
              <a:ext cx="6403" cy="12807"/>
            </a:xfrm>
            <a:custGeom>
              <a:avLst/>
              <a:gdLst>
                <a:gd name="connsiteX0" fmla="*/ 0 w 19050"/>
                <a:gd name="connsiteY0" fmla="*/ 3032 h 38100"/>
                <a:gd name="connsiteX1" fmla="*/ 14157 w 19050"/>
                <a:gd name="connsiteY1" fmla="*/ 0 h 38100"/>
                <a:gd name="connsiteX2" fmla="*/ 22155 w 19050"/>
                <a:gd name="connsiteY2" fmla="*/ 37347 h 38100"/>
                <a:gd name="connsiteX3" fmla="*/ 7998 w 19050"/>
                <a:gd name="connsiteY3" fmla="*/ 40379 h 38100"/>
              </a:gdLst>
              <a:ahLst/>
              <a:cxnLst>
                <a:cxn ang="0">
                  <a:pos x="connsiteX0" y="connsiteY0"/>
                </a:cxn>
                <a:cxn ang="0">
                  <a:pos x="connsiteX1" y="connsiteY1"/>
                </a:cxn>
                <a:cxn ang="0">
                  <a:pos x="connsiteX2" y="connsiteY2"/>
                </a:cxn>
                <a:cxn ang="0">
                  <a:pos x="connsiteX3" y="connsiteY3"/>
                </a:cxn>
              </a:cxnLst>
              <a:rect l="l" t="t" r="r" b="b"/>
              <a:pathLst>
                <a:path w="19050" h="38100">
                  <a:moveTo>
                    <a:pt x="0" y="3032"/>
                  </a:moveTo>
                  <a:lnTo>
                    <a:pt x="14157" y="0"/>
                  </a:lnTo>
                  <a:lnTo>
                    <a:pt x="22155" y="37347"/>
                  </a:lnTo>
                  <a:lnTo>
                    <a:pt x="7998" y="40379"/>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2" name="Freeform: Shape 121">
              <a:extLst>
                <a:ext uri="{FF2B5EF4-FFF2-40B4-BE49-F238E27FC236}">
                  <a16:creationId xmlns:a16="http://schemas.microsoft.com/office/drawing/2014/main" id="{826C0C1C-3D76-4819-92C0-705305C5CA91}"/>
                </a:ext>
              </a:extLst>
            </p:cNvPr>
            <p:cNvSpPr/>
            <p:nvPr/>
          </p:nvSpPr>
          <p:spPr>
            <a:xfrm>
              <a:off x="784419" y="5588476"/>
              <a:ext cx="6403" cy="12807"/>
            </a:xfrm>
            <a:custGeom>
              <a:avLst/>
              <a:gdLst>
                <a:gd name="connsiteX0" fmla="*/ 0 w 19050"/>
                <a:gd name="connsiteY0" fmla="*/ 3013 h 38100"/>
                <a:gd name="connsiteX1" fmla="*/ 14063 w 19050"/>
                <a:gd name="connsiteY1" fmla="*/ 0 h 38100"/>
                <a:gd name="connsiteX2" fmla="*/ 22045 w 19050"/>
                <a:gd name="connsiteY2" fmla="*/ 37254 h 38100"/>
                <a:gd name="connsiteX3" fmla="*/ 7982 w 19050"/>
                <a:gd name="connsiteY3" fmla="*/ 40267 h 38100"/>
              </a:gdLst>
              <a:ahLst/>
              <a:cxnLst>
                <a:cxn ang="0">
                  <a:pos x="connsiteX0" y="connsiteY0"/>
                </a:cxn>
                <a:cxn ang="0">
                  <a:pos x="connsiteX1" y="connsiteY1"/>
                </a:cxn>
                <a:cxn ang="0">
                  <a:pos x="connsiteX2" y="connsiteY2"/>
                </a:cxn>
                <a:cxn ang="0">
                  <a:pos x="connsiteX3" y="connsiteY3"/>
                </a:cxn>
              </a:cxnLst>
              <a:rect l="l" t="t" r="r" b="b"/>
              <a:pathLst>
                <a:path w="19050" h="38100">
                  <a:moveTo>
                    <a:pt x="0" y="3013"/>
                  </a:moveTo>
                  <a:lnTo>
                    <a:pt x="14063" y="0"/>
                  </a:lnTo>
                  <a:lnTo>
                    <a:pt x="22045" y="37254"/>
                  </a:lnTo>
                  <a:lnTo>
                    <a:pt x="7982" y="40267"/>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3" name="Freeform: Shape 122">
              <a:extLst>
                <a:ext uri="{FF2B5EF4-FFF2-40B4-BE49-F238E27FC236}">
                  <a16:creationId xmlns:a16="http://schemas.microsoft.com/office/drawing/2014/main" id="{65023BEB-0B84-4601-8D6B-E1B2F3D3830C}"/>
                </a:ext>
              </a:extLst>
            </p:cNvPr>
            <p:cNvSpPr/>
            <p:nvPr/>
          </p:nvSpPr>
          <p:spPr>
            <a:xfrm>
              <a:off x="795258" y="5586130"/>
              <a:ext cx="6403" cy="12807"/>
            </a:xfrm>
            <a:custGeom>
              <a:avLst/>
              <a:gdLst>
                <a:gd name="connsiteX0" fmla="*/ 0 w 19050"/>
                <a:gd name="connsiteY0" fmla="*/ 3024 h 38100"/>
                <a:gd name="connsiteX1" fmla="*/ 14158 w 19050"/>
                <a:gd name="connsiteY1" fmla="*/ 0 h 38100"/>
                <a:gd name="connsiteX2" fmla="*/ 22137 w 19050"/>
                <a:gd name="connsiteY2" fmla="*/ 37351 h 38100"/>
                <a:gd name="connsiteX3" fmla="*/ 7979 w 19050"/>
                <a:gd name="connsiteY3" fmla="*/ 40376 h 38100"/>
              </a:gdLst>
              <a:ahLst/>
              <a:cxnLst>
                <a:cxn ang="0">
                  <a:pos x="connsiteX0" y="connsiteY0"/>
                </a:cxn>
                <a:cxn ang="0">
                  <a:pos x="connsiteX1" y="connsiteY1"/>
                </a:cxn>
                <a:cxn ang="0">
                  <a:pos x="connsiteX2" y="connsiteY2"/>
                </a:cxn>
                <a:cxn ang="0">
                  <a:pos x="connsiteX3" y="connsiteY3"/>
                </a:cxn>
              </a:cxnLst>
              <a:rect l="l" t="t" r="r" b="b"/>
              <a:pathLst>
                <a:path w="19050" h="38100">
                  <a:moveTo>
                    <a:pt x="0" y="3024"/>
                  </a:moveTo>
                  <a:lnTo>
                    <a:pt x="14158" y="0"/>
                  </a:lnTo>
                  <a:lnTo>
                    <a:pt x="22137" y="37351"/>
                  </a:lnTo>
                  <a:lnTo>
                    <a:pt x="7979" y="40376"/>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4" name="Freeform: Shape 123">
              <a:extLst>
                <a:ext uri="{FF2B5EF4-FFF2-40B4-BE49-F238E27FC236}">
                  <a16:creationId xmlns:a16="http://schemas.microsoft.com/office/drawing/2014/main" id="{667CA602-7C13-4AE8-A18B-DAB7CEEA5AA6}"/>
                </a:ext>
              </a:extLst>
            </p:cNvPr>
            <p:cNvSpPr/>
            <p:nvPr/>
          </p:nvSpPr>
          <p:spPr>
            <a:xfrm>
              <a:off x="747866" y="5620567"/>
              <a:ext cx="9605" cy="9605"/>
            </a:xfrm>
            <a:custGeom>
              <a:avLst/>
              <a:gdLst>
                <a:gd name="connsiteX0" fmla="*/ 0 w 28575"/>
                <a:gd name="connsiteY0" fmla="*/ 6523 h 28575"/>
                <a:gd name="connsiteX1" fmla="*/ 30555 w 28575"/>
                <a:gd name="connsiteY1" fmla="*/ 0 h 28575"/>
                <a:gd name="connsiteX2" fmla="*/ 35586 w 28575"/>
                <a:gd name="connsiteY2" fmla="*/ 23568 h 28575"/>
                <a:gd name="connsiteX3" fmla="*/ 5032 w 28575"/>
                <a:gd name="connsiteY3" fmla="*/ 30091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3"/>
                  </a:moveTo>
                  <a:lnTo>
                    <a:pt x="30555" y="0"/>
                  </a:lnTo>
                  <a:lnTo>
                    <a:pt x="35586" y="23568"/>
                  </a:lnTo>
                  <a:lnTo>
                    <a:pt x="5032" y="30091"/>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5" name="Freeform: Shape 124">
              <a:extLst>
                <a:ext uri="{FF2B5EF4-FFF2-40B4-BE49-F238E27FC236}">
                  <a16:creationId xmlns:a16="http://schemas.microsoft.com/office/drawing/2014/main" id="{44BE22BE-60CC-4288-B509-DC624B6BADEF}"/>
                </a:ext>
              </a:extLst>
            </p:cNvPr>
            <p:cNvSpPr/>
            <p:nvPr/>
          </p:nvSpPr>
          <p:spPr>
            <a:xfrm>
              <a:off x="763662" y="5617173"/>
              <a:ext cx="9605" cy="9605"/>
            </a:xfrm>
            <a:custGeom>
              <a:avLst/>
              <a:gdLst>
                <a:gd name="connsiteX0" fmla="*/ 0 w 28575"/>
                <a:gd name="connsiteY0" fmla="*/ 6530 h 28575"/>
                <a:gd name="connsiteX1" fmla="*/ 30552 w 28575"/>
                <a:gd name="connsiteY1" fmla="*/ 0 h 28575"/>
                <a:gd name="connsiteX2" fmla="*/ 35588 w 28575"/>
                <a:gd name="connsiteY2" fmla="*/ 23566 h 28575"/>
                <a:gd name="connsiteX3" fmla="*/ 5037 w 28575"/>
                <a:gd name="connsiteY3" fmla="*/ 30095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30"/>
                  </a:moveTo>
                  <a:lnTo>
                    <a:pt x="30552" y="0"/>
                  </a:lnTo>
                  <a:lnTo>
                    <a:pt x="35588" y="23566"/>
                  </a:lnTo>
                  <a:lnTo>
                    <a:pt x="5037" y="30095"/>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6" name="Freeform: Shape 125">
              <a:extLst>
                <a:ext uri="{FF2B5EF4-FFF2-40B4-BE49-F238E27FC236}">
                  <a16:creationId xmlns:a16="http://schemas.microsoft.com/office/drawing/2014/main" id="{BAD5A069-1226-42AA-93F9-59F081887183}"/>
                </a:ext>
              </a:extLst>
            </p:cNvPr>
            <p:cNvSpPr/>
            <p:nvPr/>
          </p:nvSpPr>
          <p:spPr>
            <a:xfrm>
              <a:off x="779405" y="5613839"/>
              <a:ext cx="9605" cy="9605"/>
            </a:xfrm>
            <a:custGeom>
              <a:avLst/>
              <a:gdLst>
                <a:gd name="connsiteX0" fmla="*/ 0 w 28575"/>
                <a:gd name="connsiteY0" fmla="*/ 6520 h 28575"/>
                <a:gd name="connsiteX1" fmla="*/ 30555 w 28575"/>
                <a:gd name="connsiteY1" fmla="*/ 0 h 28575"/>
                <a:gd name="connsiteX2" fmla="*/ 35584 w 28575"/>
                <a:gd name="connsiteY2" fmla="*/ 23568 h 28575"/>
                <a:gd name="connsiteX3" fmla="*/ 5029 w 28575"/>
                <a:gd name="connsiteY3" fmla="*/ 30088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0"/>
                  </a:moveTo>
                  <a:lnTo>
                    <a:pt x="30555" y="0"/>
                  </a:lnTo>
                  <a:lnTo>
                    <a:pt x="35584" y="23568"/>
                  </a:lnTo>
                  <a:lnTo>
                    <a:pt x="5029" y="30088"/>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7" name="Freeform: Shape 126">
              <a:extLst>
                <a:ext uri="{FF2B5EF4-FFF2-40B4-BE49-F238E27FC236}">
                  <a16:creationId xmlns:a16="http://schemas.microsoft.com/office/drawing/2014/main" id="{6140F1A3-B7DC-4D74-880B-4DC9ABD50305}"/>
                </a:ext>
              </a:extLst>
            </p:cNvPr>
            <p:cNvSpPr/>
            <p:nvPr/>
          </p:nvSpPr>
          <p:spPr>
            <a:xfrm>
              <a:off x="795195" y="5610480"/>
              <a:ext cx="9605" cy="9605"/>
            </a:xfrm>
            <a:custGeom>
              <a:avLst/>
              <a:gdLst>
                <a:gd name="connsiteX0" fmla="*/ 0 w 28575"/>
                <a:gd name="connsiteY0" fmla="*/ 6523 h 28575"/>
                <a:gd name="connsiteX1" fmla="*/ 30555 w 28575"/>
                <a:gd name="connsiteY1" fmla="*/ 0 h 28575"/>
                <a:gd name="connsiteX2" fmla="*/ 35586 w 28575"/>
                <a:gd name="connsiteY2" fmla="*/ 23568 h 28575"/>
                <a:gd name="connsiteX3" fmla="*/ 5032 w 28575"/>
                <a:gd name="connsiteY3" fmla="*/ 30091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3"/>
                  </a:moveTo>
                  <a:lnTo>
                    <a:pt x="30555" y="0"/>
                  </a:lnTo>
                  <a:lnTo>
                    <a:pt x="35586" y="23568"/>
                  </a:lnTo>
                  <a:lnTo>
                    <a:pt x="5032" y="30091"/>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8" name="Freeform: Shape 127">
              <a:extLst>
                <a:ext uri="{FF2B5EF4-FFF2-40B4-BE49-F238E27FC236}">
                  <a16:creationId xmlns:a16="http://schemas.microsoft.com/office/drawing/2014/main" id="{02CEDE1D-FCB8-4EF9-B1BC-41EF0D24CBB2}"/>
                </a:ext>
              </a:extLst>
            </p:cNvPr>
            <p:cNvSpPr/>
            <p:nvPr/>
          </p:nvSpPr>
          <p:spPr>
            <a:xfrm>
              <a:off x="750687" y="5633750"/>
              <a:ext cx="9605" cy="9605"/>
            </a:xfrm>
            <a:custGeom>
              <a:avLst/>
              <a:gdLst>
                <a:gd name="connsiteX0" fmla="*/ 0 w 28575"/>
                <a:gd name="connsiteY0" fmla="*/ 6520 h 28575"/>
                <a:gd name="connsiteX1" fmla="*/ 30555 w 28575"/>
                <a:gd name="connsiteY1" fmla="*/ 0 h 28575"/>
                <a:gd name="connsiteX2" fmla="*/ 35584 w 28575"/>
                <a:gd name="connsiteY2" fmla="*/ 23568 h 28575"/>
                <a:gd name="connsiteX3" fmla="*/ 5029 w 28575"/>
                <a:gd name="connsiteY3" fmla="*/ 30088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0"/>
                  </a:moveTo>
                  <a:lnTo>
                    <a:pt x="30555" y="0"/>
                  </a:lnTo>
                  <a:lnTo>
                    <a:pt x="35584" y="23568"/>
                  </a:lnTo>
                  <a:lnTo>
                    <a:pt x="5029" y="30088"/>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9" name="Freeform: Shape 128">
              <a:extLst>
                <a:ext uri="{FF2B5EF4-FFF2-40B4-BE49-F238E27FC236}">
                  <a16:creationId xmlns:a16="http://schemas.microsoft.com/office/drawing/2014/main" id="{99D72E99-6FA5-4532-8653-E662C101B5B7}"/>
                </a:ext>
              </a:extLst>
            </p:cNvPr>
            <p:cNvSpPr/>
            <p:nvPr/>
          </p:nvSpPr>
          <p:spPr>
            <a:xfrm>
              <a:off x="766435" y="5630372"/>
              <a:ext cx="9605" cy="9605"/>
            </a:xfrm>
            <a:custGeom>
              <a:avLst/>
              <a:gdLst>
                <a:gd name="connsiteX0" fmla="*/ 0 w 28575"/>
                <a:gd name="connsiteY0" fmla="*/ 6526 h 28575"/>
                <a:gd name="connsiteX1" fmla="*/ 30552 w 28575"/>
                <a:gd name="connsiteY1" fmla="*/ 0 h 28575"/>
                <a:gd name="connsiteX2" fmla="*/ 35566 w 28575"/>
                <a:gd name="connsiteY2" fmla="*/ 23472 h 28575"/>
                <a:gd name="connsiteX3" fmla="*/ 5014 w 28575"/>
                <a:gd name="connsiteY3" fmla="*/ 29999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6"/>
                  </a:moveTo>
                  <a:lnTo>
                    <a:pt x="30552" y="0"/>
                  </a:lnTo>
                  <a:lnTo>
                    <a:pt x="35566" y="23472"/>
                  </a:lnTo>
                  <a:lnTo>
                    <a:pt x="5014" y="29999"/>
                  </a:lnTo>
                  <a:close/>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0" name="Freeform: Shape 129">
              <a:extLst>
                <a:ext uri="{FF2B5EF4-FFF2-40B4-BE49-F238E27FC236}">
                  <a16:creationId xmlns:a16="http://schemas.microsoft.com/office/drawing/2014/main" id="{1E199451-680C-459C-B43C-3ADB394F45EC}"/>
                </a:ext>
              </a:extLst>
            </p:cNvPr>
            <p:cNvSpPr/>
            <p:nvPr/>
          </p:nvSpPr>
          <p:spPr>
            <a:xfrm>
              <a:off x="782227" y="5627028"/>
              <a:ext cx="9605" cy="9605"/>
            </a:xfrm>
            <a:custGeom>
              <a:avLst/>
              <a:gdLst>
                <a:gd name="connsiteX0" fmla="*/ 0 w 28575"/>
                <a:gd name="connsiteY0" fmla="*/ 6520 h 28575"/>
                <a:gd name="connsiteX1" fmla="*/ 30555 w 28575"/>
                <a:gd name="connsiteY1" fmla="*/ 0 h 28575"/>
                <a:gd name="connsiteX2" fmla="*/ 35564 w 28575"/>
                <a:gd name="connsiteY2" fmla="*/ 23475 h 28575"/>
                <a:gd name="connsiteX3" fmla="*/ 5009 w 28575"/>
                <a:gd name="connsiteY3" fmla="*/ 29995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0"/>
                  </a:moveTo>
                  <a:lnTo>
                    <a:pt x="30555" y="0"/>
                  </a:lnTo>
                  <a:lnTo>
                    <a:pt x="35564" y="23475"/>
                  </a:lnTo>
                  <a:lnTo>
                    <a:pt x="5009" y="29995"/>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1" name="Freeform: Shape 130">
              <a:extLst>
                <a:ext uri="{FF2B5EF4-FFF2-40B4-BE49-F238E27FC236}">
                  <a16:creationId xmlns:a16="http://schemas.microsoft.com/office/drawing/2014/main" id="{D3619CD3-6BB5-4DAE-A9CE-56A8362AEC62}"/>
                </a:ext>
              </a:extLst>
            </p:cNvPr>
            <p:cNvSpPr/>
            <p:nvPr/>
          </p:nvSpPr>
          <p:spPr>
            <a:xfrm>
              <a:off x="798025" y="5623627"/>
              <a:ext cx="9605" cy="9605"/>
            </a:xfrm>
            <a:custGeom>
              <a:avLst/>
              <a:gdLst>
                <a:gd name="connsiteX0" fmla="*/ 0 w 28575"/>
                <a:gd name="connsiteY0" fmla="*/ 6523 h 28575"/>
                <a:gd name="connsiteX1" fmla="*/ 30555 w 28575"/>
                <a:gd name="connsiteY1" fmla="*/ 0 h 28575"/>
                <a:gd name="connsiteX2" fmla="*/ 35586 w 28575"/>
                <a:gd name="connsiteY2" fmla="*/ 23568 h 28575"/>
                <a:gd name="connsiteX3" fmla="*/ 5032 w 28575"/>
                <a:gd name="connsiteY3" fmla="*/ 30091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3"/>
                  </a:moveTo>
                  <a:lnTo>
                    <a:pt x="30555" y="0"/>
                  </a:lnTo>
                  <a:lnTo>
                    <a:pt x="35586" y="23568"/>
                  </a:lnTo>
                  <a:lnTo>
                    <a:pt x="5032" y="30091"/>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2" name="Freeform: Shape 131">
              <a:extLst>
                <a:ext uri="{FF2B5EF4-FFF2-40B4-BE49-F238E27FC236}">
                  <a16:creationId xmlns:a16="http://schemas.microsoft.com/office/drawing/2014/main" id="{42758C6B-217B-413D-BF87-3A8002A39E92}"/>
                </a:ext>
              </a:extLst>
            </p:cNvPr>
            <p:cNvSpPr/>
            <p:nvPr/>
          </p:nvSpPr>
          <p:spPr>
            <a:xfrm>
              <a:off x="753473" y="5646922"/>
              <a:ext cx="9605" cy="9605"/>
            </a:xfrm>
            <a:custGeom>
              <a:avLst/>
              <a:gdLst>
                <a:gd name="connsiteX0" fmla="*/ 0 w 28575"/>
                <a:gd name="connsiteY0" fmla="*/ 6523 h 28575"/>
                <a:gd name="connsiteX1" fmla="*/ 30555 w 28575"/>
                <a:gd name="connsiteY1" fmla="*/ 0 h 28575"/>
                <a:gd name="connsiteX2" fmla="*/ 35566 w 28575"/>
                <a:gd name="connsiteY2" fmla="*/ 23475 h 28575"/>
                <a:gd name="connsiteX3" fmla="*/ 5012 w 28575"/>
                <a:gd name="connsiteY3" fmla="*/ 29998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3"/>
                  </a:moveTo>
                  <a:lnTo>
                    <a:pt x="30555" y="0"/>
                  </a:lnTo>
                  <a:lnTo>
                    <a:pt x="35566" y="23475"/>
                  </a:lnTo>
                  <a:lnTo>
                    <a:pt x="5012" y="29998"/>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3" name="Freeform: Shape 132">
              <a:extLst>
                <a:ext uri="{FF2B5EF4-FFF2-40B4-BE49-F238E27FC236}">
                  <a16:creationId xmlns:a16="http://schemas.microsoft.com/office/drawing/2014/main" id="{61677A3C-D9C3-4620-98FB-E8858CDB3862}"/>
                </a:ext>
              </a:extLst>
            </p:cNvPr>
            <p:cNvSpPr/>
            <p:nvPr/>
          </p:nvSpPr>
          <p:spPr>
            <a:xfrm>
              <a:off x="769265" y="5643520"/>
              <a:ext cx="9605" cy="9605"/>
            </a:xfrm>
            <a:custGeom>
              <a:avLst/>
              <a:gdLst>
                <a:gd name="connsiteX0" fmla="*/ 0 w 28575"/>
                <a:gd name="connsiteY0" fmla="*/ 6526 h 28575"/>
                <a:gd name="connsiteX1" fmla="*/ 30552 w 28575"/>
                <a:gd name="connsiteY1" fmla="*/ 0 h 28575"/>
                <a:gd name="connsiteX2" fmla="*/ 35566 w 28575"/>
                <a:gd name="connsiteY2" fmla="*/ 23472 h 28575"/>
                <a:gd name="connsiteX3" fmla="*/ 5014 w 28575"/>
                <a:gd name="connsiteY3" fmla="*/ 29999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26"/>
                  </a:moveTo>
                  <a:lnTo>
                    <a:pt x="30552" y="0"/>
                  </a:lnTo>
                  <a:lnTo>
                    <a:pt x="35566" y="23472"/>
                  </a:lnTo>
                  <a:lnTo>
                    <a:pt x="5014" y="29999"/>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4" name="Freeform: Shape 133">
              <a:extLst>
                <a:ext uri="{FF2B5EF4-FFF2-40B4-BE49-F238E27FC236}">
                  <a16:creationId xmlns:a16="http://schemas.microsoft.com/office/drawing/2014/main" id="{8DCBC1C1-3D77-4412-8B93-D7056F96E9B4}"/>
                </a:ext>
              </a:extLst>
            </p:cNvPr>
            <p:cNvSpPr/>
            <p:nvPr/>
          </p:nvSpPr>
          <p:spPr>
            <a:xfrm>
              <a:off x="785042" y="5640177"/>
              <a:ext cx="9605" cy="9605"/>
            </a:xfrm>
            <a:custGeom>
              <a:avLst/>
              <a:gdLst>
                <a:gd name="connsiteX0" fmla="*/ 0 w 28575"/>
                <a:gd name="connsiteY0" fmla="*/ 6517 h 28575"/>
                <a:gd name="connsiteX1" fmla="*/ 30555 w 28575"/>
                <a:gd name="connsiteY1" fmla="*/ 0 h 28575"/>
                <a:gd name="connsiteX2" fmla="*/ 35562 w 28575"/>
                <a:gd name="connsiteY2" fmla="*/ 23475 h 28575"/>
                <a:gd name="connsiteX3" fmla="*/ 5007 w 28575"/>
                <a:gd name="connsiteY3" fmla="*/ 29992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17"/>
                  </a:moveTo>
                  <a:lnTo>
                    <a:pt x="30555" y="0"/>
                  </a:lnTo>
                  <a:lnTo>
                    <a:pt x="35562" y="23475"/>
                  </a:lnTo>
                  <a:lnTo>
                    <a:pt x="5007" y="29992"/>
                  </a:lnTo>
                  <a:close/>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5" name="Freeform: Shape 134">
              <a:extLst>
                <a:ext uri="{FF2B5EF4-FFF2-40B4-BE49-F238E27FC236}">
                  <a16:creationId xmlns:a16="http://schemas.microsoft.com/office/drawing/2014/main" id="{19FC168F-40C3-477F-9C62-AD6B165BE907}"/>
                </a:ext>
              </a:extLst>
            </p:cNvPr>
            <p:cNvSpPr/>
            <p:nvPr/>
          </p:nvSpPr>
          <p:spPr>
            <a:xfrm>
              <a:off x="800791" y="5636822"/>
              <a:ext cx="9605" cy="9605"/>
            </a:xfrm>
            <a:custGeom>
              <a:avLst/>
              <a:gdLst>
                <a:gd name="connsiteX0" fmla="*/ 0 w 28575"/>
                <a:gd name="connsiteY0" fmla="*/ 6517 h 28575"/>
                <a:gd name="connsiteX1" fmla="*/ 30555 w 28575"/>
                <a:gd name="connsiteY1" fmla="*/ 0 h 28575"/>
                <a:gd name="connsiteX2" fmla="*/ 35582 w 28575"/>
                <a:gd name="connsiteY2" fmla="*/ 23568 h 28575"/>
                <a:gd name="connsiteX3" fmla="*/ 5027 w 28575"/>
                <a:gd name="connsiteY3" fmla="*/ 30085 h 28575"/>
              </a:gdLst>
              <a:ahLst/>
              <a:cxnLst>
                <a:cxn ang="0">
                  <a:pos x="connsiteX0" y="connsiteY0"/>
                </a:cxn>
                <a:cxn ang="0">
                  <a:pos x="connsiteX1" y="connsiteY1"/>
                </a:cxn>
                <a:cxn ang="0">
                  <a:pos x="connsiteX2" y="connsiteY2"/>
                </a:cxn>
                <a:cxn ang="0">
                  <a:pos x="connsiteX3" y="connsiteY3"/>
                </a:cxn>
              </a:cxnLst>
              <a:rect l="l" t="t" r="r" b="b"/>
              <a:pathLst>
                <a:path w="28575" h="28575">
                  <a:moveTo>
                    <a:pt x="0" y="6517"/>
                  </a:moveTo>
                  <a:lnTo>
                    <a:pt x="30555" y="0"/>
                  </a:lnTo>
                  <a:lnTo>
                    <a:pt x="35582" y="23568"/>
                  </a:lnTo>
                  <a:lnTo>
                    <a:pt x="5027" y="30085"/>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6" name="Freeform: Shape 135">
              <a:extLst>
                <a:ext uri="{FF2B5EF4-FFF2-40B4-BE49-F238E27FC236}">
                  <a16:creationId xmlns:a16="http://schemas.microsoft.com/office/drawing/2014/main" id="{587EC40A-1436-4BA2-AC01-70CDBAC2C564}"/>
                </a:ext>
              </a:extLst>
            </p:cNvPr>
            <p:cNvSpPr/>
            <p:nvPr/>
          </p:nvSpPr>
          <p:spPr>
            <a:xfrm>
              <a:off x="1719835" y="5611689"/>
              <a:ext cx="121666" cy="124867"/>
            </a:xfrm>
            <a:custGeom>
              <a:avLst/>
              <a:gdLst>
                <a:gd name="connsiteX0" fmla="*/ 123755 w 361950"/>
                <a:gd name="connsiteY0" fmla="*/ 0 h 371475"/>
                <a:gd name="connsiteX1" fmla="*/ 362237 w 361950"/>
                <a:gd name="connsiteY1" fmla="*/ 109453 h 371475"/>
                <a:gd name="connsiteX2" fmla="*/ 238481 w 361950"/>
                <a:gd name="connsiteY2" fmla="*/ 379097 h 371475"/>
                <a:gd name="connsiteX3" fmla="*/ 0 w 361950"/>
                <a:gd name="connsiteY3" fmla="*/ 269644 h 371475"/>
              </a:gdLst>
              <a:ahLst/>
              <a:cxnLst>
                <a:cxn ang="0">
                  <a:pos x="connsiteX0" y="connsiteY0"/>
                </a:cxn>
                <a:cxn ang="0">
                  <a:pos x="connsiteX1" y="connsiteY1"/>
                </a:cxn>
                <a:cxn ang="0">
                  <a:pos x="connsiteX2" y="connsiteY2"/>
                </a:cxn>
                <a:cxn ang="0">
                  <a:pos x="connsiteX3" y="connsiteY3"/>
                </a:cxn>
              </a:cxnLst>
              <a:rect l="l" t="t" r="r" b="b"/>
              <a:pathLst>
                <a:path w="361950" h="371475">
                  <a:moveTo>
                    <a:pt x="123755" y="0"/>
                  </a:moveTo>
                  <a:lnTo>
                    <a:pt x="362237" y="109453"/>
                  </a:lnTo>
                  <a:lnTo>
                    <a:pt x="238481" y="379097"/>
                  </a:lnTo>
                  <a:lnTo>
                    <a:pt x="0" y="269644"/>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7" name="Freeform: Shape 136">
              <a:extLst>
                <a:ext uri="{FF2B5EF4-FFF2-40B4-BE49-F238E27FC236}">
                  <a16:creationId xmlns:a16="http://schemas.microsoft.com/office/drawing/2014/main" id="{E68E2B66-8528-4E6D-8B22-2EB99BEEF04E}"/>
                </a:ext>
              </a:extLst>
            </p:cNvPr>
            <p:cNvSpPr/>
            <p:nvPr/>
          </p:nvSpPr>
          <p:spPr>
            <a:xfrm>
              <a:off x="1734660" y="5670396"/>
              <a:ext cx="19210" cy="28816"/>
            </a:xfrm>
            <a:custGeom>
              <a:avLst/>
              <a:gdLst>
                <a:gd name="connsiteX0" fmla="*/ 37266 w 57150"/>
                <a:gd name="connsiteY0" fmla="*/ 0 h 85725"/>
                <a:gd name="connsiteX1" fmla="*/ 62802 w 57150"/>
                <a:gd name="connsiteY1" fmla="*/ 11720 h 85725"/>
                <a:gd name="connsiteX2" fmla="*/ 25536 w 57150"/>
                <a:gd name="connsiteY2" fmla="*/ 92916 h 85725"/>
                <a:gd name="connsiteX3" fmla="*/ 0 w 57150"/>
                <a:gd name="connsiteY3" fmla="*/ 81196 h 85725"/>
              </a:gdLst>
              <a:ahLst/>
              <a:cxnLst>
                <a:cxn ang="0">
                  <a:pos x="connsiteX0" y="connsiteY0"/>
                </a:cxn>
                <a:cxn ang="0">
                  <a:pos x="connsiteX1" y="connsiteY1"/>
                </a:cxn>
                <a:cxn ang="0">
                  <a:pos x="connsiteX2" y="connsiteY2"/>
                </a:cxn>
                <a:cxn ang="0">
                  <a:pos x="connsiteX3" y="connsiteY3"/>
                </a:cxn>
              </a:cxnLst>
              <a:rect l="l" t="t" r="r" b="b"/>
              <a:pathLst>
                <a:path w="57150" h="85725">
                  <a:moveTo>
                    <a:pt x="37266" y="0"/>
                  </a:moveTo>
                  <a:lnTo>
                    <a:pt x="62802" y="11720"/>
                  </a:lnTo>
                  <a:lnTo>
                    <a:pt x="25536" y="92916"/>
                  </a:lnTo>
                  <a:lnTo>
                    <a:pt x="0" y="81196"/>
                  </a:lnTo>
                  <a:close/>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8" name="Freeform: Shape 137">
              <a:extLst>
                <a:ext uri="{FF2B5EF4-FFF2-40B4-BE49-F238E27FC236}">
                  <a16:creationId xmlns:a16="http://schemas.microsoft.com/office/drawing/2014/main" id="{A21B4712-840C-4EFB-9FC8-31AC32ACA210}"/>
                </a:ext>
              </a:extLst>
            </p:cNvPr>
            <p:cNvSpPr/>
            <p:nvPr/>
          </p:nvSpPr>
          <p:spPr>
            <a:xfrm>
              <a:off x="1750017" y="5659644"/>
              <a:ext cx="28816" cy="48026"/>
            </a:xfrm>
            <a:custGeom>
              <a:avLst/>
              <a:gdLst>
                <a:gd name="connsiteX0" fmla="*/ 61733 w 85725"/>
                <a:gd name="connsiteY0" fmla="*/ 0 h 142875"/>
                <a:gd name="connsiteX1" fmla="*/ 87264 w 85725"/>
                <a:gd name="connsiteY1" fmla="*/ 11734 h 142875"/>
                <a:gd name="connsiteX2" fmla="*/ 25531 w 85725"/>
                <a:gd name="connsiteY2" fmla="*/ 146051 h 142875"/>
                <a:gd name="connsiteX3" fmla="*/ 0 w 85725"/>
                <a:gd name="connsiteY3" fmla="*/ 134317 h 142875"/>
              </a:gdLst>
              <a:ahLst/>
              <a:cxnLst>
                <a:cxn ang="0">
                  <a:pos x="connsiteX0" y="connsiteY0"/>
                </a:cxn>
                <a:cxn ang="0">
                  <a:pos x="connsiteX1" y="connsiteY1"/>
                </a:cxn>
                <a:cxn ang="0">
                  <a:pos x="connsiteX2" y="connsiteY2"/>
                </a:cxn>
                <a:cxn ang="0">
                  <a:pos x="connsiteX3" y="connsiteY3"/>
                </a:cxn>
              </a:cxnLst>
              <a:rect l="l" t="t" r="r" b="b"/>
              <a:pathLst>
                <a:path w="85725" h="142875">
                  <a:moveTo>
                    <a:pt x="61733" y="0"/>
                  </a:moveTo>
                  <a:lnTo>
                    <a:pt x="87264" y="11734"/>
                  </a:lnTo>
                  <a:lnTo>
                    <a:pt x="25531" y="146051"/>
                  </a:lnTo>
                  <a:lnTo>
                    <a:pt x="0" y="134317"/>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9" name="Freeform: Shape 138">
              <a:extLst>
                <a:ext uri="{FF2B5EF4-FFF2-40B4-BE49-F238E27FC236}">
                  <a16:creationId xmlns:a16="http://schemas.microsoft.com/office/drawing/2014/main" id="{1FA40F64-829D-4759-86CE-320E86555634}"/>
                </a:ext>
              </a:extLst>
            </p:cNvPr>
            <p:cNvSpPr/>
            <p:nvPr/>
          </p:nvSpPr>
          <p:spPr>
            <a:xfrm>
              <a:off x="1765353" y="5647505"/>
              <a:ext cx="35219" cy="67236"/>
            </a:xfrm>
            <a:custGeom>
              <a:avLst/>
              <a:gdLst>
                <a:gd name="connsiteX0" fmla="*/ 87983 w 104775"/>
                <a:gd name="connsiteY0" fmla="*/ 0 h 200025"/>
                <a:gd name="connsiteX1" fmla="*/ 113516 w 104775"/>
                <a:gd name="connsiteY1" fmla="*/ 11728 h 200025"/>
                <a:gd name="connsiteX2" fmla="*/ 25533 w 104775"/>
                <a:gd name="connsiteY2" fmla="*/ 203272 h 200025"/>
                <a:gd name="connsiteX3" fmla="*/ 0 w 104775"/>
                <a:gd name="connsiteY3" fmla="*/ 191543 h 200025"/>
              </a:gdLst>
              <a:ahLst/>
              <a:cxnLst>
                <a:cxn ang="0">
                  <a:pos x="connsiteX0" y="connsiteY0"/>
                </a:cxn>
                <a:cxn ang="0">
                  <a:pos x="connsiteX1" y="connsiteY1"/>
                </a:cxn>
                <a:cxn ang="0">
                  <a:pos x="connsiteX2" y="connsiteY2"/>
                </a:cxn>
                <a:cxn ang="0">
                  <a:pos x="connsiteX3" y="connsiteY3"/>
                </a:cxn>
              </a:cxnLst>
              <a:rect l="l" t="t" r="r" b="b"/>
              <a:pathLst>
                <a:path w="104775" h="200025">
                  <a:moveTo>
                    <a:pt x="87983" y="0"/>
                  </a:moveTo>
                  <a:lnTo>
                    <a:pt x="113516" y="11728"/>
                  </a:lnTo>
                  <a:lnTo>
                    <a:pt x="25533" y="203272"/>
                  </a:lnTo>
                  <a:lnTo>
                    <a:pt x="0" y="191543"/>
                  </a:lnTo>
                  <a:close/>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0" name="Freeform: Shape 139">
              <a:extLst>
                <a:ext uri="{FF2B5EF4-FFF2-40B4-BE49-F238E27FC236}">
                  <a16:creationId xmlns:a16="http://schemas.microsoft.com/office/drawing/2014/main" id="{34323A5D-A1BE-47AF-82DB-B8B8F7298025}"/>
                </a:ext>
              </a:extLst>
            </p:cNvPr>
            <p:cNvSpPr/>
            <p:nvPr/>
          </p:nvSpPr>
          <p:spPr>
            <a:xfrm>
              <a:off x="1780876" y="5670335"/>
              <a:ext cx="28816" cy="51228"/>
            </a:xfrm>
            <a:custGeom>
              <a:avLst/>
              <a:gdLst>
                <a:gd name="connsiteX0" fmla="*/ 66331 w 85725"/>
                <a:gd name="connsiteY0" fmla="*/ 0 h 152400"/>
                <a:gd name="connsiteX1" fmla="*/ 91878 w 85725"/>
                <a:gd name="connsiteY1" fmla="*/ 11703 h 152400"/>
                <a:gd name="connsiteX2" fmla="*/ 25547 w 85725"/>
                <a:gd name="connsiteY2" fmla="*/ 156500 h 152400"/>
                <a:gd name="connsiteX3" fmla="*/ 0 w 85725"/>
                <a:gd name="connsiteY3" fmla="*/ 144797 h 152400"/>
              </a:gdLst>
              <a:ahLst/>
              <a:cxnLst>
                <a:cxn ang="0">
                  <a:pos x="connsiteX0" y="connsiteY0"/>
                </a:cxn>
                <a:cxn ang="0">
                  <a:pos x="connsiteX1" y="connsiteY1"/>
                </a:cxn>
                <a:cxn ang="0">
                  <a:pos x="connsiteX2" y="connsiteY2"/>
                </a:cxn>
                <a:cxn ang="0">
                  <a:pos x="connsiteX3" y="connsiteY3"/>
                </a:cxn>
              </a:cxnLst>
              <a:rect l="l" t="t" r="r" b="b"/>
              <a:pathLst>
                <a:path w="85725" h="152400">
                  <a:moveTo>
                    <a:pt x="66331" y="0"/>
                  </a:moveTo>
                  <a:lnTo>
                    <a:pt x="91878" y="11703"/>
                  </a:lnTo>
                  <a:lnTo>
                    <a:pt x="25547" y="156500"/>
                  </a:lnTo>
                  <a:lnTo>
                    <a:pt x="0" y="144797"/>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1" name="Freeform: Shape 140">
              <a:extLst>
                <a:ext uri="{FF2B5EF4-FFF2-40B4-BE49-F238E27FC236}">
                  <a16:creationId xmlns:a16="http://schemas.microsoft.com/office/drawing/2014/main" id="{7FA811D3-2218-41E4-A6C7-88366B8DEAE0}"/>
                </a:ext>
              </a:extLst>
            </p:cNvPr>
            <p:cNvSpPr/>
            <p:nvPr/>
          </p:nvSpPr>
          <p:spPr>
            <a:xfrm>
              <a:off x="1285811" y="5441645"/>
              <a:ext cx="38421" cy="16009"/>
            </a:xfrm>
            <a:custGeom>
              <a:avLst/>
              <a:gdLst>
                <a:gd name="connsiteX0" fmla="*/ 99642 w 114300"/>
                <a:gd name="connsiteY0" fmla="*/ 2791 h 47625"/>
                <a:gd name="connsiteX1" fmla="*/ 17442 w 114300"/>
                <a:gd name="connsiteY1" fmla="*/ 13554 h 47625"/>
                <a:gd name="connsiteX2" fmla="*/ 30586 w 114300"/>
                <a:gd name="connsiteY2" fmla="*/ 35271 h 47625"/>
                <a:gd name="connsiteX3" fmla="*/ 80497 w 114300"/>
                <a:gd name="connsiteY3" fmla="*/ 36319 h 47625"/>
                <a:gd name="connsiteX4" fmla="*/ 60590 w 114300"/>
                <a:gd name="connsiteY4" fmla="*/ 53273 h 47625"/>
                <a:gd name="connsiteX5" fmla="*/ 116502 w 114300"/>
                <a:gd name="connsiteY5" fmla="*/ 4982 h 47625"/>
                <a:gd name="connsiteX6" fmla="*/ 99642 w 114300"/>
                <a:gd name="connsiteY6" fmla="*/ 2791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300" h="47625">
                  <a:moveTo>
                    <a:pt x="99642" y="2791"/>
                  </a:moveTo>
                  <a:cubicBezTo>
                    <a:pt x="79545" y="10125"/>
                    <a:pt x="54018" y="1076"/>
                    <a:pt x="17442" y="13554"/>
                  </a:cubicBezTo>
                  <a:cubicBezTo>
                    <a:pt x="-19039" y="26032"/>
                    <a:pt x="9822" y="28699"/>
                    <a:pt x="30586" y="35271"/>
                  </a:cubicBezTo>
                  <a:cubicBezTo>
                    <a:pt x="51351" y="41843"/>
                    <a:pt x="67924" y="36319"/>
                    <a:pt x="80497" y="36319"/>
                  </a:cubicBezTo>
                  <a:cubicBezTo>
                    <a:pt x="79449" y="39748"/>
                    <a:pt x="57161" y="50892"/>
                    <a:pt x="60590" y="53273"/>
                  </a:cubicBezTo>
                  <a:cubicBezTo>
                    <a:pt x="71734" y="60893"/>
                    <a:pt x="138028" y="23651"/>
                    <a:pt x="116502" y="4982"/>
                  </a:cubicBezTo>
                  <a:cubicBezTo>
                    <a:pt x="116597" y="4886"/>
                    <a:pt x="119645" y="-4543"/>
                    <a:pt x="99642" y="2791"/>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2" name="Freeform: Shape 141">
              <a:extLst>
                <a:ext uri="{FF2B5EF4-FFF2-40B4-BE49-F238E27FC236}">
                  <a16:creationId xmlns:a16="http://schemas.microsoft.com/office/drawing/2014/main" id="{83F09BFA-4415-4EB1-B4E8-EFA2B377A987}"/>
                </a:ext>
              </a:extLst>
            </p:cNvPr>
            <p:cNvSpPr/>
            <p:nvPr/>
          </p:nvSpPr>
          <p:spPr>
            <a:xfrm>
              <a:off x="1319241" y="5391442"/>
              <a:ext cx="102455" cy="60833"/>
            </a:xfrm>
            <a:custGeom>
              <a:avLst/>
              <a:gdLst>
                <a:gd name="connsiteX0" fmla="*/ 201930 w 304800"/>
                <a:gd name="connsiteY0" fmla="*/ 153573 h 180975"/>
                <a:gd name="connsiteX1" fmla="*/ 262890 w 304800"/>
                <a:gd name="connsiteY1" fmla="*/ 92613 h 180975"/>
                <a:gd name="connsiteX2" fmla="*/ 275368 w 304800"/>
                <a:gd name="connsiteY2" fmla="*/ 7365 h 180975"/>
                <a:gd name="connsiteX3" fmla="*/ 151829 w 304800"/>
                <a:gd name="connsiteY3" fmla="*/ 112711 h 180975"/>
                <a:gd name="connsiteX4" fmla="*/ 0 w 304800"/>
                <a:gd name="connsiteY4" fmla="*/ 134143 h 180975"/>
                <a:gd name="connsiteX5" fmla="*/ 29337 w 304800"/>
                <a:gd name="connsiteY5" fmla="*/ 189769 h 180975"/>
                <a:gd name="connsiteX6" fmla="*/ 201930 w 304800"/>
                <a:gd name="connsiteY6" fmla="*/ 153573 h 180975"/>
                <a:gd name="connsiteX7" fmla="*/ 201930 w 304800"/>
                <a:gd name="connsiteY7" fmla="*/ 153573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800" h="180975">
                  <a:moveTo>
                    <a:pt x="201930" y="153573"/>
                  </a:moveTo>
                  <a:cubicBezTo>
                    <a:pt x="201930" y="153573"/>
                    <a:pt x="223361" y="134809"/>
                    <a:pt x="262890" y="92613"/>
                  </a:cubicBezTo>
                  <a:cubicBezTo>
                    <a:pt x="302419" y="50418"/>
                    <a:pt x="333375" y="-23592"/>
                    <a:pt x="275368" y="7365"/>
                  </a:cubicBezTo>
                  <a:cubicBezTo>
                    <a:pt x="217360" y="38321"/>
                    <a:pt x="151829" y="112711"/>
                    <a:pt x="151829" y="112711"/>
                  </a:cubicBezTo>
                  <a:lnTo>
                    <a:pt x="0" y="134143"/>
                  </a:lnTo>
                  <a:lnTo>
                    <a:pt x="29337" y="189769"/>
                  </a:lnTo>
                  <a:lnTo>
                    <a:pt x="201930" y="153573"/>
                  </a:lnTo>
                  <a:lnTo>
                    <a:pt x="201930" y="153573"/>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3" name="Freeform: Shape 142">
              <a:extLst>
                <a:ext uri="{FF2B5EF4-FFF2-40B4-BE49-F238E27FC236}">
                  <a16:creationId xmlns:a16="http://schemas.microsoft.com/office/drawing/2014/main" id="{7F17EBB9-AF28-40C3-A7D1-BE47EBE570D7}"/>
                </a:ext>
              </a:extLst>
            </p:cNvPr>
            <p:cNvSpPr/>
            <p:nvPr/>
          </p:nvSpPr>
          <p:spPr>
            <a:xfrm>
              <a:off x="1477406" y="5427054"/>
              <a:ext cx="19210" cy="12807"/>
            </a:xfrm>
            <a:custGeom>
              <a:avLst/>
              <a:gdLst>
                <a:gd name="connsiteX0" fmla="*/ 0 w 57150"/>
                <a:gd name="connsiteY0" fmla="*/ 7719 h 38100"/>
                <a:gd name="connsiteX1" fmla="*/ 48101 w 57150"/>
                <a:gd name="connsiteY1" fmla="*/ 45153 h 38100"/>
                <a:gd name="connsiteX2" fmla="*/ 50768 w 57150"/>
                <a:gd name="connsiteY2" fmla="*/ 2385 h 38100"/>
                <a:gd name="connsiteX3" fmla="*/ 0 w 57150"/>
                <a:gd name="connsiteY3" fmla="*/ 7719 h 38100"/>
              </a:gdLst>
              <a:ahLst/>
              <a:cxnLst>
                <a:cxn ang="0">
                  <a:pos x="connsiteX0" y="connsiteY0"/>
                </a:cxn>
                <a:cxn ang="0">
                  <a:pos x="connsiteX1" y="connsiteY1"/>
                </a:cxn>
                <a:cxn ang="0">
                  <a:pos x="connsiteX2" y="connsiteY2"/>
                </a:cxn>
                <a:cxn ang="0">
                  <a:pos x="connsiteX3" y="connsiteY3"/>
                </a:cxn>
              </a:cxnLst>
              <a:rect l="l" t="t" r="r" b="b"/>
              <a:pathLst>
                <a:path w="57150" h="38100">
                  <a:moveTo>
                    <a:pt x="0" y="7719"/>
                  </a:moveTo>
                  <a:cubicBezTo>
                    <a:pt x="0" y="7719"/>
                    <a:pt x="5334" y="45153"/>
                    <a:pt x="48101" y="45153"/>
                  </a:cubicBezTo>
                  <a:cubicBezTo>
                    <a:pt x="48101" y="45153"/>
                    <a:pt x="72104" y="5052"/>
                    <a:pt x="50768" y="2385"/>
                  </a:cubicBezTo>
                  <a:cubicBezTo>
                    <a:pt x="29337" y="-282"/>
                    <a:pt x="21336" y="-2949"/>
                    <a:pt x="0" y="7719"/>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4" name="Freeform: Shape 143">
              <a:extLst>
                <a:ext uri="{FF2B5EF4-FFF2-40B4-BE49-F238E27FC236}">
                  <a16:creationId xmlns:a16="http://schemas.microsoft.com/office/drawing/2014/main" id="{EAF73335-A829-4A5F-AE9C-6F0F88B8E058}"/>
                </a:ext>
              </a:extLst>
            </p:cNvPr>
            <p:cNvSpPr/>
            <p:nvPr/>
          </p:nvSpPr>
          <p:spPr>
            <a:xfrm>
              <a:off x="1469120" y="5429649"/>
              <a:ext cx="9605" cy="6403"/>
            </a:xfrm>
            <a:custGeom>
              <a:avLst/>
              <a:gdLst>
                <a:gd name="connsiteX0" fmla="*/ 24651 w 28575"/>
                <a:gd name="connsiteY0" fmla="*/ 0 h 19050"/>
                <a:gd name="connsiteX1" fmla="*/ 648 w 28575"/>
                <a:gd name="connsiteY1" fmla="*/ 16002 h 19050"/>
                <a:gd name="connsiteX2" fmla="*/ 35415 w 28575"/>
                <a:gd name="connsiteY2" fmla="*/ 13335 h 19050"/>
                <a:gd name="connsiteX3" fmla="*/ 24651 w 28575"/>
                <a:gd name="connsiteY3" fmla="*/ 0 h 19050"/>
              </a:gdLst>
              <a:ahLst/>
              <a:cxnLst>
                <a:cxn ang="0">
                  <a:pos x="connsiteX0" y="connsiteY0"/>
                </a:cxn>
                <a:cxn ang="0">
                  <a:pos x="connsiteX1" y="connsiteY1"/>
                </a:cxn>
                <a:cxn ang="0">
                  <a:pos x="connsiteX2" y="connsiteY2"/>
                </a:cxn>
                <a:cxn ang="0">
                  <a:pos x="connsiteX3" y="connsiteY3"/>
                </a:cxn>
              </a:cxnLst>
              <a:rect l="l" t="t" r="r" b="b"/>
              <a:pathLst>
                <a:path w="28575" h="19050">
                  <a:moveTo>
                    <a:pt x="24651" y="0"/>
                  </a:moveTo>
                  <a:cubicBezTo>
                    <a:pt x="24651" y="0"/>
                    <a:pt x="-4686" y="5334"/>
                    <a:pt x="648" y="16002"/>
                  </a:cubicBezTo>
                  <a:cubicBezTo>
                    <a:pt x="5982" y="26670"/>
                    <a:pt x="35415" y="13335"/>
                    <a:pt x="35415" y="13335"/>
                  </a:cubicBezTo>
                  <a:lnTo>
                    <a:pt x="24651" y="0"/>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5" name="Freeform: Shape 144">
              <a:extLst>
                <a:ext uri="{FF2B5EF4-FFF2-40B4-BE49-F238E27FC236}">
                  <a16:creationId xmlns:a16="http://schemas.microsoft.com/office/drawing/2014/main" id="{22EB7574-4B0F-47B1-8F11-DD8417F4EA2A}"/>
                </a:ext>
              </a:extLst>
            </p:cNvPr>
            <p:cNvSpPr/>
            <p:nvPr/>
          </p:nvSpPr>
          <p:spPr>
            <a:xfrm>
              <a:off x="1669436" y="5761880"/>
              <a:ext cx="115262" cy="137674"/>
            </a:xfrm>
            <a:custGeom>
              <a:avLst/>
              <a:gdLst>
                <a:gd name="connsiteX0" fmla="*/ 314 w 342900"/>
                <a:gd name="connsiteY0" fmla="*/ 106237 h 409575"/>
                <a:gd name="connsiteX1" fmla="*/ 33746 w 342900"/>
                <a:gd name="connsiteY1" fmla="*/ 17750 h 409575"/>
                <a:gd name="connsiteX2" fmla="*/ 109565 w 342900"/>
                <a:gd name="connsiteY2" fmla="*/ 5844 h 409575"/>
                <a:gd name="connsiteX3" fmla="*/ 244820 w 342900"/>
                <a:gd name="connsiteY3" fmla="*/ 173389 h 409575"/>
                <a:gd name="connsiteX4" fmla="*/ 331593 w 342900"/>
                <a:gd name="connsiteY4" fmla="*/ 238921 h 409575"/>
                <a:gd name="connsiteX5" fmla="*/ 322735 w 342900"/>
                <a:gd name="connsiteY5" fmla="*/ 360841 h 409575"/>
                <a:gd name="connsiteX6" fmla="*/ 16220 w 342900"/>
                <a:gd name="connsiteY6" fmla="*/ 254637 h 409575"/>
                <a:gd name="connsiteX7" fmla="*/ 314 w 342900"/>
                <a:gd name="connsiteY7" fmla="*/ 106237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 h="409575">
                  <a:moveTo>
                    <a:pt x="314" y="106237"/>
                  </a:moveTo>
                  <a:cubicBezTo>
                    <a:pt x="3742" y="73852"/>
                    <a:pt x="7267" y="41372"/>
                    <a:pt x="33746" y="17750"/>
                  </a:cubicBezTo>
                  <a:cubicBezTo>
                    <a:pt x="55177" y="-1395"/>
                    <a:pt x="82514" y="-4538"/>
                    <a:pt x="109565" y="5844"/>
                  </a:cubicBezTo>
                  <a:cubicBezTo>
                    <a:pt x="186241" y="35181"/>
                    <a:pt x="146998" y="103761"/>
                    <a:pt x="244820" y="173389"/>
                  </a:cubicBezTo>
                  <a:cubicBezTo>
                    <a:pt x="275205" y="195010"/>
                    <a:pt x="308733" y="209869"/>
                    <a:pt x="331593" y="238921"/>
                  </a:cubicBezTo>
                  <a:cubicBezTo>
                    <a:pt x="363692" y="279593"/>
                    <a:pt x="351786" y="328360"/>
                    <a:pt x="322735" y="360841"/>
                  </a:cubicBezTo>
                  <a:cubicBezTo>
                    <a:pt x="183860" y="516193"/>
                    <a:pt x="27555" y="305215"/>
                    <a:pt x="16220" y="254637"/>
                  </a:cubicBezTo>
                  <a:cubicBezTo>
                    <a:pt x="7838" y="216918"/>
                    <a:pt x="-1877" y="127097"/>
                    <a:pt x="314" y="10623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6" name="Freeform: Shape 145">
              <a:extLst>
                <a:ext uri="{FF2B5EF4-FFF2-40B4-BE49-F238E27FC236}">
                  <a16:creationId xmlns:a16="http://schemas.microsoft.com/office/drawing/2014/main" id="{C7BFCCFD-7C6B-4EAF-8975-01C0CE4CA17C}"/>
                </a:ext>
              </a:extLst>
            </p:cNvPr>
            <p:cNvSpPr/>
            <p:nvPr/>
          </p:nvSpPr>
          <p:spPr>
            <a:xfrm>
              <a:off x="1659937" y="6117219"/>
              <a:ext cx="16009" cy="48026"/>
            </a:xfrm>
            <a:custGeom>
              <a:avLst/>
              <a:gdLst>
                <a:gd name="connsiteX0" fmla="*/ 50292 w 47625"/>
                <a:gd name="connsiteY0" fmla="*/ 7620 h 142875"/>
                <a:gd name="connsiteX1" fmla="*/ 36576 w 47625"/>
                <a:gd name="connsiteY1" fmla="*/ 144399 h 142875"/>
                <a:gd name="connsiteX2" fmla="*/ 9049 w 47625"/>
                <a:gd name="connsiteY2" fmla="*/ 138303 h 142875"/>
                <a:gd name="connsiteX3" fmla="*/ 0 w 47625"/>
                <a:gd name="connsiteY3" fmla="*/ 0 h 142875"/>
                <a:gd name="connsiteX4" fmla="*/ 48482 w 47625"/>
                <a:gd name="connsiteY4" fmla="*/ 5715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142875">
                  <a:moveTo>
                    <a:pt x="50292" y="7620"/>
                  </a:moveTo>
                  <a:lnTo>
                    <a:pt x="36576" y="144399"/>
                  </a:lnTo>
                  <a:lnTo>
                    <a:pt x="9049" y="138303"/>
                  </a:lnTo>
                  <a:lnTo>
                    <a:pt x="0" y="0"/>
                  </a:lnTo>
                  <a:lnTo>
                    <a:pt x="48482" y="5715"/>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7" name="Freeform: Shape 146">
              <a:extLst>
                <a:ext uri="{FF2B5EF4-FFF2-40B4-BE49-F238E27FC236}">
                  <a16:creationId xmlns:a16="http://schemas.microsoft.com/office/drawing/2014/main" id="{E89B4058-A2B4-4C4E-8FE8-FF07EB43F456}"/>
                </a:ext>
              </a:extLst>
            </p:cNvPr>
            <p:cNvSpPr/>
            <p:nvPr/>
          </p:nvSpPr>
          <p:spPr>
            <a:xfrm>
              <a:off x="1762296" y="6094487"/>
              <a:ext cx="38421" cy="44824"/>
            </a:xfrm>
            <a:custGeom>
              <a:avLst/>
              <a:gdLst>
                <a:gd name="connsiteX0" fmla="*/ 51245 w 114300"/>
                <a:gd name="connsiteY0" fmla="*/ 190 h 133350"/>
                <a:gd name="connsiteX1" fmla="*/ 123730 w 114300"/>
                <a:gd name="connsiteY1" fmla="*/ 116967 h 133350"/>
                <a:gd name="connsiteX2" fmla="*/ 93059 w 114300"/>
                <a:gd name="connsiteY2" fmla="*/ 136969 h 133350"/>
                <a:gd name="connsiteX3" fmla="*/ 0 w 114300"/>
                <a:gd name="connsiteY3" fmla="*/ 31623 h 133350"/>
                <a:gd name="connsiteX4" fmla="*/ 48578 w 114300"/>
                <a:gd name="connsiteY4" fmla="*/ 0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33350">
                  <a:moveTo>
                    <a:pt x="51245" y="190"/>
                  </a:moveTo>
                  <a:lnTo>
                    <a:pt x="123730" y="116967"/>
                  </a:lnTo>
                  <a:lnTo>
                    <a:pt x="93059" y="136969"/>
                  </a:lnTo>
                  <a:lnTo>
                    <a:pt x="0" y="31623"/>
                  </a:lnTo>
                  <a:lnTo>
                    <a:pt x="48578" y="0"/>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8" name="Freeform: Shape 147">
              <a:extLst>
                <a:ext uri="{FF2B5EF4-FFF2-40B4-BE49-F238E27FC236}">
                  <a16:creationId xmlns:a16="http://schemas.microsoft.com/office/drawing/2014/main" id="{DE46F8EF-9F09-4E43-AEBC-B76CEA48A6CC}"/>
                </a:ext>
              </a:extLst>
            </p:cNvPr>
            <p:cNvSpPr/>
            <p:nvPr/>
          </p:nvSpPr>
          <p:spPr>
            <a:xfrm>
              <a:off x="1678052" y="5951636"/>
              <a:ext cx="105657" cy="163288"/>
            </a:xfrm>
            <a:custGeom>
              <a:avLst/>
              <a:gdLst>
                <a:gd name="connsiteX0" fmla="*/ 196520 w 314325"/>
                <a:gd name="connsiteY0" fmla="*/ 424594 h 485775"/>
                <a:gd name="connsiteX1" fmla="*/ 157563 w 314325"/>
                <a:gd name="connsiteY1" fmla="*/ 390685 h 485775"/>
                <a:gd name="connsiteX2" fmla="*/ 86030 w 314325"/>
                <a:gd name="connsiteY2" fmla="*/ 308198 h 485775"/>
                <a:gd name="connsiteX3" fmla="*/ 781 w 314325"/>
                <a:gd name="connsiteY3" fmla="*/ 77312 h 485775"/>
                <a:gd name="connsiteX4" fmla="*/ 14021 w 314325"/>
                <a:gd name="connsiteY4" fmla="*/ 55500 h 485775"/>
                <a:gd name="connsiteX5" fmla="*/ 19355 w 314325"/>
                <a:gd name="connsiteY5" fmla="*/ 52928 h 485775"/>
                <a:gd name="connsiteX6" fmla="*/ 113748 w 314325"/>
                <a:gd name="connsiteY6" fmla="*/ 28449 h 485775"/>
                <a:gd name="connsiteX7" fmla="*/ 115748 w 314325"/>
                <a:gd name="connsiteY7" fmla="*/ 27782 h 485775"/>
                <a:gd name="connsiteX8" fmla="*/ 147085 w 314325"/>
                <a:gd name="connsiteY8" fmla="*/ 6827 h 485775"/>
                <a:gd name="connsiteX9" fmla="*/ 156515 w 314325"/>
                <a:gd name="connsiteY9" fmla="*/ 19686 h 485775"/>
                <a:gd name="connsiteX10" fmla="*/ 165945 w 314325"/>
                <a:gd name="connsiteY10" fmla="*/ 232284 h 485775"/>
                <a:gd name="connsiteX11" fmla="*/ 272244 w 314325"/>
                <a:gd name="connsiteY11" fmla="*/ 384303 h 485775"/>
                <a:gd name="connsiteX12" fmla="*/ 309582 w 314325"/>
                <a:gd name="connsiteY12" fmla="*/ 435833 h 485775"/>
                <a:gd name="connsiteX13" fmla="*/ 318250 w 314325"/>
                <a:gd name="connsiteY13" fmla="*/ 449359 h 485775"/>
                <a:gd name="connsiteX14" fmla="*/ 310058 w 314325"/>
                <a:gd name="connsiteY14" fmla="*/ 478505 h 485775"/>
                <a:gd name="connsiteX15" fmla="*/ 309105 w 314325"/>
                <a:gd name="connsiteY15" fmla="*/ 478982 h 485775"/>
                <a:gd name="connsiteX16" fmla="*/ 283102 w 314325"/>
                <a:gd name="connsiteY16" fmla="*/ 490316 h 485775"/>
                <a:gd name="connsiteX17" fmla="*/ 248907 w 314325"/>
                <a:gd name="connsiteY17" fmla="*/ 468314 h 485775"/>
                <a:gd name="connsiteX18" fmla="*/ 196520 w 314325"/>
                <a:gd name="connsiteY18" fmla="*/ 42459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4325" h="485775">
                  <a:moveTo>
                    <a:pt x="196520" y="424594"/>
                  </a:moveTo>
                  <a:cubicBezTo>
                    <a:pt x="187090" y="420022"/>
                    <a:pt x="157848" y="390875"/>
                    <a:pt x="157563" y="390685"/>
                  </a:cubicBezTo>
                  <a:cubicBezTo>
                    <a:pt x="112319" y="352204"/>
                    <a:pt x="93078" y="322772"/>
                    <a:pt x="86030" y="308198"/>
                  </a:cubicBezTo>
                  <a:lnTo>
                    <a:pt x="781" y="77312"/>
                  </a:lnTo>
                  <a:cubicBezTo>
                    <a:pt x="-3029" y="70073"/>
                    <a:pt x="8020" y="60358"/>
                    <a:pt x="14021" y="55500"/>
                  </a:cubicBezTo>
                  <a:cubicBezTo>
                    <a:pt x="15545" y="54262"/>
                    <a:pt x="17355" y="53405"/>
                    <a:pt x="19355" y="52928"/>
                  </a:cubicBezTo>
                  <a:lnTo>
                    <a:pt x="113748" y="28449"/>
                  </a:lnTo>
                  <a:cubicBezTo>
                    <a:pt x="114414" y="28259"/>
                    <a:pt x="115081" y="28068"/>
                    <a:pt x="115748" y="27782"/>
                  </a:cubicBezTo>
                  <a:cubicBezTo>
                    <a:pt x="123939" y="24163"/>
                    <a:pt x="142704" y="-1174"/>
                    <a:pt x="147085" y="6827"/>
                  </a:cubicBezTo>
                  <a:cubicBezTo>
                    <a:pt x="147180" y="7018"/>
                    <a:pt x="161182" y="-15271"/>
                    <a:pt x="156515" y="19686"/>
                  </a:cubicBezTo>
                  <a:lnTo>
                    <a:pt x="165945" y="232284"/>
                  </a:lnTo>
                  <a:cubicBezTo>
                    <a:pt x="180518" y="291434"/>
                    <a:pt x="204426" y="284957"/>
                    <a:pt x="272244" y="384303"/>
                  </a:cubicBezTo>
                  <a:lnTo>
                    <a:pt x="309582" y="435833"/>
                  </a:lnTo>
                  <a:cubicBezTo>
                    <a:pt x="309582" y="435833"/>
                    <a:pt x="318154" y="449264"/>
                    <a:pt x="318250" y="449359"/>
                  </a:cubicBezTo>
                  <a:cubicBezTo>
                    <a:pt x="319583" y="451264"/>
                    <a:pt x="330346" y="467456"/>
                    <a:pt x="310058" y="478505"/>
                  </a:cubicBezTo>
                  <a:cubicBezTo>
                    <a:pt x="309772" y="478696"/>
                    <a:pt x="309391" y="478791"/>
                    <a:pt x="309105" y="478982"/>
                  </a:cubicBezTo>
                  <a:lnTo>
                    <a:pt x="283102" y="490316"/>
                  </a:lnTo>
                  <a:cubicBezTo>
                    <a:pt x="277197" y="493269"/>
                    <a:pt x="267957" y="488507"/>
                    <a:pt x="248907" y="468314"/>
                  </a:cubicBezTo>
                  <a:lnTo>
                    <a:pt x="196520" y="424594"/>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9" name="Freeform: Shape 148">
              <a:extLst>
                <a:ext uri="{FF2B5EF4-FFF2-40B4-BE49-F238E27FC236}">
                  <a16:creationId xmlns:a16="http://schemas.microsoft.com/office/drawing/2014/main" id="{8B603C66-0F74-4601-9B8E-FC4901A19DC2}"/>
                </a:ext>
              </a:extLst>
            </p:cNvPr>
            <p:cNvSpPr/>
            <p:nvPr/>
          </p:nvSpPr>
          <p:spPr>
            <a:xfrm>
              <a:off x="1656072" y="5905201"/>
              <a:ext cx="76841" cy="217717"/>
            </a:xfrm>
            <a:custGeom>
              <a:avLst/>
              <a:gdLst>
                <a:gd name="connsiteX0" fmla="*/ 17402 w 228600"/>
                <a:gd name="connsiteY0" fmla="*/ 654463 h 647700"/>
                <a:gd name="connsiteX1" fmla="*/ 53596 w 228600"/>
                <a:gd name="connsiteY1" fmla="*/ 657035 h 647700"/>
                <a:gd name="connsiteX2" fmla="*/ 62741 w 228600"/>
                <a:gd name="connsiteY2" fmla="*/ 635318 h 647700"/>
                <a:gd name="connsiteX3" fmla="*/ 86077 w 228600"/>
                <a:gd name="connsiteY3" fmla="*/ 540544 h 647700"/>
                <a:gd name="connsiteX4" fmla="*/ 87410 w 228600"/>
                <a:gd name="connsiteY4" fmla="*/ 535781 h 647700"/>
                <a:gd name="connsiteX5" fmla="*/ 93411 w 228600"/>
                <a:gd name="connsiteY5" fmla="*/ 510540 h 647700"/>
                <a:gd name="connsiteX6" fmla="*/ 93887 w 228600"/>
                <a:gd name="connsiteY6" fmla="*/ 507492 h 647700"/>
                <a:gd name="connsiteX7" fmla="*/ 93887 w 228600"/>
                <a:gd name="connsiteY7" fmla="*/ 507492 h 647700"/>
                <a:gd name="connsiteX8" fmla="*/ 85124 w 228600"/>
                <a:gd name="connsiteY8" fmla="*/ 400907 h 647700"/>
                <a:gd name="connsiteX9" fmla="*/ 83029 w 228600"/>
                <a:gd name="connsiteY9" fmla="*/ 370427 h 647700"/>
                <a:gd name="connsiteX10" fmla="*/ 85886 w 228600"/>
                <a:gd name="connsiteY10" fmla="*/ 362045 h 647700"/>
                <a:gd name="connsiteX11" fmla="*/ 100174 w 228600"/>
                <a:gd name="connsiteY11" fmla="*/ 332042 h 647700"/>
                <a:gd name="connsiteX12" fmla="*/ 139988 w 228600"/>
                <a:gd name="connsiteY12" fmla="*/ 248507 h 647700"/>
                <a:gd name="connsiteX13" fmla="*/ 155514 w 228600"/>
                <a:gd name="connsiteY13" fmla="*/ 226886 h 647700"/>
                <a:gd name="connsiteX14" fmla="*/ 162563 w 228600"/>
                <a:gd name="connsiteY14" fmla="*/ 220123 h 647700"/>
                <a:gd name="connsiteX15" fmla="*/ 207806 w 228600"/>
                <a:gd name="connsiteY15" fmla="*/ 173355 h 647700"/>
                <a:gd name="connsiteX16" fmla="*/ 218093 w 228600"/>
                <a:gd name="connsiteY16" fmla="*/ 156782 h 647700"/>
                <a:gd name="connsiteX17" fmla="*/ 226856 w 228600"/>
                <a:gd name="connsiteY17" fmla="*/ 82868 h 647700"/>
                <a:gd name="connsiteX18" fmla="*/ 178469 w 228600"/>
                <a:gd name="connsiteY18" fmla="*/ 0 h 647700"/>
                <a:gd name="connsiteX19" fmla="*/ 67027 w 228600"/>
                <a:gd name="connsiteY19" fmla="*/ 25813 h 647700"/>
                <a:gd name="connsiteX20" fmla="*/ 46167 w 228600"/>
                <a:gd name="connsiteY20" fmla="*/ 98584 h 647700"/>
                <a:gd name="connsiteX21" fmla="*/ 45977 w 228600"/>
                <a:gd name="connsiteY21" fmla="*/ 100013 h 647700"/>
                <a:gd name="connsiteX22" fmla="*/ 6829 w 228600"/>
                <a:gd name="connsiteY22" fmla="*/ 322517 h 647700"/>
                <a:gd name="connsiteX23" fmla="*/ 6448 w 228600"/>
                <a:gd name="connsiteY23" fmla="*/ 324898 h 647700"/>
                <a:gd name="connsiteX24" fmla="*/ 66 w 228600"/>
                <a:gd name="connsiteY24" fmla="*/ 412909 h 647700"/>
                <a:gd name="connsiteX25" fmla="*/ 5210 w 228600"/>
                <a:gd name="connsiteY25" fmla="*/ 613696 h 647700"/>
                <a:gd name="connsiteX26" fmla="*/ 5495 w 228600"/>
                <a:gd name="connsiteY26" fmla="*/ 633222 h 647700"/>
                <a:gd name="connsiteX27" fmla="*/ 17402 w 228600"/>
                <a:gd name="connsiteY27" fmla="*/ 654463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8600" h="647700">
                  <a:moveTo>
                    <a:pt x="17402" y="654463"/>
                  </a:moveTo>
                  <a:lnTo>
                    <a:pt x="53596" y="657035"/>
                  </a:lnTo>
                  <a:cubicBezTo>
                    <a:pt x="63217" y="657797"/>
                    <a:pt x="62741" y="635603"/>
                    <a:pt x="62741" y="635318"/>
                  </a:cubicBezTo>
                  <a:lnTo>
                    <a:pt x="86077" y="540544"/>
                  </a:lnTo>
                  <a:cubicBezTo>
                    <a:pt x="86172" y="540353"/>
                    <a:pt x="87410" y="535972"/>
                    <a:pt x="87410" y="535781"/>
                  </a:cubicBezTo>
                  <a:cubicBezTo>
                    <a:pt x="88363" y="529590"/>
                    <a:pt x="92459" y="517493"/>
                    <a:pt x="93411" y="510540"/>
                  </a:cubicBezTo>
                  <a:cubicBezTo>
                    <a:pt x="93602" y="509492"/>
                    <a:pt x="93697" y="508540"/>
                    <a:pt x="93887" y="507492"/>
                  </a:cubicBezTo>
                  <a:lnTo>
                    <a:pt x="93887" y="507492"/>
                  </a:lnTo>
                  <a:cubicBezTo>
                    <a:pt x="101507" y="472059"/>
                    <a:pt x="94173" y="435578"/>
                    <a:pt x="85124" y="400907"/>
                  </a:cubicBezTo>
                  <a:cubicBezTo>
                    <a:pt x="82934" y="392430"/>
                    <a:pt x="80838" y="381667"/>
                    <a:pt x="83029" y="370427"/>
                  </a:cubicBezTo>
                  <a:cubicBezTo>
                    <a:pt x="83600" y="367570"/>
                    <a:pt x="84553" y="364712"/>
                    <a:pt x="85886" y="362045"/>
                  </a:cubicBezTo>
                  <a:lnTo>
                    <a:pt x="100174" y="332042"/>
                  </a:lnTo>
                  <a:cubicBezTo>
                    <a:pt x="116366" y="295846"/>
                    <a:pt x="111128" y="290227"/>
                    <a:pt x="139988" y="248507"/>
                  </a:cubicBezTo>
                  <a:cubicBezTo>
                    <a:pt x="140179" y="248221"/>
                    <a:pt x="154466" y="228505"/>
                    <a:pt x="155514" y="226886"/>
                  </a:cubicBezTo>
                  <a:cubicBezTo>
                    <a:pt x="155609" y="226695"/>
                    <a:pt x="156276" y="224219"/>
                    <a:pt x="162563" y="220123"/>
                  </a:cubicBezTo>
                  <a:lnTo>
                    <a:pt x="207806" y="173355"/>
                  </a:lnTo>
                  <a:cubicBezTo>
                    <a:pt x="210092" y="170212"/>
                    <a:pt x="216855" y="160401"/>
                    <a:pt x="218093" y="156782"/>
                  </a:cubicBezTo>
                  <a:cubicBezTo>
                    <a:pt x="225332" y="134493"/>
                    <a:pt x="236286" y="124396"/>
                    <a:pt x="226856" y="82868"/>
                  </a:cubicBezTo>
                  <a:cubicBezTo>
                    <a:pt x="225142" y="75248"/>
                    <a:pt x="185994" y="11335"/>
                    <a:pt x="178469" y="0"/>
                  </a:cubicBezTo>
                  <a:lnTo>
                    <a:pt x="67027" y="25813"/>
                  </a:lnTo>
                  <a:cubicBezTo>
                    <a:pt x="57407" y="25051"/>
                    <a:pt x="48072" y="84963"/>
                    <a:pt x="46167" y="98584"/>
                  </a:cubicBezTo>
                  <a:cubicBezTo>
                    <a:pt x="46072" y="99060"/>
                    <a:pt x="46072" y="99536"/>
                    <a:pt x="45977" y="100013"/>
                  </a:cubicBezTo>
                  <a:lnTo>
                    <a:pt x="6829" y="322517"/>
                  </a:lnTo>
                  <a:cubicBezTo>
                    <a:pt x="6734" y="323279"/>
                    <a:pt x="6543" y="324136"/>
                    <a:pt x="6448" y="324898"/>
                  </a:cubicBezTo>
                  <a:cubicBezTo>
                    <a:pt x="1685" y="368046"/>
                    <a:pt x="-410" y="368903"/>
                    <a:pt x="66" y="412909"/>
                  </a:cubicBezTo>
                  <a:lnTo>
                    <a:pt x="5210" y="613696"/>
                  </a:lnTo>
                  <a:cubicBezTo>
                    <a:pt x="5305" y="617601"/>
                    <a:pt x="5495" y="633127"/>
                    <a:pt x="5495" y="633222"/>
                  </a:cubicBezTo>
                  <a:cubicBezTo>
                    <a:pt x="7305" y="645414"/>
                    <a:pt x="828" y="653796"/>
                    <a:pt x="17402" y="654463"/>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0" name="Freeform: Shape 149">
              <a:extLst>
                <a:ext uri="{FF2B5EF4-FFF2-40B4-BE49-F238E27FC236}">
                  <a16:creationId xmlns:a16="http://schemas.microsoft.com/office/drawing/2014/main" id="{EB0A035A-7A0B-415D-9059-EC43F197C945}"/>
                </a:ext>
              </a:extLst>
            </p:cNvPr>
            <p:cNvSpPr/>
            <p:nvPr/>
          </p:nvSpPr>
          <p:spPr>
            <a:xfrm>
              <a:off x="1673793" y="5769298"/>
              <a:ext cx="32017" cy="38421"/>
            </a:xfrm>
            <a:custGeom>
              <a:avLst/>
              <a:gdLst>
                <a:gd name="connsiteX0" fmla="*/ 21263 w 95250"/>
                <a:gd name="connsiteY0" fmla="*/ 119412 h 114300"/>
                <a:gd name="connsiteX1" fmla="*/ 21263 w 95250"/>
                <a:gd name="connsiteY1" fmla="*/ 119412 h 114300"/>
                <a:gd name="connsiteX2" fmla="*/ 73079 w 95250"/>
                <a:gd name="connsiteY2" fmla="*/ 102171 h 114300"/>
                <a:gd name="connsiteX3" fmla="*/ 96224 w 95250"/>
                <a:gd name="connsiteY3" fmla="*/ 55880 h 114300"/>
                <a:gd name="connsiteX4" fmla="*/ 78984 w 95250"/>
                <a:gd name="connsiteY4" fmla="*/ 4064 h 114300"/>
                <a:gd name="connsiteX5" fmla="*/ 78984 w 95250"/>
                <a:gd name="connsiteY5" fmla="*/ 4064 h 114300"/>
                <a:gd name="connsiteX6" fmla="*/ 27168 w 95250"/>
                <a:gd name="connsiteY6" fmla="*/ 21304 h 114300"/>
                <a:gd name="connsiteX7" fmla="*/ 4022 w 95250"/>
                <a:gd name="connsiteY7" fmla="*/ 67596 h 114300"/>
                <a:gd name="connsiteX8" fmla="*/ 21263 w 95250"/>
                <a:gd name="connsiteY8" fmla="*/ 119412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0" h="114300">
                  <a:moveTo>
                    <a:pt x="21263" y="119412"/>
                  </a:moveTo>
                  <a:lnTo>
                    <a:pt x="21263" y="119412"/>
                  </a:lnTo>
                  <a:cubicBezTo>
                    <a:pt x="40217" y="128937"/>
                    <a:pt x="63554" y="121126"/>
                    <a:pt x="73079" y="102171"/>
                  </a:cubicBezTo>
                  <a:lnTo>
                    <a:pt x="96224" y="55880"/>
                  </a:lnTo>
                  <a:cubicBezTo>
                    <a:pt x="105749" y="36925"/>
                    <a:pt x="97939" y="13589"/>
                    <a:pt x="78984" y="4064"/>
                  </a:cubicBezTo>
                  <a:lnTo>
                    <a:pt x="78984" y="4064"/>
                  </a:lnTo>
                  <a:cubicBezTo>
                    <a:pt x="60029" y="-5461"/>
                    <a:pt x="36693" y="2349"/>
                    <a:pt x="27168" y="21304"/>
                  </a:cubicBezTo>
                  <a:lnTo>
                    <a:pt x="4022" y="67596"/>
                  </a:lnTo>
                  <a:cubicBezTo>
                    <a:pt x="-5408" y="86550"/>
                    <a:pt x="2308" y="109887"/>
                    <a:pt x="21263" y="119412"/>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1" name="Freeform: Shape 150">
              <a:extLst>
                <a:ext uri="{FF2B5EF4-FFF2-40B4-BE49-F238E27FC236}">
                  <a16:creationId xmlns:a16="http://schemas.microsoft.com/office/drawing/2014/main" id="{EE71A10C-DFFD-48E2-8E9D-76B5D241E295}"/>
                </a:ext>
              </a:extLst>
            </p:cNvPr>
            <p:cNvSpPr/>
            <p:nvPr/>
          </p:nvSpPr>
          <p:spPr>
            <a:xfrm>
              <a:off x="1681217" y="5784304"/>
              <a:ext cx="22412" cy="51228"/>
            </a:xfrm>
            <a:custGeom>
              <a:avLst/>
              <a:gdLst>
                <a:gd name="connsiteX0" fmla="*/ 986 w 66675"/>
                <a:gd name="connsiteY0" fmla="*/ 153353 h 152400"/>
                <a:gd name="connsiteX1" fmla="*/ 64232 w 66675"/>
                <a:gd name="connsiteY1" fmla="*/ 153353 h 152400"/>
                <a:gd name="connsiteX2" fmla="*/ 73186 w 66675"/>
                <a:gd name="connsiteY2" fmla="*/ 144113 h 152400"/>
                <a:gd name="connsiteX3" fmla="*/ 73186 w 66675"/>
                <a:gd name="connsiteY3" fmla="*/ 9239 h 152400"/>
                <a:gd name="connsiteX4" fmla="*/ 64232 w 66675"/>
                <a:gd name="connsiteY4" fmla="*/ 0 h 152400"/>
                <a:gd name="connsiteX5" fmla="*/ 21084 w 66675"/>
                <a:gd name="connsiteY5" fmla="*/ 0 h 152400"/>
                <a:gd name="connsiteX6" fmla="*/ 12131 w 66675"/>
                <a:gd name="connsiteY6" fmla="*/ 9239 h 152400"/>
                <a:gd name="connsiteX7" fmla="*/ 10702 w 66675"/>
                <a:gd name="connsiteY7" fmla="*/ 109442 h 152400"/>
                <a:gd name="connsiteX8" fmla="*/ 986 w 66675"/>
                <a:gd name="connsiteY8" fmla="*/ 153353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675" h="152400">
                  <a:moveTo>
                    <a:pt x="986" y="153353"/>
                  </a:moveTo>
                  <a:lnTo>
                    <a:pt x="64232" y="153353"/>
                  </a:lnTo>
                  <a:cubicBezTo>
                    <a:pt x="69185" y="153353"/>
                    <a:pt x="73186" y="149162"/>
                    <a:pt x="73186" y="144113"/>
                  </a:cubicBezTo>
                  <a:lnTo>
                    <a:pt x="73186" y="9239"/>
                  </a:lnTo>
                  <a:cubicBezTo>
                    <a:pt x="73186" y="4191"/>
                    <a:pt x="69185" y="0"/>
                    <a:pt x="64232" y="0"/>
                  </a:cubicBezTo>
                  <a:lnTo>
                    <a:pt x="21084" y="0"/>
                  </a:lnTo>
                  <a:cubicBezTo>
                    <a:pt x="16131" y="0"/>
                    <a:pt x="12131" y="4191"/>
                    <a:pt x="12131" y="9239"/>
                  </a:cubicBezTo>
                  <a:lnTo>
                    <a:pt x="10702" y="109442"/>
                  </a:lnTo>
                  <a:cubicBezTo>
                    <a:pt x="10797" y="114491"/>
                    <a:pt x="-3871" y="153353"/>
                    <a:pt x="986" y="153353"/>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2" name="Freeform: Shape 151">
              <a:extLst>
                <a:ext uri="{FF2B5EF4-FFF2-40B4-BE49-F238E27FC236}">
                  <a16:creationId xmlns:a16="http://schemas.microsoft.com/office/drawing/2014/main" id="{8F1009F0-7DB1-4582-9143-862BE11716BF}"/>
                </a:ext>
              </a:extLst>
            </p:cNvPr>
            <p:cNvSpPr/>
            <p:nvPr/>
          </p:nvSpPr>
          <p:spPr>
            <a:xfrm>
              <a:off x="1688496" y="5766308"/>
              <a:ext cx="22412" cy="32017"/>
            </a:xfrm>
            <a:custGeom>
              <a:avLst/>
              <a:gdLst>
                <a:gd name="connsiteX0" fmla="*/ 0 w 66675"/>
                <a:gd name="connsiteY0" fmla="*/ 6 h 95250"/>
                <a:gd name="connsiteX1" fmla="*/ 50578 w 66675"/>
                <a:gd name="connsiteY1" fmla="*/ 65728 h 95250"/>
                <a:gd name="connsiteX2" fmla="*/ 73914 w 66675"/>
                <a:gd name="connsiteY2" fmla="*/ 101447 h 95250"/>
                <a:gd name="connsiteX3" fmla="*/ 51245 w 66675"/>
                <a:gd name="connsiteY3" fmla="*/ 15246 h 95250"/>
                <a:gd name="connsiteX4" fmla="*/ 0 w 66675"/>
                <a:gd name="connsiteY4" fmla="*/ 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95250">
                  <a:moveTo>
                    <a:pt x="0" y="6"/>
                  </a:moveTo>
                  <a:cubicBezTo>
                    <a:pt x="0" y="6"/>
                    <a:pt x="26861" y="60299"/>
                    <a:pt x="50578" y="65728"/>
                  </a:cubicBezTo>
                  <a:cubicBezTo>
                    <a:pt x="74200" y="71158"/>
                    <a:pt x="73914" y="101447"/>
                    <a:pt x="73914" y="101447"/>
                  </a:cubicBezTo>
                  <a:cubicBezTo>
                    <a:pt x="73914" y="101447"/>
                    <a:pt x="73343" y="31343"/>
                    <a:pt x="51245" y="15246"/>
                  </a:cubicBezTo>
                  <a:cubicBezTo>
                    <a:pt x="28956" y="-756"/>
                    <a:pt x="0" y="6"/>
                    <a:pt x="0" y="6"/>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3" name="Freeform: Shape 152">
              <a:extLst>
                <a:ext uri="{FF2B5EF4-FFF2-40B4-BE49-F238E27FC236}">
                  <a16:creationId xmlns:a16="http://schemas.microsoft.com/office/drawing/2014/main" id="{44E3E22D-E1BC-461F-BEFE-E71740841788}"/>
                </a:ext>
              </a:extLst>
            </p:cNvPr>
            <p:cNvSpPr/>
            <p:nvPr/>
          </p:nvSpPr>
          <p:spPr>
            <a:xfrm>
              <a:off x="1699589" y="5786434"/>
              <a:ext cx="9605" cy="9605"/>
            </a:xfrm>
            <a:custGeom>
              <a:avLst/>
              <a:gdLst>
                <a:gd name="connsiteX0" fmla="*/ 29196 w 28575"/>
                <a:gd name="connsiteY0" fmla="*/ 29191 h 28575"/>
                <a:gd name="connsiteX1" fmla="*/ 33863 w 28575"/>
                <a:gd name="connsiteY1" fmla="*/ 3283 h 28575"/>
                <a:gd name="connsiteX2" fmla="*/ 7955 w 28575"/>
                <a:gd name="connsiteY2" fmla="*/ 8045 h 28575"/>
                <a:gd name="connsiteX3" fmla="*/ 3288 w 28575"/>
                <a:gd name="connsiteY3" fmla="*/ 33953 h 28575"/>
                <a:gd name="connsiteX4" fmla="*/ 29196 w 28575"/>
                <a:gd name="connsiteY4" fmla="*/ 2919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196" y="29191"/>
                  </a:moveTo>
                  <a:cubicBezTo>
                    <a:pt x="37578" y="20713"/>
                    <a:pt x="39673" y="9093"/>
                    <a:pt x="33863" y="3283"/>
                  </a:cubicBezTo>
                  <a:cubicBezTo>
                    <a:pt x="27958" y="-2528"/>
                    <a:pt x="16432" y="-432"/>
                    <a:pt x="7955" y="8045"/>
                  </a:cubicBezTo>
                  <a:cubicBezTo>
                    <a:pt x="-427" y="16522"/>
                    <a:pt x="-2522" y="28143"/>
                    <a:pt x="3288" y="33953"/>
                  </a:cubicBezTo>
                  <a:cubicBezTo>
                    <a:pt x="9194" y="39763"/>
                    <a:pt x="20814" y="37668"/>
                    <a:pt x="29196" y="29191"/>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4" name="Freeform: Shape 153">
              <a:extLst>
                <a:ext uri="{FF2B5EF4-FFF2-40B4-BE49-F238E27FC236}">
                  <a16:creationId xmlns:a16="http://schemas.microsoft.com/office/drawing/2014/main" id="{2BA27BF5-5C16-4652-835F-FD602E4D5C23}"/>
                </a:ext>
              </a:extLst>
            </p:cNvPr>
            <p:cNvSpPr/>
            <p:nvPr/>
          </p:nvSpPr>
          <p:spPr>
            <a:xfrm>
              <a:off x="1635568" y="6162812"/>
              <a:ext cx="38421" cy="16009"/>
            </a:xfrm>
            <a:custGeom>
              <a:avLst/>
              <a:gdLst>
                <a:gd name="connsiteX0" fmla="*/ 43065 w 114300"/>
                <a:gd name="connsiteY0" fmla="*/ 29433 h 47625"/>
                <a:gd name="connsiteX1" fmla="*/ 111930 w 114300"/>
                <a:gd name="connsiteY1" fmla="*/ 0 h 47625"/>
                <a:gd name="connsiteX2" fmla="*/ 112787 w 114300"/>
                <a:gd name="connsiteY2" fmla="*/ 29337 h 47625"/>
                <a:gd name="connsiteX3" fmla="*/ 678 w 114300"/>
                <a:gd name="connsiteY3" fmla="*/ 48673 h 47625"/>
                <a:gd name="connsiteX4" fmla="*/ 26682 w 114300"/>
                <a:gd name="connsiteY4" fmla="*/ 21527 h 47625"/>
                <a:gd name="connsiteX5" fmla="*/ 43065 w 114300"/>
                <a:gd name="connsiteY5" fmla="*/ 29433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00" h="47625">
                  <a:moveTo>
                    <a:pt x="43065" y="29433"/>
                  </a:moveTo>
                  <a:cubicBezTo>
                    <a:pt x="65162" y="33433"/>
                    <a:pt x="111930" y="0"/>
                    <a:pt x="111930" y="0"/>
                  </a:cubicBezTo>
                  <a:cubicBezTo>
                    <a:pt x="111930" y="0"/>
                    <a:pt x="119741" y="20669"/>
                    <a:pt x="112787" y="29337"/>
                  </a:cubicBezTo>
                  <a:cubicBezTo>
                    <a:pt x="105834" y="38005"/>
                    <a:pt x="9536" y="60008"/>
                    <a:pt x="678" y="48673"/>
                  </a:cubicBezTo>
                  <a:cubicBezTo>
                    <a:pt x="-3227" y="43625"/>
                    <a:pt x="10299" y="32385"/>
                    <a:pt x="26682" y="21527"/>
                  </a:cubicBezTo>
                  <a:cubicBezTo>
                    <a:pt x="29253" y="24670"/>
                    <a:pt x="34016" y="27813"/>
                    <a:pt x="43065" y="29433"/>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5" name="Freeform: Shape 154">
              <a:extLst>
                <a:ext uri="{FF2B5EF4-FFF2-40B4-BE49-F238E27FC236}">
                  <a16:creationId xmlns:a16="http://schemas.microsoft.com/office/drawing/2014/main" id="{C61A8BEC-C4A7-41B3-B807-1D6F1C829199}"/>
                </a:ext>
              </a:extLst>
            </p:cNvPr>
            <p:cNvSpPr/>
            <p:nvPr/>
          </p:nvSpPr>
          <p:spPr>
            <a:xfrm>
              <a:off x="1644536" y="6148980"/>
              <a:ext cx="25614" cy="22412"/>
            </a:xfrm>
            <a:custGeom>
              <a:avLst/>
              <a:gdLst>
                <a:gd name="connsiteX0" fmla="*/ 46291 w 76200"/>
                <a:gd name="connsiteY0" fmla="*/ 36385 h 66675"/>
                <a:gd name="connsiteX1" fmla="*/ 56007 w 76200"/>
                <a:gd name="connsiteY1" fmla="*/ 31242 h 66675"/>
                <a:gd name="connsiteX2" fmla="*/ 72962 w 76200"/>
                <a:gd name="connsiteY2" fmla="*/ 0 h 66675"/>
                <a:gd name="connsiteX3" fmla="*/ 84487 w 76200"/>
                <a:gd name="connsiteY3" fmla="*/ 23908 h 66675"/>
                <a:gd name="connsiteX4" fmla="*/ 84677 w 76200"/>
                <a:gd name="connsiteY4" fmla="*/ 40672 h 66675"/>
                <a:gd name="connsiteX5" fmla="*/ 85058 w 76200"/>
                <a:gd name="connsiteY5" fmla="*/ 41243 h 66675"/>
                <a:gd name="connsiteX6" fmla="*/ 16383 w 76200"/>
                <a:gd name="connsiteY6" fmla="*/ 70580 h 66675"/>
                <a:gd name="connsiteX7" fmla="*/ 0 w 76200"/>
                <a:gd name="connsiteY7" fmla="*/ 62674 h 66675"/>
                <a:gd name="connsiteX8" fmla="*/ 46291 w 76200"/>
                <a:gd name="connsiteY8" fmla="*/ 3638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66675">
                  <a:moveTo>
                    <a:pt x="46291" y="36385"/>
                  </a:moveTo>
                  <a:cubicBezTo>
                    <a:pt x="49530" y="34671"/>
                    <a:pt x="52768" y="32956"/>
                    <a:pt x="56007" y="31242"/>
                  </a:cubicBezTo>
                  <a:cubicBezTo>
                    <a:pt x="61627" y="20860"/>
                    <a:pt x="67246" y="10477"/>
                    <a:pt x="72962" y="0"/>
                  </a:cubicBezTo>
                  <a:cubicBezTo>
                    <a:pt x="77819" y="3334"/>
                    <a:pt x="82296" y="13240"/>
                    <a:pt x="84487" y="23908"/>
                  </a:cubicBezTo>
                  <a:cubicBezTo>
                    <a:pt x="83915" y="29623"/>
                    <a:pt x="84010" y="38005"/>
                    <a:pt x="84677" y="40672"/>
                  </a:cubicBezTo>
                  <a:cubicBezTo>
                    <a:pt x="84772" y="40862"/>
                    <a:pt x="84868" y="41053"/>
                    <a:pt x="85058" y="41243"/>
                  </a:cubicBezTo>
                  <a:cubicBezTo>
                    <a:pt x="82582" y="42958"/>
                    <a:pt x="37814" y="74485"/>
                    <a:pt x="16383" y="70580"/>
                  </a:cubicBezTo>
                  <a:cubicBezTo>
                    <a:pt x="7334" y="68961"/>
                    <a:pt x="2572" y="65818"/>
                    <a:pt x="0" y="62674"/>
                  </a:cubicBezTo>
                  <a:cubicBezTo>
                    <a:pt x="14764" y="53721"/>
                    <a:pt x="30194" y="44958"/>
                    <a:pt x="46291" y="36385"/>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6" name="Freeform: Shape 155">
              <a:extLst>
                <a:ext uri="{FF2B5EF4-FFF2-40B4-BE49-F238E27FC236}">
                  <a16:creationId xmlns:a16="http://schemas.microsoft.com/office/drawing/2014/main" id="{7F09E9A8-6206-45E5-8E67-D73668868763}"/>
                </a:ext>
              </a:extLst>
            </p:cNvPr>
            <p:cNvSpPr/>
            <p:nvPr/>
          </p:nvSpPr>
          <p:spPr>
            <a:xfrm>
              <a:off x="1780752" y="6133228"/>
              <a:ext cx="28816" cy="32017"/>
            </a:xfrm>
            <a:custGeom>
              <a:avLst/>
              <a:gdLst>
                <a:gd name="connsiteX0" fmla="*/ 27484 w 85725"/>
                <a:gd name="connsiteY0" fmla="*/ 62389 h 95250"/>
                <a:gd name="connsiteX1" fmla="*/ 69013 w 85725"/>
                <a:gd name="connsiteY1" fmla="*/ 0 h 95250"/>
                <a:gd name="connsiteX2" fmla="*/ 85777 w 85725"/>
                <a:gd name="connsiteY2" fmla="*/ 24098 h 95250"/>
                <a:gd name="connsiteX3" fmla="*/ 2624 w 85725"/>
                <a:gd name="connsiteY3" fmla="*/ 101727 h 95250"/>
                <a:gd name="connsiteX4" fmla="*/ 9482 w 85725"/>
                <a:gd name="connsiteY4" fmla="*/ 64770 h 95250"/>
                <a:gd name="connsiteX5" fmla="*/ 27484 w 85725"/>
                <a:gd name="connsiteY5" fmla="*/ 62389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 h="95250">
                  <a:moveTo>
                    <a:pt x="27484" y="62389"/>
                  </a:moveTo>
                  <a:cubicBezTo>
                    <a:pt x="48153" y="53721"/>
                    <a:pt x="69013" y="0"/>
                    <a:pt x="69013" y="0"/>
                  </a:cubicBezTo>
                  <a:cubicBezTo>
                    <a:pt x="69013" y="0"/>
                    <a:pt x="86825" y="12954"/>
                    <a:pt x="85777" y="24098"/>
                  </a:cubicBezTo>
                  <a:cubicBezTo>
                    <a:pt x="84729" y="35147"/>
                    <a:pt x="16149" y="106299"/>
                    <a:pt x="2624" y="101727"/>
                  </a:cubicBezTo>
                  <a:cubicBezTo>
                    <a:pt x="-3377" y="99727"/>
                    <a:pt x="1766" y="82868"/>
                    <a:pt x="9482" y="64770"/>
                  </a:cubicBezTo>
                  <a:cubicBezTo>
                    <a:pt x="13387" y="65913"/>
                    <a:pt x="19102" y="65913"/>
                    <a:pt x="27484" y="62389"/>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7" name="Freeform: Shape 156">
              <a:extLst>
                <a:ext uri="{FF2B5EF4-FFF2-40B4-BE49-F238E27FC236}">
                  <a16:creationId xmlns:a16="http://schemas.microsoft.com/office/drawing/2014/main" id="{900ACA35-75C7-48AD-B0A5-FD48342B728B}"/>
                </a:ext>
              </a:extLst>
            </p:cNvPr>
            <p:cNvSpPr/>
            <p:nvPr/>
          </p:nvSpPr>
          <p:spPr>
            <a:xfrm>
              <a:off x="1783908" y="6123943"/>
              <a:ext cx="19210" cy="28816"/>
            </a:xfrm>
            <a:custGeom>
              <a:avLst/>
              <a:gdLst>
                <a:gd name="connsiteX0" fmla="*/ 24479 w 57150"/>
                <a:gd name="connsiteY0" fmla="*/ 45053 h 85725"/>
                <a:gd name="connsiteX1" fmla="*/ 29813 w 57150"/>
                <a:gd name="connsiteY1" fmla="*/ 35433 h 85725"/>
                <a:gd name="connsiteX2" fmla="*/ 26860 w 57150"/>
                <a:gd name="connsiteY2" fmla="*/ 0 h 85725"/>
                <a:gd name="connsiteX3" fmla="*/ 49625 w 57150"/>
                <a:gd name="connsiteY3" fmla="*/ 13716 h 85725"/>
                <a:gd name="connsiteX4" fmla="*/ 58960 w 57150"/>
                <a:gd name="connsiteY4" fmla="*/ 27622 h 85725"/>
                <a:gd name="connsiteX5" fmla="*/ 59531 w 57150"/>
                <a:gd name="connsiteY5" fmla="*/ 27908 h 85725"/>
                <a:gd name="connsiteX6" fmla="*/ 18097 w 57150"/>
                <a:gd name="connsiteY6" fmla="*/ 90011 h 85725"/>
                <a:gd name="connsiteX7" fmla="*/ 0 w 57150"/>
                <a:gd name="connsiteY7" fmla="*/ 92297 h 85725"/>
                <a:gd name="connsiteX8" fmla="*/ 24479 w 57150"/>
                <a:gd name="connsiteY8" fmla="*/ 45053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50" h="85725">
                  <a:moveTo>
                    <a:pt x="24479" y="45053"/>
                  </a:moveTo>
                  <a:cubicBezTo>
                    <a:pt x="26289" y="41815"/>
                    <a:pt x="28004" y="38671"/>
                    <a:pt x="29813" y="35433"/>
                  </a:cubicBezTo>
                  <a:cubicBezTo>
                    <a:pt x="28861" y="23622"/>
                    <a:pt x="27813" y="11811"/>
                    <a:pt x="26860" y="0"/>
                  </a:cubicBezTo>
                  <a:cubicBezTo>
                    <a:pt x="32766" y="190"/>
                    <a:pt x="42005" y="6001"/>
                    <a:pt x="49625" y="13716"/>
                  </a:cubicBezTo>
                  <a:cubicBezTo>
                    <a:pt x="52292" y="18860"/>
                    <a:pt x="56959" y="25813"/>
                    <a:pt x="58960" y="27622"/>
                  </a:cubicBezTo>
                  <a:cubicBezTo>
                    <a:pt x="59150" y="27718"/>
                    <a:pt x="59341" y="27813"/>
                    <a:pt x="59531" y="27908"/>
                  </a:cubicBezTo>
                  <a:cubicBezTo>
                    <a:pt x="58483" y="30671"/>
                    <a:pt x="38195" y="81534"/>
                    <a:pt x="18097" y="90011"/>
                  </a:cubicBezTo>
                  <a:cubicBezTo>
                    <a:pt x="9620" y="93536"/>
                    <a:pt x="3905" y="93536"/>
                    <a:pt x="0" y="92297"/>
                  </a:cubicBezTo>
                  <a:cubicBezTo>
                    <a:pt x="7620" y="76771"/>
                    <a:pt x="15716" y="60960"/>
                    <a:pt x="24479" y="45053"/>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8" name="Freeform: Shape 157">
              <a:extLst>
                <a:ext uri="{FF2B5EF4-FFF2-40B4-BE49-F238E27FC236}">
                  <a16:creationId xmlns:a16="http://schemas.microsoft.com/office/drawing/2014/main" id="{B7B98BD4-4002-402D-B247-EC77F8D53689}"/>
                </a:ext>
              </a:extLst>
            </p:cNvPr>
            <p:cNvSpPr/>
            <p:nvPr/>
          </p:nvSpPr>
          <p:spPr>
            <a:xfrm>
              <a:off x="1699574" y="5796470"/>
              <a:ext cx="22412" cy="32017"/>
            </a:xfrm>
            <a:custGeom>
              <a:avLst/>
              <a:gdLst>
                <a:gd name="connsiteX0" fmla="*/ 67627 w 66675"/>
                <a:gd name="connsiteY0" fmla="*/ 50197 h 95250"/>
                <a:gd name="connsiteX1" fmla="*/ 33814 w 66675"/>
                <a:gd name="connsiteY1" fmla="*/ 100393 h 95250"/>
                <a:gd name="connsiteX2" fmla="*/ 0 w 66675"/>
                <a:gd name="connsiteY2" fmla="*/ 50197 h 95250"/>
                <a:gd name="connsiteX3" fmla="*/ 33814 w 66675"/>
                <a:gd name="connsiteY3" fmla="*/ 0 h 95250"/>
                <a:gd name="connsiteX4" fmla="*/ 67627 w 66675"/>
                <a:gd name="connsiteY4" fmla="*/ 50197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95250">
                  <a:moveTo>
                    <a:pt x="67627" y="50197"/>
                  </a:moveTo>
                  <a:cubicBezTo>
                    <a:pt x="67627" y="77920"/>
                    <a:pt x="52488" y="100393"/>
                    <a:pt x="33814" y="100393"/>
                  </a:cubicBezTo>
                  <a:cubicBezTo>
                    <a:pt x="15139" y="100393"/>
                    <a:pt x="0" y="77920"/>
                    <a:pt x="0" y="50197"/>
                  </a:cubicBezTo>
                  <a:cubicBezTo>
                    <a:pt x="0" y="22474"/>
                    <a:pt x="15139" y="0"/>
                    <a:pt x="33814" y="0"/>
                  </a:cubicBezTo>
                  <a:cubicBezTo>
                    <a:pt x="52488" y="0"/>
                    <a:pt x="67627" y="22474"/>
                    <a:pt x="67627" y="5019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9" name="Freeform: Shape 158">
              <a:extLst>
                <a:ext uri="{FF2B5EF4-FFF2-40B4-BE49-F238E27FC236}">
                  <a16:creationId xmlns:a16="http://schemas.microsoft.com/office/drawing/2014/main" id="{7273E14C-F265-44F7-84D0-A0E631FDD474}"/>
                </a:ext>
              </a:extLst>
            </p:cNvPr>
            <p:cNvSpPr/>
            <p:nvPr/>
          </p:nvSpPr>
          <p:spPr>
            <a:xfrm>
              <a:off x="1659267" y="5821208"/>
              <a:ext cx="67236" cy="102455"/>
            </a:xfrm>
            <a:custGeom>
              <a:avLst/>
              <a:gdLst>
                <a:gd name="connsiteX0" fmla="*/ 44187 w 200025"/>
                <a:gd name="connsiteY0" fmla="*/ 304929 h 304800"/>
                <a:gd name="connsiteX1" fmla="*/ 22756 w 200025"/>
                <a:gd name="connsiteY1" fmla="*/ 162911 h 304800"/>
                <a:gd name="connsiteX2" fmla="*/ 20946 w 200025"/>
                <a:gd name="connsiteY2" fmla="*/ 161768 h 304800"/>
                <a:gd name="connsiteX3" fmla="*/ 8468 w 200025"/>
                <a:gd name="connsiteY3" fmla="*/ 94807 h 304800"/>
                <a:gd name="connsiteX4" fmla="*/ 74953 w 200025"/>
                <a:gd name="connsiteY4" fmla="*/ 1176 h 304800"/>
                <a:gd name="connsiteX5" fmla="*/ 71619 w 200025"/>
                <a:gd name="connsiteY5" fmla="*/ 38800 h 304800"/>
                <a:gd name="connsiteX6" fmla="*/ 124674 w 200025"/>
                <a:gd name="connsiteY6" fmla="*/ 3177 h 304800"/>
                <a:gd name="connsiteX7" fmla="*/ 170393 w 200025"/>
                <a:gd name="connsiteY7" fmla="*/ 165102 h 304800"/>
                <a:gd name="connsiteX8" fmla="*/ 173727 w 200025"/>
                <a:gd name="connsiteY8" fmla="*/ 246636 h 304800"/>
                <a:gd name="connsiteX9" fmla="*/ 200778 w 200025"/>
                <a:gd name="connsiteY9" fmla="*/ 298356 h 304800"/>
                <a:gd name="connsiteX10" fmla="*/ 44187 w 200025"/>
                <a:gd name="connsiteY10" fmla="*/ 304929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0025" h="304800">
                  <a:moveTo>
                    <a:pt x="44187" y="304929"/>
                  </a:moveTo>
                  <a:cubicBezTo>
                    <a:pt x="19041" y="198439"/>
                    <a:pt x="48092" y="177484"/>
                    <a:pt x="22756" y="162911"/>
                  </a:cubicBezTo>
                  <a:cubicBezTo>
                    <a:pt x="22089" y="162530"/>
                    <a:pt x="21518" y="162149"/>
                    <a:pt x="20946" y="161768"/>
                  </a:cubicBezTo>
                  <a:cubicBezTo>
                    <a:pt x="-1057" y="147861"/>
                    <a:pt x="-6581" y="116429"/>
                    <a:pt x="8468" y="94807"/>
                  </a:cubicBezTo>
                  <a:lnTo>
                    <a:pt x="74953" y="1176"/>
                  </a:lnTo>
                  <a:cubicBezTo>
                    <a:pt x="81049" y="-7587"/>
                    <a:pt x="61809" y="35371"/>
                    <a:pt x="71619" y="38800"/>
                  </a:cubicBezTo>
                  <a:cubicBezTo>
                    <a:pt x="91812" y="45753"/>
                    <a:pt x="124674" y="3177"/>
                    <a:pt x="124674" y="3177"/>
                  </a:cubicBezTo>
                  <a:cubicBezTo>
                    <a:pt x="204302" y="30228"/>
                    <a:pt x="182490" y="123287"/>
                    <a:pt x="170393" y="165102"/>
                  </a:cubicBezTo>
                  <a:cubicBezTo>
                    <a:pt x="162297" y="193200"/>
                    <a:pt x="168108" y="217775"/>
                    <a:pt x="173727" y="246636"/>
                  </a:cubicBezTo>
                  <a:cubicBezTo>
                    <a:pt x="177251" y="264733"/>
                    <a:pt x="190396" y="277687"/>
                    <a:pt x="200778" y="298356"/>
                  </a:cubicBezTo>
                  <a:lnTo>
                    <a:pt x="44187" y="304929"/>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0" name="Freeform: Shape 159">
              <a:extLst>
                <a:ext uri="{FF2B5EF4-FFF2-40B4-BE49-F238E27FC236}">
                  <a16:creationId xmlns:a16="http://schemas.microsoft.com/office/drawing/2014/main" id="{4772D532-CDE4-4311-903C-A855993076D4}"/>
                </a:ext>
              </a:extLst>
            </p:cNvPr>
            <p:cNvSpPr/>
            <p:nvPr/>
          </p:nvSpPr>
          <p:spPr>
            <a:xfrm>
              <a:off x="1563149" y="5855574"/>
              <a:ext cx="118464" cy="41622"/>
            </a:xfrm>
            <a:custGeom>
              <a:avLst/>
              <a:gdLst>
                <a:gd name="connsiteX0" fmla="*/ 358902 w 352425"/>
                <a:gd name="connsiteY0" fmla="*/ 70199 h 123825"/>
                <a:gd name="connsiteX1" fmla="*/ 250793 w 352425"/>
                <a:gd name="connsiteY1" fmla="*/ 114110 h 123825"/>
                <a:gd name="connsiteX2" fmla="*/ 68960 w 352425"/>
                <a:gd name="connsiteY2" fmla="*/ 126397 h 123825"/>
                <a:gd name="connsiteX3" fmla="*/ 2667 w 352425"/>
                <a:gd name="connsiteY3" fmla="*/ 94107 h 123825"/>
                <a:gd name="connsiteX4" fmla="*/ 56673 w 352425"/>
                <a:gd name="connsiteY4" fmla="*/ 83058 h 123825"/>
                <a:gd name="connsiteX5" fmla="*/ 49625 w 352425"/>
                <a:gd name="connsiteY5" fmla="*/ 60103 h 123825"/>
                <a:gd name="connsiteX6" fmla="*/ 80391 w 352425"/>
                <a:gd name="connsiteY6" fmla="*/ 88297 h 123825"/>
                <a:gd name="connsiteX7" fmla="*/ 179927 w 352425"/>
                <a:gd name="connsiteY7" fmla="*/ 76771 h 123825"/>
                <a:gd name="connsiteX8" fmla="*/ 344709 w 352425"/>
                <a:gd name="connsiteY8" fmla="*/ 0 h 123825"/>
                <a:gd name="connsiteX9" fmla="*/ 358902 w 352425"/>
                <a:gd name="connsiteY9" fmla="*/ 7019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2425" h="123825">
                  <a:moveTo>
                    <a:pt x="358902" y="70199"/>
                  </a:moveTo>
                  <a:cubicBezTo>
                    <a:pt x="358902" y="70199"/>
                    <a:pt x="335184" y="98584"/>
                    <a:pt x="250793" y="114110"/>
                  </a:cubicBezTo>
                  <a:cubicBezTo>
                    <a:pt x="166497" y="129731"/>
                    <a:pt x="97345" y="121063"/>
                    <a:pt x="68960" y="126397"/>
                  </a:cubicBezTo>
                  <a:cubicBezTo>
                    <a:pt x="40576" y="131826"/>
                    <a:pt x="-12478" y="116491"/>
                    <a:pt x="2667" y="94107"/>
                  </a:cubicBezTo>
                  <a:cubicBezTo>
                    <a:pt x="16192" y="74200"/>
                    <a:pt x="56673" y="83058"/>
                    <a:pt x="56673" y="83058"/>
                  </a:cubicBezTo>
                  <a:cubicBezTo>
                    <a:pt x="56673" y="83058"/>
                    <a:pt x="44005" y="63341"/>
                    <a:pt x="49625" y="60103"/>
                  </a:cubicBezTo>
                  <a:cubicBezTo>
                    <a:pt x="55245" y="56864"/>
                    <a:pt x="74390" y="80677"/>
                    <a:pt x="80391" y="88297"/>
                  </a:cubicBezTo>
                  <a:cubicBezTo>
                    <a:pt x="86391" y="95917"/>
                    <a:pt x="139255" y="89059"/>
                    <a:pt x="179927" y="76771"/>
                  </a:cubicBezTo>
                  <a:cubicBezTo>
                    <a:pt x="225456" y="62960"/>
                    <a:pt x="344424" y="1429"/>
                    <a:pt x="344709" y="0"/>
                  </a:cubicBezTo>
                  <a:lnTo>
                    <a:pt x="358902" y="70199"/>
                  </a:ln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1" name="Freeform: Shape 160">
              <a:extLst>
                <a:ext uri="{FF2B5EF4-FFF2-40B4-BE49-F238E27FC236}">
                  <a16:creationId xmlns:a16="http://schemas.microsoft.com/office/drawing/2014/main" id="{6F527A35-7382-48F4-8A2B-A0FC3B3634D8}"/>
                </a:ext>
              </a:extLst>
            </p:cNvPr>
            <p:cNvSpPr/>
            <p:nvPr/>
          </p:nvSpPr>
          <p:spPr>
            <a:xfrm>
              <a:off x="1669030" y="5831938"/>
              <a:ext cx="48026" cy="51228"/>
            </a:xfrm>
            <a:custGeom>
              <a:avLst/>
              <a:gdLst>
                <a:gd name="connsiteX0" fmla="*/ 62294 w 142875"/>
                <a:gd name="connsiteY0" fmla="*/ 19453 h 152400"/>
                <a:gd name="connsiteX1" fmla="*/ 117443 w 142875"/>
                <a:gd name="connsiteY1" fmla="*/ 3737 h 152400"/>
                <a:gd name="connsiteX2" fmla="*/ 142399 w 142875"/>
                <a:gd name="connsiteY2" fmla="*/ 36789 h 152400"/>
                <a:gd name="connsiteX3" fmla="*/ 126302 w 142875"/>
                <a:gd name="connsiteY3" fmla="*/ 81366 h 152400"/>
                <a:gd name="connsiteX4" fmla="*/ 46196 w 142875"/>
                <a:gd name="connsiteY4" fmla="*/ 160233 h 152400"/>
                <a:gd name="connsiteX5" fmla="*/ 0 w 142875"/>
                <a:gd name="connsiteY5" fmla="*/ 86033 h 152400"/>
                <a:gd name="connsiteX6" fmla="*/ 62294 w 142875"/>
                <a:gd name="connsiteY6" fmla="*/ 19453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152400">
                  <a:moveTo>
                    <a:pt x="62294" y="19453"/>
                  </a:moveTo>
                  <a:cubicBezTo>
                    <a:pt x="76962" y="4404"/>
                    <a:pt x="96203" y="-5883"/>
                    <a:pt x="117443" y="3737"/>
                  </a:cubicBezTo>
                  <a:cubicBezTo>
                    <a:pt x="130588" y="9642"/>
                    <a:pt x="139827" y="22787"/>
                    <a:pt x="142399" y="36789"/>
                  </a:cubicBezTo>
                  <a:cubicBezTo>
                    <a:pt x="145352" y="53553"/>
                    <a:pt x="136970" y="68983"/>
                    <a:pt x="126302" y="81366"/>
                  </a:cubicBezTo>
                  <a:cubicBezTo>
                    <a:pt x="102013" y="109464"/>
                    <a:pt x="75152" y="136992"/>
                    <a:pt x="46196" y="160233"/>
                  </a:cubicBezTo>
                  <a:cubicBezTo>
                    <a:pt x="36195" y="133277"/>
                    <a:pt x="19431" y="107845"/>
                    <a:pt x="0" y="86033"/>
                  </a:cubicBezTo>
                  <a:cubicBezTo>
                    <a:pt x="95" y="86033"/>
                    <a:pt x="42863" y="39456"/>
                    <a:pt x="62294" y="19453"/>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2" name="Freeform: Shape 161">
              <a:extLst>
                <a:ext uri="{FF2B5EF4-FFF2-40B4-BE49-F238E27FC236}">
                  <a16:creationId xmlns:a16="http://schemas.microsoft.com/office/drawing/2014/main" id="{944C75D4-2760-42FE-AE9B-0BBCDC06EF5A}"/>
                </a:ext>
              </a:extLst>
            </p:cNvPr>
            <p:cNvSpPr/>
            <p:nvPr/>
          </p:nvSpPr>
          <p:spPr>
            <a:xfrm>
              <a:off x="819644" y="5830281"/>
              <a:ext cx="19210" cy="118464"/>
            </a:xfrm>
            <a:custGeom>
              <a:avLst/>
              <a:gdLst>
                <a:gd name="connsiteX0" fmla="*/ 23432 w 57150"/>
                <a:gd name="connsiteY0" fmla="*/ 0 h 352425"/>
                <a:gd name="connsiteX1" fmla="*/ 40767 w 57150"/>
                <a:gd name="connsiteY1" fmla="*/ 336137 h 352425"/>
                <a:gd name="connsiteX2" fmla="*/ 19336 w 57150"/>
                <a:gd name="connsiteY2" fmla="*/ 356711 h 352425"/>
                <a:gd name="connsiteX3" fmla="*/ 0 w 57150"/>
                <a:gd name="connsiteY3" fmla="*/ 334137 h 352425"/>
                <a:gd name="connsiteX4" fmla="*/ 23432 w 57150"/>
                <a:gd name="connsiteY4" fmla="*/ 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352425">
                  <a:moveTo>
                    <a:pt x="23432" y="0"/>
                  </a:moveTo>
                  <a:cubicBezTo>
                    <a:pt x="23432" y="0"/>
                    <a:pt x="91059" y="168116"/>
                    <a:pt x="40767" y="336137"/>
                  </a:cubicBezTo>
                  <a:cubicBezTo>
                    <a:pt x="36767" y="349377"/>
                    <a:pt x="19336" y="356711"/>
                    <a:pt x="19336" y="356711"/>
                  </a:cubicBezTo>
                  <a:lnTo>
                    <a:pt x="0" y="334137"/>
                  </a:lnTo>
                  <a:cubicBezTo>
                    <a:pt x="-95" y="334232"/>
                    <a:pt x="29718" y="140113"/>
                    <a:pt x="23432"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3" name="Freeform: Shape 162">
              <a:extLst>
                <a:ext uri="{FF2B5EF4-FFF2-40B4-BE49-F238E27FC236}">
                  <a16:creationId xmlns:a16="http://schemas.microsoft.com/office/drawing/2014/main" id="{18915F04-A265-47CA-B515-3F6E908EC051}"/>
                </a:ext>
              </a:extLst>
            </p:cNvPr>
            <p:cNvSpPr/>
            <p:nvPr/>
          </p:nvSpPr>
          <p:spPr>
            <a:xfrm>
              <a:off x="800850" y="5808669"/>
              <a:ext cx="25614" cy="32017"/>
            </a:xfrm>
            <a:custGeom>
              <a:avLst/>
              <a:gdLst>
                <a:gd name="connsiteX0" fmla="*/ 79343 w 76200"/>
                <a:gd name="connsiteY0" fmla="*/ 64294 h 95250"/>
                <a:gd name="connsiteX1" fmla="*/ 68294 w 76200"/>
                <a:gd name="connsiteY1" fmla="*/ 100203 h 95250"/>
                <a:gd name="connsiteX2" fmla="*/ 0 w 76200"/>
                <a:gd name="connsiteY2" fmla="*/ 4096 h 95250"/>
                <a:gd name="connsiteX3" fmla="*/ 7144 w 76200"/>
                <a:gd name="connsiteY3" fmla="*/ 0 h 95250"/>
              </a:gdLst>
              <a:ahLst/>
              <a:cxnLst>
                <a:cxn ang="0">
                  <a:pos x="connsiteX0" y="connsiteY0"/>
                </a:cxn>
                <a:cxn ang="0">
                  <a:pos x="connsiteX1" y="connsiteY1"/>
                </a:cxn>
                <a:cxn ang="0">
                  <a:pos x="connsiteX2" y="connsiteY2"/>
                </a:cxn>
                <a:cxn ang="0">
                  <a:pos x="connsiteX3" y="connsiteY3"/>
                </a:cxn>
              </a:cxnLst>
              <a:rect l="l" t="t" r="r" b="b"/>
              <a:pathLst>
                <a:path w="76200" h="95250">
                  <a:moveTo>
                    <a:pt x="79343" y="64294"/>
                  </a:moveTo>
                  <a:lnTo>
                    <a:pt x="68294" y="100203"/>
                  </a:lnTo>
                  <a:lnTo>
                    <a:pt x="0" y="4096"/>
                  </a:lnTo>
                  <a:lnTo>
                    <a:pt x="7144" y="0"/>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4" name="Freeform: Shape 163">
              <a:extLst>
                <a:ext uri="{FF2B5EF4-FFF2-40B4-BE49-F238E27FC236}">
                  <a16:creationId xmlns:a16="http://schemas.microsoft.com/office/drawing/2014/main" id="{E559B602-0B89-4A59-9CA0-ED62BD789002}"/>
                </a:ext>
              </a:extLst>
            </p:cNvPr>
            <p:cNvSpPr/>
            <p:nvPr/>
          </p:nvSpPr>
          <p:spPr>
            <a:xfrm>
              <a:off x="825952" y="5823845"/>
              <a:ext cx="9605" cy="12807"/>
            </a:xfrm>
            <a:custGeom>
              <a:avLst/>
              <a:gdLst>
                <a:gd name="connsiteX0" fmla="*/ 6763 w 28575"/>
                <a:gd name="connsiteY0" fmla="*/ 0 h 38100"/>
                <a:gd name="connsiteX1" fmla="*/ 29623 w 28575"/>
                <a:gd name="connsiteY1" fmla="*/ 46672 h 38100"/>
                <a:gd name="connsiteX2" fmla="*/ 0 w 28575"/>
                <a:gd name="connsiteY2" fmla="*/ 15049 h 38100"/>
              </a:gdLst>
              <a:ahLst/>
              <a:cxnLst>
                <a:cxn ang="0">
                  <a:pos x="connsiteX0" y="connsiteY0"/>
                </a:cxn>
                <a:cxn ang="0">
                  <a:pos x="connsiteX1" y="connsiteY1"/>
                </a:cxn>
                <a:cxn ang="0">
                  <a:pos x="connsiteX2" y="connsiteY2"/>
                </a:cxn>
              </a:cxnLst>
              <a:rect l="l" t="t" r="r" b="b"/>
              <a:pathLst>
                <a:path w="28575" h="38100">
                  <a:moveTo>
                    <a:pt x="6763" y="0"/>
                  </a:moveTo>
                  <a:lnTo>
                    <a:pt x="29623" y="46672"/>
                  </a:lnTo>
                  <a:lnTo>
                    <a:pt x="0" y="15049"/>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5" name="Freeform: Shape 164">
              <a:extLst>
                <a:ext uri="{FF2B5EF4-FFF2-40B4-BE49-F238E27FC236}">
                  <a16:creationId xmlns:a16="http://schemas.microsoft.com/office/drawing/2014/main" id="{A9046B87-97A2-43DC-B5FD-44F3D8ADF3EF}"/>
                </a:ext>
              </a:extLst>
            </p:cNvPr>
            <p:cNvSpPr/>
            <p:nvPr/>
          </p:nvSpPr>
          <p:spPr>
            <a:xfrm>
              <a:off x="890850" y="5887234"/>
              <a:ext cx="54429" cy="22412"/>
            </a:xfrm>
            <a:custGeom>
              <a:avLst/>
              <a:gdLst>
                <a:gd name="connsiteX0" fmla="*/ 163735 w 161925"/>
                <a:gd name="connsiteY0" fmla="*/ 34305 h 66675"/>
                <a:gd name="connsiteX1" fmla="*/ 109728 w 161925"/>
                <a:gd name="connsiteY1" fmla="*/ 23256 h 66675"/>
                <a:gd name="connsiteX2" fmla="*/ 116777 w 161925"/>
                <a:gd name="connsiteY2" fmla="*/ 301 h 66675"/>
                <a:gd name="connsiteX3" fmla="*/ 86011 w 161925"/>
                <a:gd name="connsiteY3" fmla="*/ 28495 h 66675"/>
                <a:gd name="connsiteX4" fmla="*/ 10763 w 161925"/>
                <a:gd name="connsiteY4" fmla="*/ 23351 h 66675"/>
                <a:gd name="connsiteX5" fmla="*/ 0 w 161925"/>
                <a:gd name="connsiteY5" fmla="*/ 63547 h 66675"/>
                <a:gd name="connsiteX6" fmla="*/ 97346 w 161925"/>
                <a:gd name="connsiteY6" fmla="*/ 66690 h 66675"/>
                <a:gd name="connsiteX7" fmla="*/ 163735 w 161925"/>
                <a:gd name="connsiteY7" fmla="*/ 3430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925" h="66675">
                  <a:moveTo>
                    <a:pt x="163735" y="34305"/>
                  </a:moveTo>
                  <a:cubicBezTo>
                    <a:pt x="150209" y="14398"/>
                    <a:pt x="109728" y="23256"/>
                    <a:pt x="109728" y="23256"/>
                  </a:cubicBezTo>
                  <a:cubicBezTo>
                    <a:pt x="109728" y="23256"/>
                    <a:pt x="122396" y="3539"/>
                    <a:pt x="116777" y="301"/>
                  </a:cubicBezTo>
                  <a:cubicBezTo>
                    <a:pt x="111157" y="-2938"/>
                    <a:pt x="92011" y="20875"/>
                    <a:pt x="86011" y="28495"/>
                  </a:cubicBezTo>
                  <a:cubicBezTo>
                    <a:pt x="81153" y="34686"/>
                    <a:pt x="45720" y="31352"/>
                    <a:pt x="10763" y="23351"/>
                  </a:cubicBezTo>
                  <a:cubicBezTo>
                    <a:pt x="8001" y="37067"/>
                    <a:pt x="4286" y="50402"/>
                    <a:pt x="0" y="63547"/>
                  </a:cubicBezTo>
                  <a:cubicBezTo>
                    <a:pt x="44577" y="65452"/>
                    <a:pt x="79248" y="63261"/>
                    <a:pt x="97346" y="66690"/>
                  </a:cubicBezTo>
                  <a:cubicBezTo>
                    <a:pt x="125825" y="72024"/>
                    <a:pt x="178879" y="56689"/>
                    <a:pt x="163735" y="34305"/>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6" name="Freeform: Shape 165">
              <a:extLst>
                <a:ext uri="{FF2B5EF4-FFF2-40B4-BE49-F238E27FC236}">
                  <a16:creationId xmlns:a16="http://schemas.microsoft.com/office/drawing/2014/main" id="{F1B12798-639D-4B3F-B94C-7D7643A8F73E}"/>
                </a:ext>
              </a:extLst>
            </p:cNvPr>
            <p:cNvSpPr/>
            <p:nvPr/>
          </p:nvSpPr>
          <p:spPr>
            <a:xfrm>
              <a:off x="776924" y="5814626"/>
              <a:ext cx="128069" cy="92850"/>
            </a:xfrm>
            <a:custGeom>
              <a:avLst/>
              <a:gdLst>
                <a:gd name="connsiteX0" fmla="*/ 11552 w 381000"/>
                <a:gd name="connsiteY0" fmla="*/ 83909 h 276225"/>
                <a:gd name="connsiteX1" fmla="*/ 38984 w 381000"/>
                <a:gd name="connsiteY1" fmla="*/ 89 h 276225"/>
                <a:gd name="connsiteX2" fmla="*/ 151093 w 381000"/>
                <a:gd name="connsiteY2" fmla="*/ 129438 h 276225"/>
                <a:gd name="connsiteX3" fmla="*/ 236342 w 381000"/>
                <a:gd name="connsiteY3" fmla="*/ 197066 h 276225"/>
                <a:gd name="connsiteX4" fmla="*/ 312923 w 381000"/>
                <a:gd name="connsiteY4" fmla="*/ 215449 h 276225"/>
                <a:gd name="connsiteX5" fmla="*/ 377121 w 381000"/>
                <a:gd name="connsiteY5" fmla="*/ 227260 h 276225"/>
                <a:gd name="connsiteX6" fmla="*/ 369501 w 381000"/>
                <a:gd name="connsiteY6" fmla="*/ 283077 h 276225"/>
                <a:gd name="connsiteX7" fmla="*/ 310161 w 381000"/>
                <a:gd name="connsiteY7" fmla="*/ 284124 h 276225"/>
                <a:gd name="connsiteX8" fmla="*/ 254344 w 381000"/>
                <a:gd name="connsiteY8" fmla="*/ 278981 h 276225"/>
                <a:gd name="connsiteX9" fmla="*/ 149474 w 381000"/>
                <a:gd name="connsiteY9" fmla="*/ 254978 h 276225"/>
                <a:gd name="connsiteX10" fmla="*/ 11552 w 381000"/>
                <a:gd name="connsiteY10" fmla="*/ 83909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1000" h="276225">
                  <a:moveTo>
                    <a:pt x="11552" y="83909"/>
                  </a:moveTo>
                  <a:cubicBezTo>
                    <a:pt x="-2164" y="46285"/>
                    <a:pt x="-13689" y="3232"/>
                    <a:pt x="38984" y="89"/>
                  </a:cubicBezTo>
                  <a:cubicBezTo>
                    <a:pt x="91657" y="-3055"/>
                    <a:pt x="117375" y="78003"/>
                    <a:pt x="151093" y="129438"/>
                  </a:cubicBezTo>
                  <a:cubicBezTo>
                    <a:pt x="184716" y="180969"/>
                    <a:pt x="199956" y="183064"/>
                    <a:pt x="236342" y="197066"/>
                  </a:cubicBezTo>
                  <a:cubicBezTo>
                    <a:pt x="260726" y="206495"/>
                    <a:pt x="287491" y="210687"/>
                    <a:pt x="312923" y="215449"/>
                  </a:cubicBezTo>
                  <a:cubicBezTo>
                    <a:pt x="322257" y="217164"/>
                    <a:pt x="369692" y="221640"/>
                    <a:pt x="377121" y="227260"/>
                  </a:cubicBezTo>
                  <a:cubicBezTo>
                    <a:pt x="389028" y="236118"/>
                    <a:pt x="369882" y="271075"/>
                    <a:pt x="369501" y="283077"/>
                  </a:cubicBezTo>
                  <a:cubicBezTo>
                    <a:pt x="355119" y="287744"/>
                    <a:pt x="325401" y="284124"/>
                    <a:pt x="310161" y="284124"/>
                  </a:cubicBezTo>
                  <a:cubicBezTo>
                    <a:pt x="291206" y="284124"/>
                    <a:pt x="273394" y="279457"/>
                    <a:pt x="254344" y="278981"/>
                  </a:cubicBezTo>
                  <a:cubicBezTo>
                    <a:pt x="218244" y="277933"/>
                    <a:pt x="184621" y="266408"/>
                    <a:pt x="149474" y="254978"/>
                  </a:cubicBezTo>
                  <a:cubicBezTo>
                    <a:pt x="149474" y="254978"/>
                    <a:pt x="33936" y="145059"/>
                    <a:pt x="11552" y="83909"/>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7" name="Freeform: Shape 166">
              <a:extLst>
                <a:ext uri="{FF2B5EF4-FFF2-40B4-BE49-F238E27FC236}">
                  <a16:creationId xmlns:a16="http://schemas.microsoft.com/office/drawing/2014/main" id="{502CEBEE-60B7-4CCD-BE61-C61CE3E6A21A}"/>
                </a:ext>
              </a:extLst>
            </p:cNvPr>
            <p:cNvSpPr/>
            <p:nvPr/>
          </p:nvSpPr>
          <p:spPr>
            <a:xfrm>
              <a:off x="849292" y="5786481"/>
              <a:ext cx="6403" cy="9605"/>
            </a:xfrm>
            <a:custGeom>
              <a:avLst/>
              <a:gdLst>
                <a:gd name="connsiteX0" fmla="*/ 0 w 19050"/>
                <a:gd name="connsiteY0" fmla="*/ 0 h 28575"/>
                <a:gd name="connsiteX1" fmla="*/ 19050 w 19050"/>
                <a:gd name="connsiteY1" fmla="*/ 21050 h 28575"/>
                <a:gd name="connsiteX2" fmla="*/ 1810 w 19050"/>
                <a:gd name="connsiteY2" fmla="*/ 30004 h 28575"/>
                <a:gd name="connsiteX3" fmla="*/ 0 w 19050"/>
                <a:gd name="connsiteY3" fmla="*/ 0 h 28575"/>
              </a:gdLst>
              <a:ahLst/>
              <a:cxnLst>
                <a:cxn ang="0">
                  <a:pos x="connsiteX0" y="connsiteY0"/>
                </a:cxn>
                <a:cxn ang="0">
                  <a:pos x="connsiteX1" y="connsiteY1"/>
                </a:cxn>
                <a:cxn ang="0">
                  <a:pos x="connsiteX2" y="connsiteY2"/>
                </a:cxn>
                <a:cxn ang="0">
                  <a:pos x="connsiteX3" y="connsiteY3"/>
                </a:cxn>
              </a:cxnLst>
              <a:rect l="l" t="t" r="r" b="b"/>
              <a:pathLst>
                <a:path w="19050" h="28575">
                  <a:moveTo>
                    <a:pt x="0" y="0"/>
                  </a:moveTo>
                  <a:cubicBezTo>
                    <a:pt x="0" y="0"/>
                    <a:pt x="24193" y="17240"/>
                    <a:pt x="19050" y="21050"/>
                  </a:cubicBezTo>
                  <a:cubicBezTo>
                    <a:pt x="13906" y="24860"/>
                    <a:pt x="2762" y="30194"/>
                    <a:pt x="1810" y="30004"/>
                  </a:cubicBezTo>
                  <a:cubicBezTo>
                    <a:pt x="762" y="29718"/>
                    <a:pt x="0" y="0"/>
                    <a:pt x="0" y="0"/>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8" name="Freeform: Shape 167">
              <a:extLst>
                <a:ext uri="{FF2B5EF4-FFF2-40B4-BE49-F238E27FC236}">
                  <a16:creationId xmlns:a16="http://schemas.microsoft.com/office/drawing/2014/main" id="{1E45AB3E-1295-44F3-9BC5-9374F86D17CA}"/>
                </a:ext>
              </a:extLst>
            </p:cNvPr>
            <p:cNvSpPr/>
            <p:nvPr/>
          </p:nvSpPr>
          <p:spPr>
            <a:xfrm>
              <a:off x="837217" y="5780096"/>
              <a:ext cx="3202" cy="3202"/>
            </a:xfrm>
            <a:custGeom>
              <a:avLst/>
              <a:gdLst>
                <a:gd name="connsiteX0" fmla="*/ 9920 w 9525"/>
                <a:gd name="connsiteY0" fmla="*/ 6993 h 9525"/>
                <a:gd name="connsiteX1" fmla="*/ 4015 w 9525"/>
                <a:gd name="connsiteY1" fmla="*/ 12327 h 9525"/>
                <a:gd name="connsiteX2" fmla="*/ 110 w 9525"/>
                <a:gd name="connsiteY2" fmla="*/ 5374 h 9525"/>
                <a:gd name="connsiteX3" fmla="*/ 6015 w 9525"/>
                <a:gd name="connsiteY3" fmla="*/ 40 h 9525"/>
                <a:gd name="connsiteX4" fmla="*/ 9920 w 9525"/>
                <a:gd name="connsiteY4" fmla="*/ 6993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920" y="6993"/>
                  </a:moveTo>
                  <a:cubicBezTo>
                    <a:pt x="9349" y="10327"/>
                    <a:pt x="6682" y="12708"/>
                    <a:pt x="4015" y="12327"/>
                  </a:cubicBezTo>
                  <a:cubicBezTo>
                    <a:pt x="1253" y="11851"/>
                    <a:pt x="-462" y="8803"/>
                    <a:pt x="110" y="5374"/>
                  </a:cubicBezTo>
                  <a:cubicBezTo>
                    <a:pt x="681" y="2040"/>
                    <a:pt x="3348" y="-341"/>
                    <a:pt x="6015" y="40"/>
                  </a:cubicBezTo>
                  <a:cubicBezTo>
                    <a:pt x="8777" y="516"/>
                    <a:pt x="10492" y="3659"/>
                    <a:pt x="9920" y="6993"/>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9" name="Freeform: Shape 168">
              <a:extLst>
                <a:ext uri="{FF2B5EF4-FFF2-40B4-BE49-F238E27FC236}">
                  <a16:creationId xmlns:a16="http://schemas.microsoft.com/office/drawing/2014/main" id="{EB069E88-40B7-4BE2-9F5D-D469C34EDBA9}"/>
                </a:ext>
              </a:extLst>
            </p:cNvPr>
            <p:cNvSpPr/>
            <p:nvPr/>
          </p:nvSpPr>
          <p:spPr>
            <a:xfrm>
              <a:off x="851585" y="5781441"/>
              <a:ext cx="3202" cy="3202"/>
            </a:xfrm>
            <a:custGeom>
              <a:avLst/>
              <a:gdLst>
                <a:gd name="connsiteX0" fmla="*/ 8514 w 0"/>
                <a:gd name="connsiteY0" fmla="*/ 6517 h 9525"/>
                <a:gd name="connsiteX1" fmla="*/ 3180 w 0"/>
                <a:gd name="connsiteY1" fmla="*/ 11756 h 9525"/>
                <a:gd name="connsiteX2" fmla="*/ 132 w 0"/>
                <a:gd name="connsiteY2" fmla="*/ 5279 h 9525"/>
                <a:gd name="connsiteX3" fmla="*/ 5466 w 0"/>
                <a:gd name="connsiteY3" fmla="*/ 40 h 9525"/>
                <a:gd name="connsiteX4" fmla="*/ 8514 w 0"/>
                <a:gd name="connsiteY4" fmla="*/ 6517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h="9525">
                  <a:moveTo>
                    <a:pt x="8514" y="6517"/>
                  </a:moveTo>
                  <a:cubicBezTo>
                    <a:pt x="7847" y="9756"/>
                    <a:pt x="5561" y="12137"/>
                    <a:pt x="3180" y="11756"/>
                  </a:cubicBezTo>
                  <a:cubicBezTo>
                    <a:pt x="894" y="11375"/>
                    <a:pt x="-440" y="8517"/>
                    <a:pt x="132" y="5279"/>
                  </a:cubicBezTo>
                  <a:cubicBezTo>
                    <a:pt x="799" y="2040"/>
                    <a:pt x="3085" y="-341"/>
                    <a:pt x="5466" y="40"/>
                  </a:cubicBezTo>
                  <a:cubicBezTo>
                    <a:pt x="7847" y="326"/>
                    <a:pt x="9181" y="3279"/>
                    <a:pt x="8514" y="6517"/>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0" name="Freeform: Shape 169">
              <a:extLst>
                <a:ext uri="{FF2B5EF4-FFF2-40B4-BE49-F238E27FC236}">
                  <a16:creationId xmlns:a16="http://schemas.microsoft.com/office/drawing/2014/main" id="{DAFFE772-EB65-42F8-89A5-9CD04F597F51}"/>
                </a:ext>
              </a:extLst>
            </p:cNvPr>
            <p:cNvSpPr/>
            <p:nvPr/>
          </p:nvSpPr>
          <p:spPr>
            <a:xfrm>
              <a:off x="843960" y="5782924"/>
              <a:ext cx="6403" cy="9605"/>
            </a:xfrm>
            <a:custGeom>
              <a:avLst/>
              <a:gdLst>
                <a:gd name="connsiteX0" fmla="*/ 23482 w 19050"/>
                <a:gd name="connsiteY0" fmla="*/ 23344 h 28575"/>
                <a:gd name="connsiteX1" fmla="*/ 10243 w 19050"/>
                <a:gd name="connsiteY1" fmla="*/ 675 h 28575"/>
                <a:gd name="connsiteX2" fmla="*/ 7956 w 19050"/>
                <a:gd name="connsiteY2" fmla="*/ 1532 h 28575"/>
                <a:gd name="connsiteX3" fmla="*/ 18244 w 19050"/>
                <a:gd name="connsiteY3" fmla="*/ 25916 h 28575"/>
                <a:gd name="connsiteX4" fmla="*/ 1575 w 19050"/>
                <a:gd name="connsiteY4" fmla="*/ 28011 h 28575"/>
                <a:gd name="connsiteX5" fmla="*/ 622 w 19050"/>
                <a:gd name="connsiteY5" fmla="*/ 30583 h 28575"/>
                <a:gd name="connsiteX6" fmla="*/ 22149 w 19050"/>
                <a:gd name="connsiteY6" fmla="*/ 28202 h 28575"/>
                <a:gd name="connsiteX7" fmla="*/ 23482 w 19050"/>
                <a:gd name="connsiteY7" fmla="*/ 233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28575">
                  <a:moveTo>
                    <a:pt x="23482" y="23344"/>
                  </a:moveTo>
                  <a:cubicBezTo>
                    <a:pt x="21101" y="18772"/>
                    <a:pt x="16148" y="8961"/>
                    <a:pt x="10243" y="675"/>
                  </a:cubicBezTo>
                  <a:cubicBezTo>
                    <a:pt x="9385" y="-564"/>
                    <a:pt x="7671" y="8"/>
                    <a:pt x="7956" y="1532"/>
                  </a:cubicBezTo>
                  <a:cubicBezTo>
                    <a:pt x="9480" y="8961"/>
                    <a:pt x="20053" y="20392"/>
                    <a:pt x="18244" y="25916"/>
                  </a:cubicBezTo>
                  <a:cubicBezTo>
                    <a:pt x="14243" y="29821"/>
                    <a:pt x="4337" y="28011"/>
                    <a:pt x="1575" y="28011"/>
                  </a:cubicBezTo>
                  <a:cubicBezTo>
                    <a:pt x="146" y="28011"/>
                    <a:pt x="-616" y="30202"/>
                    <a:pt x="622" y="30583"/>
                  </a:cubicBezTo>
                  <a:cubicBezTo>
                    <a:pt x="8909" y="33250"/>
                    <a:pt x="18624" y="31822"/>
                    <a:pt x="22149" y="28202"/>
                  </a:cubicBezTo>
                  <a:cubicBezTo>
                    <a:pt x="23863" y="26678"/>
                    <a:pt x="23958" y="24297"/>
                    <a:pt x="23482" y="23344"/>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1" name="Freeform: Shape 170">
              <a:extLst>
                <a:ext uri="{FF2B5EF4-FFF2-40B4-BE49-F238E27FC236}">
                  <a16:creationId xmlns:a16="http://schemas.microsoft.com/office/drawing/2014/main" id="{E3E39307-AD66-4946-BB6C-064EB57AFA3B}"/>
                </a:ext>
              </a:extLst>
            </p:cNvPr>
            <p:cNvSpPr/>
            <p:nvPr/>
          </p:nvSpPr>
          <p:spPr>
            <a:xfrm>
              <a:off x="834778" y="5774470"/>
              <a:ext cx="3202" cy="3202"/>
            </a:xfrm>
            <a:custGeom>
              <a:avLst/>
              <a:gdLst>
                <a:gd name="connsiteX0" fmla="*/ 15556 w 9525"/>
                <a:gd name="connsiteY0" fmla="*/ 1251 h 0"/>
                <a:gd name="connsiteX1" fmla="*/ 30 w 9525"/>
                <a:gd name="connsiteY1" fmla="*/ 4871 h 0"/>
                <a:gd name="connsiteX2" fmla="*/ 983 w 9525"/>
                <a:gd name="connsiteY2" fmla="*/ 5442 h 0"/>
                <a:gd name="connsiteX3" fmla="*/ 15175 w 9525"/>
                <a:gd name="connsiteY3" fmla="*/ 3727 h 0"/>
                <a:gd name="connsiteX4" fmla="*/ 15556 w 9525"/>
                <a:gd name="connsiteY4" fmla="*/ 1251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a:moveTo>
                    <a:pt x="15556" y="1251"/>
                  </a:moveTo>
                  <a:cubicBezTo>
                    <a:pt x="10508" y="-654"/>
                    <a:pt x="2507" y="-1035"/>
                    <a:pt x="30" y="4871"/>
                  </a:cubicBezTo>
                  <a:cubicBezTo>
                    <a:pt x="-160" y="5442"/>
                    <a:pt x="602" y="5823"/>
                    <a:pt x="983" y="5442"/>
                  </a:cubicBezTo>
                  <a:cubicBezTo>
                    <a:pt x="5269" y="1441"/>
                    <a:pt x="10031" y="3156"/>
                    <a:pt x="15175" y="3727"/>
                  </a:cubicBezTo>
                  <a:cubicBezTo>
                    <a:pt x="16604" y="3918"/>
                    <a:pt x="16794" y="1727"/>
                    <a:pt x="15556" y="1251"/>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2" name="Freeform: Shape 171">
              <a:extLst>
                <a:ext uri="{FF2B5EF4-FFF2-40B4-BE49-F238E27FC236}">
                  <a16:creationId xmlns:a16="http://schemas.microsoft.com/office/drawing/2014/main" id="{6EFCFA47-546E-4976-8856-2A29C455A764}"/>
                </a:ext>
              </a:extLst>
            </p:cNvPr>
            <p:cNvSpPr/>
            <p:nvPr/>
          </p:nvSpPr>
          <p:spPr>
            <a:xfrm>
              <a:off x="852996" y="5777402"/>
              <a:ext cx="3202" cy="3202"/>
            </a:xfrm>
            <a:custGeom>
              <a:avLst/>
              <a:gdLst>
                <a:gd name="connsiteX0" fmla="*/ 7363 w 0"/>
                <a:gd name="connsiteY0" fmla="*/ 1482 h 0"/>
                <a:gd name="connsiteX1" fmla="*/ 981 w 0"/>
                <a:gd name="connsiteY1" fmla="*/ 53 h 0"/>
                <a:gd name="connsiteX2" fmla="*/ 1172 w 0"/>
                <a:gd name="connsiteY2" fmla="*/ 2530 h 0"/>
                <a:gd name="connsiteX3" fmla="*/ 6315 w 0"/>
                <a:gd name="connsiteY3" fmla="*/ 4054 h 0"/>
                <a:gd name="connsiteX4" fmla="*/ 7363 w 0"/>
                <a:gd name="connsiteY4" fmla="*/ 1482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7363" y="1482"/>
                  </a:moveTo>
                  <a:cubicBezTo>
                    <a:pt x="5458" y="148"/>
                    <a:pt x="3267" y="-137"/>
                    <a:pt x="981" y="53"/>
                  </a:cubicBezTo>
                  <a:cubicBezTo>
                    <a:pt x="-448" y="148"/>
                    <a:pt x="-257" y="2625"/>
                    <a:pt x="1172" y="2530"/>
                  </a:cubicBezTo>
                  <a:cubicBezTo>
                    <a:pt x="3077" y="2530"/>
                    <a:pt x="4696" y="3101"/>
                    <a:pt x="6315" y="4054"/>
                  </a:cubicBezTo>
                  <a:cubicBezTo>
                    <a:pt x="7649" y="4911"/>
                    <a:pt x="8696" y="2339"/>
                    <a:pt x="7363" y="1482"/>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73" name="Graphic 110">
              <a:extLst>
                <a:ext uri="{FF2B5EF4-FFF2-40B4-BE49-F238E27FC236}">
                  <a16:creationId xmlns:a16="http://schemas.microsoft.com/office/drawing/2014/main" id="{B8E3B300-7E54-4ABF-838C-D5AA89BF2F1D}"/>
                </a:ext>
              </a:extLst>
            </p:cNvPr>
            <p:cNvGrpSpPr/>
            <p:nvPr/>
          </p:nvGrpSpPr>
          <p:grpSpPr>
            <a:xfrm>
              <a:off x="1675129" y="5777355"/>
              <a:ext cx="16009" cy="22412"/>
              <a:chOff x="7358682" y="3509389"/>
              <a:chExt cx="47625" cy="66675"/>
            </a:xfrm>
            <a:solidFill>
              <a:schemeClr val="accent1"/>
            </a:solidFill>
          </p:grpSpPr>
          <p:sp>
            <p:nvSpPr>
              <p:cNvPr id="183" name="Freeform: Shape 182">
                <a:extLst>
                  <a:ext uri="{FF2B5EF4-FFF2-40B4-BE49-F238E27FC236}">
                    <a16:creationId xmlns:a16="http://schemas.microsoft.com/office/drawing/2014/main" id="{9DEB1A67-4EB7-4187-B27C-18AB731F0FC0}"/>
                  </a:ext>
                </a:extLst>
              </p:cNvPr>
              <p:cNvSpPr/>
              <p:nvPr/>
            </p:nvSpPr>
            <p:spPr>
              <a:xfrm>
                <a:off x="7364585" y="3569051"/>
                <a:ext cx="28575" cy="9525"/>
              </a:xfrm>
              <a:custGeom>
                <a:avLst/>
                <a:gdLst>
                  <a:gd name="connsiteX0" fmla="*/ 27196 w 28575"/>
                  <a:gd name="connsiteY0" fmla="*/ 1395 h 0"/>
                  <a:gd name="connsiteX1" fmla="*/ 27005 w 28575"/>
                  <a:gd name="connsiteY1" fmla="*/ 1395 h 0"/>
                  <a:gd name="connsiteX2" fmla="*/ 25101 w 28575"/>
                  <a:gd name="connsiteY2" fmla="*/ 61 h 0"/>
                  <a:gd name="connsiteX3" fmla="*/ 9479 w 28575"/>
                  <a:gd name="connsiteY3" fmla="*/ 1299 h 0"/>
                  <a:gd name="connsiteX4" fmla="*/ 5288 w 28575"/>
                  <a:gd name="connsiteY4" fmla="*/ 1204 h 0"/>
                  <a:gd name="connsiteX5" fmla="*/ 4622 w 28575"/>
                  <a:gd name="connsiteY5" fmla="*/ 1109 h 0"/>
                  <a:gd name="connsiteX6" fmla="*/ 3669 w 28575"/>
                  <a:gd name="connsiteY6" fmla="*/ 1490 h 0"/>
                  <a:gd name="connsiteX7" fmla="*/ 431 w 28575"/>
                  <a:gd name="connsiteY7" fmla="*/ 3681 h 0"/>
                  <a:gd name="connsiteX8" fmla="*/ 717 w 28575"/>
                  <a:gd name="connsiteY8" fmla="*/ 6252 h 0"/>
                  <a:gd name="connsiteX9" fmla="*/ 28149 w 28575"/>
                  <a:gd name="connsiteY9" fmla="*/ 4062 h 0"/>
                  <a:gd name="connsiteX10" fmla="*/ 27196 w 28575"/>
                  <a:gd name="connsiteY10" fmla="*/ 1395 h 0"/>
                  <a:gd name="connsiteX11" fmla="*/ 9003 w 28575"/>
                  <a:gd name="connsiteY11" fmla="*/ 5586 h 0"/>
                  <a:gd name="connsiteX12" fmla="*/ 15195 w 28575"/>
                  <a:gd name="connsiteY12" fmla="*/ 5871 h 0"/>
                  <a:gd name="connsiteX13" fmla="*/ 9003 w 28575"/>
                  <a:gd name="connsiteY13" fmla="*/ 5586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
                    <a:moveTo>
                      <a:pt x="27196" y="1395"/>
                    </a:moveTo>
                    <a:cubicBezTo>
                      <a:pt x="27101" y="1395"/>
                      <a:pt x="27101" y="1395"/>
                      <a:pt x="27005" y="1395"/>
                    </a:cubicBezTo>
                    <a:cubicBezTo>
                      <a:pt x="26910" y="537"/>
                      <a:pt x="26053" y="-225"/>
                      <a:pt x="25101" y="61"/>
                    </a:cubicBezTo>
                    <a:cubicBezTo>
                      <a:pt x="19767" y="2061"/>
                      <a:pt x="15099" y="1966"/>
                      <a:pt x="9479" y="1299"/>
                    </a:cubicBezTo>
                    <a:cubicBezTo>
                      <a:pt x="8051" y="1109"/>
                      <a:pt x="6717" y="1014"/>
                      <a:pt x="5288" y="1204"/>
                    </a:cubicBezTo>
                    <a:cubicBezTo>
                      <a:pt x="5098" y="1204"/>
                      <a:pt x="4908" y="1204"/>
                      <a:pt x="4622" y="1109"/>
                    </a:cubicBezTo>
                    <a:cubicBezTo>
                      <a:pt x="4241" y="1109"/>
                      <a:pt x="3860" y="1204"/>
                      <a:pt x="3669" y="1490"/>
                    </a:cubicBezTo>
                    <a:cubicBezTo>
                      <a:pt x="2431" y="1871"/>
                      <a:pt x="1383" y="2538"/>
                      <a:pt x="431" y="3681"/>
                    </a:cubicBezTo>
                    <a:cubicBezTo>
                      <a:pt x="-141" y="4443"/>
                      <a:pt x="-236" y="5681"/>
                      <a:pt x="717" y="6252"/>
                    </a:cubicBezTo>
                    <a:cubicBezTo>
                      <a:pt x="9765" y="10539"/>
                      <a:pt x="19862" y="9777"/>
                      <a:pt x="28149" y="4062"/>
                    </a:cubicBezTo>
                    <a:cubicBezTo>
                      <a:pt x="29672" y="3109"/>
                      <a:pt x="28815" y="1109"/>
                      <a:pt x="27196" y="1395"/>
                    </a:cubicBezTo>
                    <a:close/>
                    <a:moveTo>
                      <a:pt x="9003" y="5586"/>
                    </a:moveTo>
                    <a:cubicBezTo>
                      <a:pt x="10908" y="5586"/>
                      <a:pt x="13385" y="5681"/>
                      <a:pt x="15195" y="5871"/>
                    </a:cubicBezTo>
                    <a:cubicBezTo>
                      <a:pt x="13194" y="6062"/>
                      <a:pt x="11099" y="5967"/>
                      <a:pt x="9003" y="5586"/>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4" name="Freeform: Shape 183">
                <a:extLst>
                  <a:ext uri="{FF2B5EF4-FFF2-40B4-BE49-F238E27FC236}">
                    <a16:creationId xmlns:a16="http://schemas.microsoft.com/office/drawing/2014/main" id="{1133B05C-B1A6-482D-BBD1-605D3A1BEA4D}"/>
                  </a:ext>
                </a:extLst>
              </p:cNvPr>
              <p:cNvSpPr/>
              <p:nvPr/>
            </p:nvSpPr>
            <p:spPr>
              <a:xfrm>
                <a:off x="7393986" y="3538825"/>
                <a:ext cx="9525" cy="9525"/>
              </a:xfrm>
              <a:custGeom>
                <a:avLst/>
                <a:gdLst>
                  <a:gd name="connsiteX0" fmla="*/ 1700 w 0"/>
                  <a:gd name="connsiteY0" fmla="*/ 1332 h 0"/>
                  <a:gd name="connsiteX1" fmla="*/ 81 w 0"/>
                  <a:gd name="connsiteY1" fmla="*/ 5046 h 0"/>
                  <a:gd name="connsiteX2" fmla="*/ 4939 w 0"/>
                  <a:gd name="connsiteY2" fmla="*/ 7904 h 0"/>
                  <a:gd name="connsiteX3" fmla="*/ 7225 w 0"/>
                  <a:gd name="connsiteY3" fmla="*/ 3713 h 0"/>
                  <a:gd name="connsiteX4" fmla="*/ 1700 w 0"/>
                  <a:gd name="connsiteY4" fmla="*/ 1332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1700" y="1332"/>
                    </a:moveTo>
                    <a:cubicBezTo>
                      <a:pt x="748" y="2760"/>
                      <a:pt x="462" y="3332"/>
                      <a:pt x="81" y="5046"/>
                    </a:cubicBezTo>
                    <a:cubicBezTo>
                      <a:pt x="-586" y="7618"/>
                      <a:pt x="3034" y="10285"/>
                      <a:pt x="4939" y="7904"/>
                    </a:cubicBezTo>
                    <a:cubicBezTo>
                      <a:pt x="6082" y="6380"/>
                      <a:pt x="6653" y="5523"/>
                      <a:pt x="7225" y="3713"/>
                    </a:cubicBezTo>
                    <a:cubicBezTo>
                      <a:pt x="8368" y="284"/>
                      <a:pt x="3510" y="-1335"/>
                      <a:pt x="1700" y="1332"/>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5" name="Freeform: Shape 184">
                <a:extLst>
                  <a:ext uri="{FF2B5EF4-FFF2-40B4-BE49-F238E27FC236}">
                    <a16:creationId xmlns:a16="http://schemas.microsoft.com/office/drawing/2014/main" id="{7480AD32-336C-4362-8FFF-55B7C8BAC764}"/>
                  </a:ext>
                </a:extLst>
              </p:cNvPr>
              <p:cNvSpPr/>
              <p:nvPr/>
            </p:nvSpPr>
            <p:spPr>
              <a:xfrm>
                <a:off x="7369656" y="3528603"/>
                <a:ext cx="9525" cy="9525"/>
              </a:xfrm>
              <a:custGeom>
                <a:avLst/>
                <a:gdLst>
                  <a:gd name="connsiteX0" fmla="*/ 1551 w 0"/>
                  <a:gd name="connsiteY0" fmla="*/ 2028 h 9525"/>
                  <a:gd name="connsiteX1" fmla="*/ 693 w 0"/>
                  <a:gd name="connsiteY1" fmla="*/ 4791 h 9525"/>
                  <a:gd name="connsiteX2" fmla="*/ 408 w 0"/>
                  <a:gd name="connsiteY2" fmla="*/ 8124 h 9525"/>
                  <a:gd name="connsiteX3" fmla="*/ 598 w 0"/>
                  <a:gd name="connsiteY3" fmla="*/ 8410 h 9525"/>
                  <a:gd name="connsiteX4" fmla="*/ 6218 w 0"/>
                  <a:gd name="connsiteY4" fmla="*/ 7648 h 9525"/>
                  <a:gd name="connsiteX5" fmla="*/ 6980 w 0"/>
                  <a:gd name="connsiteY5" fmla="*/ 3552 h 9525"/>
                  <a:gd name="connsiteX6" fmla="*/ 1551 w 0"/>
                  <a:gd name="connsiteY6" fmla="*/ 2028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h="9525">
                    <a:moveTo>
                      <a:pt x="1551" y="2028"/>
                    </a:moveTo>
                    <a:cubicBezTo>
                      <a:pt x="1265" y="2981"/>
                      <a:pt x="979" y="3838"/>
                      <a:pt x="693" y="4791"/>
                    </a:cubicBezTo>
                    <a:cubicBezTo>
                      <a:pt x="-69" y="5743"/>
                      <a:pt x="-259" y="7077"/>
                      <a:pt x="408" y="8124"/>
                    </a:cubicBezTo>
                    <a:cubicBezTo>
                      <a:pt x="503" y="8220"/>
                      <a:pt x="503" y="8315"/>
                      <a:pt x="598" y="8410"/>
                    </a:cubicBezTo>
                    <a:cubicBezTo>
                      <a:pt x="1932" y="10410"/>
                      <a:pt x="5742" y="10506"/>
                      <a:pt x="6218" y="7648"/>
                    </a:cubicBezTo>
                    <a:cubicBezTo>
                      <a:pt x="6504" y="6315"/>
                      <a:pt x="6694" y="4886"/>
                      <a:pt x="6980" y="3552"/>
                    </a:cubicBezTo>
                    <a:cubicBezTo>
                      <a:pt x="7837" y="-67"/>
                      <a:pt x="2694" y="-1496"/>
                      <a:pt x="1551" y="2028"/>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6" name="Freeform: Shape 185">
                <a:extLst>
                  <a:ext uri="{FF2B5EF4-FFF2-40B4-BE49-F238E27FC236}">
                    <a16:creationId xmlns:a16="http://schemas.microsoft.com/office/drawing/2014/main" id="{9D81045E-6F80-4B70-8B0B-0FE044C74D0E}"/>
                  </a:ext>
                </a:extLst>
              </p:cNvPr>
              <p:cNvSpPr/>
              <p:nvPr/>
            </p:nvSpPr>
            <p:spPr>
              <a:xfrm>
                <a:off x="7404857" y="3519772"/>
                <a:ext cx="9525" cy="9525"/>
              </a:xfrm>
              <a:custGeom>
                <a:avLst/>
                <a:gdLst>
                  <a:gd name="connsiteX0" fmla="*/ 10832 w 9525"/>
                  <a:gd name="connsiteY0" fmla="*/ 9907 h 9525"/>
                  <a:gd name="connsiteX1" fmla="*/ 4260 w 9525"/>
                  <a:gd name="connsiteY1" fmla="*/ 477 h 9525"/>
                  <a:gd name="connsiteX2" fmla="*/ 831 w 9525"/>
                  <a:gd name="connsiteY2" fmla="*/ 4858 h 9525"/>
                  <a:gd name="connsiteX3" fmla="*/ 5593 w 9525"/>
                  <a:gd name="connsiteY3" fmla="*/ 11335 h 9525"/>
                  <a:gd name="connsiteX4" fmla="*/ 10832 w 9525"/>
                  <a:gd name="connsiteY4" fmla="*/ 9907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832" y="9907"/>
                    </a:moveTo>
                    <a:cubicBezTo>
                      <a:pt x="9975" y="5811"/>
                      <a:pt x="7593" y="2953"/>
                      <a:pt x="4260" y="477"/>
                    </a:cubicBezTo>
                    <a:cubicBezTo>
                      <a:pt x="1688" y="-1428"/>
                      <a:pt x="-1551" y="2858"/>
                      <a:pt x="831" y="4858"/>
                    </a:cubicBezTo>
                    <a:cubicBezTo>
                      <a:pt x="3022" y="6573"/>
                      <a:pt x="4546" y="8763"/>
                      <a:pt x="5593" y="11335"/>
                    </a:cubicBezTo>
                    <a:cubicBezTo>
                      <a:pt x="7022" y="14383"/>
                      <a:pt x="11594" y="13335"/>
                      <a:pt x="10832" y="9907"/>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7" name="Freeform: Shape 186">
                <a:extLst>
                  <a:ext uri="{FF2B5EF4-FFF2-40B4-BE49-F238E27FC236}">
                    <a16:creationId xmlns:a16="http://schemas.microsoft.com/office/drawing/2014/main" id="{EE0E72E1-5300-424D-A9E0-CCFCF4AB458E}"/>
                  </a:ext>
                </a:extLst>
              </p:cNvPr>
              <p:cNvSpPr/>
              <p:nvPr/>
            </p:nvSpPr>
            <p:spPr>
              <a:xfrm>
                <a:off x="7376612" y="3509389"/>
                <a:ext cx="9525" cy="9525"/>
              </a:xfrm>
              <a:custGeom>
                <a:avLst/>
                <a:gdLst>
                  <a:gd name="connsiteX0" fmla="*/ 8216 w 9525"/>
                  <a:gd name="connsiteY0" fmla="*/ 1 h 0"/>
                  <a:gd name="connsiteX1" fmla="*/ 2501 w 9525"/>
                  <a:gd name="connsiteY1" fmla="*/ 478 h 0"/>
                  <a:gd name="connsiteX2" fmla="*/ 2501 w 9525"/>
                  <a:gd name="connsiteY2" fmla="*/ 5621 h 0"/>
                  <a:gd name="connsiteX3" fmla="*/ 8216 w 9525"/>
                  <a:gd name="connsiteY3" fmla="*/ 5430 h 0"/>
                  <a:gd name="connsiteX4" fmla="*/ 8216 w 9525"/>
                  <a:gd name="connsiteY4" fmla="*/ 1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a:moveTo>
                      <a:pt x="8216" y="1"/>
                    </a:moveTo>
                    <a:cubicBezTo>
                      <a:pt x="6311" y="1"/>
                      <a:pt x="4406" y="287"/>
                      <a:pt x="2501" y="478"/>
                    </a:cubicBezTo>
                    <a:cubicBezTo>
                      <a:pt x="-738" y="763"/>
                      <a:pt x="-928" y="5716"/>
                      <a:pt x="2501" y="5621"/>
                    </a:cubicBezTo>
                    <a:cubicBezTo>
                      <a:pt x="4406" y="5621"/>
                      <a:pt x="6311" y="5621"/>
                      <a:pt x="8216" y="5430"/>
                    </a:cubicBezTo>
                    <a:cubicBezTo>
                      <a:pt x="11645" y="5145"/>
                      <a:pt x="11835" y="-94"/>
                      <a:pt x="8216" y="1"/>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8" name="Freeform: Shape 187">
                <a:extLst>
                  <a:ext uri="{FF2B5EF4-FFF2-40B4-BE49-F238E27FC236}">
                    <a16:creationId xmlns:a16="http://schemas.microsoft.com/office/drawing/2014/main" id="{58F6B166-A626-468C-BC9F-2A138C5C75EE}"/>
                  </a:ext>
                </a:extLst>
              </p:cNvPr>
              <p:cNvSpPr/>
              <p:nvPr/>
            </p:nvSpPr>
            <p:spPr>
              <a:xfrm>
                <a:off x="7358682" y="3539957"/>
                <a:ext cx="19050" cy="9525"/>
              </a:xfrm>
              <a:custGeom>
                <a:avLst/>
                <a:gdLst>
                  <a:gd name="connsiteX0" fmla="*/ 19669 w 19050"/>
                  <a:gd name="connsiteY0" fmla="*/ 9 h 9525"/>
                  <a:gd name="connsiteX1" fmla="*/ 1191 w 19050"/>
                  <a:gd name="connsiteY1" fmla="*/ 2771 h 9525"/>
                  <a:gd name="connsiteX2" fmla="*/ 48 w 19050"/>
                  <a:gd name="connsiteY2" fmla="*/ 4866 h 9525"/>
                  <a:gd name="connsiteX3" fmla="*/ 13383 w 19050"/>
                  <a:gd name="connsiteY3" fmla="*/ 16963 h 9525"/>
                  <a:gd name="connsiteX4" fmla="*/ 13764 w 19050"/>
                  <a:gd name="connsiteY4" fmla="*/ 13915 h 9525"/>
                  <a:gd name="connsiteX5" fmla="*/ 3667 w 19050"/>
                  <a:gd name="connsiteY5" fmla="*/ 5819 h 9525"/>
                  <a:gd name="connsiteX6" fmla="*/ 20145 w 19050"/>
                  <a:gd name="connsiteY6" fmla="*/ 3247 h 9525"/>
                  <a:gd name="connsiteX7" fmla="*/ 19669 w 19050"/>
                  <a:gd name="connsiteY7" fmla="*/ 9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9525">
                    <a:moveTo>
                      <a:pt x="19669" y="9"/>
                    </a:moveTo>
                    <a:cubicBezTo>
                      <a:pt x="13478" y="580"/>
                      <a:pt x="7286" y="1723"/>
                      <a:pt x="1191" y="2771"/>
                    </a:cubicBezTo>
                    <a:cubicBezTo>
                      <a:pt x="238" y="2961"/>
                      <a:pt x="-143" y="4009"/>
                      <a:pt x="48" y="4866"/>
                    </a:cubicBezTo>
                    <a:cubicBezTo>
                      <a:pt x="1191" y="11439"/>
                      <a:pt x="6715" y="16677"/>
                      <a:pt x="13383" y="16963"/>
                    </a:cubicBezTo>
                    <a:cubicBezTo>
                      <a:pt x="15097" y="17058"/>
                      <a:pt x="15573" y="14201"/>
                      <a:pt x="13764" y="13915"/>
                    </a:cubicBezTo>
                    <a:cubicBezTo>
                      <a:pt x="8906" y="13153"/>
                      <a:pt x="5096" y="10296"/>
                      <a:pt x="3667" y="5819"/>
                    </a:cubicBezTo>
                    <a:cubicBezTo>
                      <a:pt x="9192" y="4962"/>
                      <a:pt x="14621" y="4200"/>
                      <a:pt x="20145" y="3247"/>
                    </a:cubicBezTo>
                    <a:cubicBezTo>
                      <a:pt x="21860" y="2866"/>
                      <a:pt x="21479" y="-182"/>
                      <a:pt x="19669" y="9"/>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74" name="Freeform: Shape 173">
              <a:extLst>
                <a:ext uri="{FF2B5EF4-FFF2-40B4-BE49-F238E27FC236}">
                  <a16:creationId xmlns:a16="http://schemas.microsoft.com/office/drawing/2014/main" id="{6CB3A01C-BEBA-447E-9618-F9978CDB3B8C}"/>
                </a:ext>
              </a:extLst>
            </p:cNvPr>
            <p:cNvSpPr/>
            <p:nvPr/>
          </p:nvSpPr>
          <p:spPr>
            <a:xfrm>
              <a:off x="1127453" y="5553777"/>
              <a:ext cx="41622" cy="57631"/>
            </a:xfrm>
            <a:custGeom>
              <a:avLst/>
              <a:gdLst>
                <a:gd name="connsiteX0" fmla="*/ 87264 w 123825"/>
                <a:gd name="connsiteY0" fmla="*/ 155931 h 171450"/>
                <a:gd name="connsiteX1" fmla="*/ 110 w 123825"/>
                <a:gd name="connsiteY1" fmla="*/ 124593 h 171450"/>
                <a:gd name="connsiteX2" fmla="*/ 37639 w 123825"/>
                <a:gd name="connsiteY2" fmla="*/ 34392 h 171450"/>
                <a:gd name="connsiteX3" fmla="*/ 110410 w 123825"/>
                <a:gd name="connsiteY3" fmla="*/ 4578 h 171450"/>
                <a:gd name="connsiteX4" fmla="*/ 87264 w 123825"/>
                <a:gd name="connsiteY4" fmla="*/ 155931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71450">
                  <a:moveTo>
                    <a:pt x="87264" y="155931"/>
                  </a:moveTo>
                  <a:cubicBezTo>
                    <a:pt x="62499" y="195269"/>
                    <a:pt x="1444" y="155740"/>
                    <a:pt x="110" y="124593"/>
                  </a:cubicBezTo>
                  <a:cubicBezTo>
                    <a:pt x="-2366" y="64776"/>
                    <a:pt x="37639" y="34392"/>
                    <a:pt x="37639" y="34392"/>
                  </a:cubicBezTo>
                  <a:cubicBezTo>
                    <a:pt x="65452" y="-1899"/>
                    <a:pt x="79644" y="-4852"/>
                    <a:pt x="110410" y="4578"/>
                  </a:cubicBezTo>
                  <a:cubicBezTo>
                    <a:pt x="110410" y="4673"/>
                    <a:pt x="160607" y="39630"/>
                    <a:pt x="87264" y="155931"/>
                  </a:cubicBezTo>
                  <a:close/>
                </a:path>
              </a:pathLst>
            </a:custGeom>
            <a:solidFill>
              <a:srgbClr val="F0F0F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5" name="Freeform: Shape 174">
              <a:extLst>
                <a:ext uri="{FF2B5EF4-FFF2-40B4-BE49-F238E27FC236}">
                  <a16:creationId xmlns:a16="http://schemas.microsoft.com/office/drawing/2014/main" id="{B2A2CFCD-11C6-4DA3-8F3A-8FDAA7359E96}"/>
                </a:ext>
              </a:extLst>
            </p:cNvPr>
            <p:cNvSpPr/>
            <p:nvPr/>
          </p:nvSpPr>
          <p:spPr>
            <a:xfrm>
              <a:off x="1125504" y="5549914"/>
              <a:ext cx="54429" cy="60833"/>
            </a:xfrm>
            <a:custGeom>
              <a:avLst/>
              <a:gdLst>
                <a:gd name="connsiteX0" fmla="*/ 160500 w 161925"/>
                <a:gd name="connsiteY0" fmla="*/ 59982 h 180975"/>
                <a:gd name="connsiteX1" fmla="*/ 130496 w 161925"/>
                <a:gd name="connsiteY1" fmla="*/ 175139 h 180975"/>
                <a:gd name="connsiteX2" fmla="*/ 53153 w 161925"/>
                <a:gd name="connsiteY2" fmla="*/ 103987 h 180975"/>
                <a:gd name="connsiteX3" fmla="*/ 36580 w 161925"/>
                <a:gd name="connsiteY3" fmla="*/ 83699 h 180975"/>
                <a:gd name="connsiteX4" fmla="*/ 194 w 161925"/>
                <a:gd name="connsiteY4" fmla="*/ 62553 h 180975"/>
                <a:gd name="connsiteX5" fmla="*/ 30864 w 161925"/>
                <a:gd name="connsiteY5" fmla="*/ 36931 h 180975"/>
                <a:gd name="connsiteX6" fmla="*/ 50010 w 161925"/>
                <a:gd name="connsiteY6" fmla="*/ 927 h 180975"/>
                <a:gd name="connsiteX7" fmla="*/ 119638 w 161925"/>
                <a:gd name="connsiteY7" fmla="*/ 10833 h 180975"/>
                <a:gd name="connsiteX8" fmla="*/ 160500 w 161925"/>
                <a:gd name="connsiteY8" fmla="*/ 59982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25" h="180975">
                  <a:moveTo>
                    <a:pt x="160500" y="59982"/>
                  </a:moveTo>
                  <a:cubicBezTo>
                    <a:pt x="171168" y="93986"/>
                    <a:pt x="159928" y="152660"/>
                    <a:pt x="130496" y="175139"/>
                  </a:cubicBezTo>
                  <a:cubicBezTo>
                    <a:pt x="79728" y="213906"/>
                    <a:pt x="51057" y="145230"/>
                    <a:pt x="53153" y="103987"/>
                  </a:cubicBezTo>
                  <a:cubicBezTo>
                    <a:pt x="84681" y="92557"/>
                    <a:pt x="50867" y="82937"/>
                    <a:pt x="36580" y="83699"/>
                  </a:cubicBezTo>
                  <a:cubicBezTo>
                    <a:pt x="17530" y="84747"/>
                    <a:pt x="4385" y="85604"/>
                    <a:pt x="194" y="62553"/>
                  </a:cubicBezTo>
                  <a:cubicBezTo>
                    <a:pt x="-2092" y="50076"/>
                    <a:pt x="16291" y="23406"/>
                    <a:pt x="30864" y="36931"/>
                  </a:cubicBezTo>
                  <a:cubicBezTo>
                    <a:pt x="16196" y="23310"/>
                    <a:pt x="35818" y="4546"/>
                    <a:pt x="50010" y="927"/>
                  </a:cubicBezTo>
                  <a:cubicBezTo>
                    <a:pt x="64869" y="-2883"/>
                    <a:pt x="104493" y="5975"/>
                    <a:pt x="119638" y="10833"/>
                  </a:cubicBezTo>
                  <a:cubicBezTo>
                    <a:pt x="140973" y="17786"/>
                    <a:pt x="154213" y="39884"/>
                    <a:pt x="160500" y="59982"/>
                  </a:cubicBez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6" name="Freeform: Shape 175">
              <a:extLst>
                <a:ext uri="{FF2B5EF4-FFF2-40B4-BE49-F238E27FC236}">
                  <a16:creationId xmlns:a16="http://schemas.microsoft.com/office/drawing/2014/main" id="{15554B23-A723-4451-AE07-5C0C205815C6}"/>
                </a:ext>
              </a:extLst>
            </p:cNvPr>
            <p:cNvSpPr/>
            <p:nvPr/>
          </p:nvSpPr>
          <p:spPr>
            <a:xfrm>
              <a:off x="838438" y="5795091"/>
              <a:ext cx="12807" cy="3202"/>
            </a:xfrm>
            <a:custGeom>
              <a:avLst/>
              <a:gdLst>
                <a:gd name="connsiteX0" fmla="*/ 14383 w 38100"/>
                <a:gd name="connsiteY0" fmla="*/ 769 h 9525"/>
                <a:gd name="connsiteX1" fmla="*/ 37910 w 38100"/>
                <a:gd name="connsiteY1" fmla="*/ 197 h 9525"/>
                <a:gd name="connsiteX2" fmla="*/ 43911 w 38100"/>
                <a:gd name="connsiteY2" fmla="*/ 8770 h 9525"/>
                <a:gd name="connsiteX3" fmla="*/ 38386 w 38100"/>
                <a:gd name="connsiteY3" fmla="*/ 11818 h 9525"/>
                <a:gd name="connsiteX4" fmla="*/ 33243 w 38100"/>
                <a:gd name="connsiteY4" fmla="*/ 6674 h 9525"/>
                <a:gd name="connsiteX5" fmla="*/ 15145 w 38100"/>
                <a:gd name="connsiteY5" fmla="*/ 7341 h 9525"/>
                <a:gd name="connsiteX6" fmla="*/ 7144 w 38100"/>
                <a:gd name="connsiteY6" fmla="*/ 13532 h 9525"/>
                <a:gd name="connsiteX7" fmla="*/ 1 w 38100"/>
                <a:gd name="connsiteY7" fmla="*/ 13151 h 9525"/>
                <a:gd name="connsiteX8" fmla="*/ 14383 w 38100"/>
                <a:gd name="connsiteY8" fmla="*/ 769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00" h="9525">
                  <a:moveTo>
                    <a:pt x="14383" y="769"/>
                  </a:moveTo>
                  <a:cubicBezTo>
                    <a:pt x="14383" y="769"/>
                    <a:pt x="33910" y="-470"/>
                    <a:pt x="37910" y="197"/>
                  </a:cubicBezTo>
                  <a:cubicBezTo>
                    <a:pt x="42101" y="864"/>
                    <a:pt x="43911" y="8770"/>
                    <a:pt x="43911" y="8770"/>
                  </a:cubicBezTo>
                  <a:lnTo>
                    <a:pt x="38386" y="11818"/>
                  </a:lnTo>
                  <a:cubicBezTo>
                    <a:pt x="38386" y="11818"/>
                    <a:pt x="36577" y="7150"/>
                    <a:pt x="33243" y="6674"/>
                  </a:cubicBezTo>
                  <a:cubicBezTo>
                    <a:pt x="29909" y="6198"/>
                    <a:pt x="19051" y="6769"/>
                    <a:pt x="15145" y="7341"/>
                  </a:cubicBezTo>
                  <a:cubicBezTo>
                    <a:pt x="12097" y="7817"/>
                    <a:pt x="7144" y="13532"/>
                    <a:pt x="7144" y="13532"/>
                  </a:cubicBezTo>
                  <a:lnTo>
                    <a:pt x="1" y="13151"/>
                  </a:lnTo>
                  <a:cubicBezTo>
                    <a:pt x="-95" y="12961"/>
                    <a:pt x="8954" y="1245"/>
                    <a:pt x="14383" y="769"/>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7" name="Freeform: Shape 176">
              <a:extLst>
                <a:ext uri="{FF2B5EF4-FFF2-40B4-BE49-F238E27FC236}">
                  <a16:creationId xmlns:a16="http://schemas.microsoft.com/office/drawing/2014/main" id="{FB1185B0-86F2-46F6-A9DE-83255AF57AF9}"/>
                </a:ext>
              </a:extLst>
            </p:cNvPr>
            <p:cNvSpPr/>
            <p:nvPr/>
          </p:nvSpPr>
          <p:spPr>
            <a:xfrm>
              <a:off x="1427245" y="5355589"/>
              <a:ext cx="3202" cy="3202"/>
            </a:xfrm>
            <a:custGeom>
              <a:avLst/>
              <a:gdLst>
                <a:gd name="connsiteX0" fmla="*/ 65 w 0"/>
                <a:gd name="connsiteY0" fmla="*/ 4200 h 9525"/>
                <a:gd name="connsiteX1" fmla="*/ 3875 w 0"/>
                <a:gd name="connsiteY1" fmla="*/ 9 h 9525"/>
                <a:gd name="connsiteX2" fmla="*/ 5399 w 0"/>
                <a:gd name="connsiteY2" fmla="*/ 1247 h 9525"/>
                <a:gd name="connsiteX3" fmla="*/ 6066 w 0"/>
                <a:gd name="connsiteY3" fmla="*/ 2105 h 9525"/>
                <a:gd name="connsiteX4" fmla="*/ 4923 w 0"/>
                <a:gd name="connsiteY4" fmla="*/ 9344 h 9525"/>
                <a:gd name="connsiteX5" fmla="*/ 1780 w 0"/>
                <a:gd name="connsiteY5" fmla="*/ 9725 h 9525"/>
                <a:gd name="connsiteX6" fmla="*/ 65 w 0"/>
                <a:gd name="connsiteY6" fmla="*/ 4200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h="9525">
                  <a:moveTo>
                    <a:pt x="65" y="4200"/>
                  </a:moveTo>
                  <a:cubicBezTo>
                    <a:pt x="351" y="2295"/>
                    <a:pt x="1494" y="200"/>
                    <a:pt x="3875" y="9"/>
                  </a:cubicBezTo>
                  <a:cubicBezTo>
                    <a:pt x="4828" y="-86"/>
                    <a:pt x="5304" y="581"/>
                    <a:pt x="5399" y="1247"/>
                  </a:cubicBezTo>
                  <a:cubicBezTo>
                    <a:pt x="5685" y="1438"/>
                    <a:pt x="5971" y="1724"/>
                    <a:pt x="6066" y="2105"/>
                  </a:cubicBezTo>
                  <a:cubicBezTo>
                    <a:pt x="6923" y="4486"/>
                    <a:pt x="6161" y="7153"/>
                    <a:pt x="4923" y="9344"/>
                  </a:cubicBezTo>
                  <a:cubicBezTo>
                    <a:pt x="4352" y="10296"/>
                    <a:pt x="2542" y="10582"/>
                    <a:pt x="1780" y="9725"/>
                  </a:cubicBezTo>
                  <a:cubicBezTo>
                    <a:pt x="446" y="8105"/>
                    <a:pt x="-220" y="6296"/>
                    <a:pt x="65" y="4200"/>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8" name="Freeform: Shape 177">
              <a:extLst>
                <a:ext uri="{FF2B5EF4-FFF2-40B4-BE49-F238E27FC236}">
                  <a16:creationId xmlns:a16="http://schemas.microsoft.com/office/drawing/2014/main" id="{4609B708-AA48-4E34-9C19-7125F70C488D}"/>
                </a:ext>
              </a:extLst>
            </p:cNvPr>
            <p:cNvSpPr/>
            <p:nvPr/>
          </p:nvSpPr>
          <p:spPr>
            <a:xfrm>
              <a:off x="1418334" y="5355248"/>
              <a:ext cx="3202" cy="3202"/>
            </a:xfrm>
            <a:custGeom>
              <a:avLst/>
              <a:gdLst>
                <a:gd name="connsiteX0" fmla="*/ 2003 w 0"/>
                <a:gd name="connsiteY0" fmla="*/ 835 h 9525"/>
                <a:gd name="connsiteX1" fmla="*/ 3051 w 0"/>
                <a:gd name="connsiteY1" fmla="*/ 168 h 9525"/>
                <a:gd name="connsiteX2" fmla="*/ 5622 w 0"/>
                <a:gd name="connsiteY2" fmla="*/ 1407 h 9525"/>
                <a:gd name="connsiteX3" fmla="*/ 5432 w 0"/>
                <a:gd name="connsiteY3" fmla="*/ 9027 h 9525"/>
                <a:gd name="connsiteX4" fmla="*/ 1527 w 0"/>
                <a:gd name="connsiteY4" fmla="*/ 9979 h 9525"/>
                <a:gd name="connsiteX5" fmla="*/ 2003 w 0"/>
                <a:gd name="connsiteY5" fmla="*/ 835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h="9525">
                  <a:moveTo>
                    <a:pt x="2003" y="835"/>
                  </a:moveTo>
                  <a:cubicBezTo>
                    <a:pt x="2289" y="454"/>
                    <a:pt x="2670" y="264"/>
                    <a:pt x="3051" y="168"/>
                  </a:cubicBezTo>
                  <a:cubicBezTo>
                    <a:pt x="4003" y="-308"/>
                    <a:pt x="5527" y="264"/>
                    <a:pt x="5622" y="1407"/>
                  </a:cubicBezTo>
                  <a:cubicBezTo>
                    <a:pt x="5813" y="3978"/>
                    <a:pt x="5527" y="6455"/>
                    <a:pt x="5432" y="9027"/>
                  </a:cubicBezTo>
                  <a:cubicBezTo>
                    <a:pt x="5337" y="11027"/>
                    <a:pt x="2765" y="11408"/>
                    <a:pt x="1527" y="9979"/>
                  </a:cubicBezTo>
                  <a:cubicBezTo>
                    <a:pt x="-759" y="7217"/>
                    <a:pt x="-378" y="3502"/>
                    <a:pt x="2003" y="835"/>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9" name="Freeform: Shape 178">
              <a:extLst>
                <a:ext uri="{FF2B5EF4-FFF2-40B4-BE49-F238E27FC236}">
                  <a16:creationId xmlns:a16="http://schemas.microsoft.com/office/drawing/2014/main" id="{FB87882B-BAD9-4A6A-8B1F-B58C46CC37C5}"/>
                </a:ext>
              </a:extLst>
            </p:cNvPr>
            <p:cNvSpPr/>
            <p:nvPr/>
          </p:nvSpPr>
          <p:spPr>
            <a:xfrm>
              <a:off x="1427391" y="5351203"/>
              <a:ext cx="3202" cy="3202"/>
            </a:xfrm>
            <a:custGeom>
              <a:avLst/>
              <a:gdLst>
                <a:gd name="connsiteX0" fmla="*/ 1633 w 9525"/>
                <a:gd name="connsiteY0" fmla="*/ 9 h 0"/>
                <a:gd name="connsiteX1" fmla="*/ 13254 w 9525"/>
                <a:gd name="connsiteY1" fmla="*/ 3629 h 0"/>
                <a:gd name="connsiteX2" fmla="*/ 11635 w 9525"/>
                <a:gd name="connsiteY2" fmla="*/ 6105 h 0"/>
                <a:gd name="connsiteX3" fmla="*/ 1253 w 9525"/>
                <a:gd name="connsiteY3" fmla="*/ 2867 h 0"/>
                <a:gd name="connsiteX4" fmla="*/ 1633 w 9525"/>
                <a:gd name="connsiteY4" fmla="*/ 9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a:moveTo>
                    <a:pt x="1633" y="9"/>
                  </a:moveTo>
                  <a:cubicBezTo>
                    <a:pt x="5824" y="390"/>
                    <a:pt x="9730" y="1628"/>
                    <a:pt x="13254" y="3629"/>
                  </a:cubicBezTo>
                  <a:cubicBezTo>
                    <a:pt x="15064" y="4581"/>
                    <a:pt x="13444" y="7058"/>
                    <a:pt x="11635" y="6105"/>
                  </a:cubicBezTo>
                  <a:cubicBezTo>
                    <a:pt x="8396" y="4391"/>
                    <a:pt x="4967" y="3438"/>
                    <a:pt x="1253" y="2867"/>
                  </a:cubicBezTo>
                  <a:cubicBezTo>
                    <a:pt x="-653" y="2676"/>
                    <a:pt x="-272" y="-181"/>
                    <a:pt x="1633" y="9"/>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0" name="Freeform: Shape 179">
              <a:extLst>
                <a:ext uri="{FF2B5EF4-FFF2-40B4-BE49-F238E27FC236}">
                  <a16:creationId xmlns:a16="http://schemas.microsoft.com/office/drawing/2014/main" id="{7C696EE2-C7ED-46F4-A034-A81A08C4517F}"/>
                </a:ext>
              </a:extLst>
            </p:cNvPr>
            <p:cNvSpPr/>
            <p:nvPr/>
          </p:nvSpPr>
          <p:spPr>
            <a:xfrm>
              <a:off x="1417302" y="5350665"/>
              <a:ext cx="3202" cy="3202"/>
            </a:xfrm>
            <a:custGeom>
              <a:avLst/>
              <a:gdLst>
                <a:gd name="connsiteX0" fmla="*/ 1072 w 9525"/>
                <a:gd name="connsiteY0" fmla="*/ 276 h 0"/>
                <a:gd name="connsiteX1" fmla="*/ 5358 w 9525"/>
                <a:gd name="connsiteY1" fmla="*/ 85 h 0"/>
                <a:gd name="connsiteX2" fmla="*/ 10311 w 9525"/>
                <a:gd name="connsiteY2" fmla="*/ 371 h 0"/>
                <a:gd name="connsiteX3" fmla="*/ 10311 w 9525"/>
                <a:gd name="connsiteY3" fmla="*/ 2847 h 0"/>
                <a:gd name="connsiteX4" fmla="*/ 6025 w 9525"/>
                <a:gd name="connsiteY4" fmla="*/ 3133 h 0"/>
                <a:gd name="connsiteX5" fmla="*/ 1072 w 9525"/>
                <a:gd name="connsiteY5" fmla="*/ 2943 h 0"/>
                <a:gd name="connsiteX6" fmla="*/ 1072 w 9525"/>
                <a:gd name="connsiteY6" fmla="*/ 276 h 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
                  <a:moveTo>
                    <a:pt x="1072" y="276"/>
                  </a:moveTo>
                  <a:cubicBezTo>
                    <a:pt x="2405" y="-201"/>
                    <a:pt x="3929" y="85"/>
                    <a:pt x="5358" y="85"/>
                  </a:cubicBezTo>
                  <a:cubicBezTo>
                    <a:pt x="6977" y="85"/>
                    <a:pt x="8596" y="180"/>
                    <a:pt x="10311" y="371"/>
                  </a:cubicBezTo>
                  <a:cubicBezTo>
                    <a:pt x="11740" y="561"/>
                    <a:pt x="11740" y="2752"/>
                    <a:pt x="10311" y="2847"/>
                  </a:cubicBezTo>
                  <a:cubicBezTo>
                    <a:pt x="8882" y="3038"/>
                    <a:pt x="7453" y="3133"/>
                    <a:pt x="6025" y="3133"/>
                  </a:cubicBezTo>
                  <a:cubicBezTo>
                    <a:pt x="4405" y="3133"/>
                    <a:pt x="2596" y="3419"/>
                    <a:pt x="1072" y="2943"/>
                  </a:cubicBezTo>
                  <a:cubicBezTo>
                    <a:pt x="-357" y="2466"/>
                    <a:pt x="-357" y="752"/>
                    <a:pt x="1072" y="276"/>
                  </a:cubicBezTo>
                  <a:close/>
                </a:path>
              </a:pathLst>
            </a:custGeom>
            <a:solidFill>
              <a:srgbClr val="051C2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1" name="Freeform: Shape 180">
              <a:extLst>
                <a:ext uri="{FF2B5EF4-FFF2-40B4-BE49-F238E27FC236}">
                  <a16:creationId xmlns:a16="http://schemas.microsoft.com/office/drawing/2014/main" id="{E16D3E58-A7EE-453E-98AE-3D710E8C4080}"/>
                </a:ext>
              </a:extLst>
            </p:cNvPr>
            <p:cNvSpPr/>
            <p:nvPr/>
          </p:nvSpPr>
          <p:spPr>
            <a:xfrm>
              <a:off x="1417882" y="5359528"/>
              <a:ext cx="3202" cy="3202"/>
            </a:xfrm>
            <a:custGeom>
              <a:avLst/>
              <a:gdLst>
                <a:gd name="connsiteX0" fmla="*/ 1155 w 9525"/>
                <a:gd name="connsiteY0" fmla="*/ 5056 h 9525"/>
                <a:gd name="connsiteX1" fmla="*/ 12966 w 9525"/>
                <a:gd name="connsiteY1" fmla="*/ 103 h 9525"/>
                <a:gd name="connsiteX2" fmla="*/ 14014 w 9525"/>
                <a:gd name="connsiteY2" fmla="*/ 960 h 9525"/>
                <a:gd name="connsiteX3" fmla="*/ 2679 w 9525"/>
                <a:gd name="connsiteY3" fmla="*/ 6961 h 9525"/>
                <a:gd name="connsiteX4" fmla="*/ 5537 w 9525"/>
                <a:gd name="connsiteY4" fmla="*/ 10200 h 9525"/>
                <a:gd name="connsiteX5" fmla="*/ 11537 w 9525"/>
                <a:gd name="connsiteY5" fmla="*/ 11533 h 9525"/>
                <a:gd name="connsiteX6" fmla="*/ 11823 w 9525"/>
                <a:gd name="connsiteY6" fmla="*/ 13248 h 9525"/>
                <a:gd name="connsiteX7" fmla="*/ 12 w 9525"/>
                <a:gd name="connsiteY7" fmla="*/ 6294 h 9525"/>
                <a:gd name="connsiteX8" fmla="*/ 1155 w 9525"/>
                <a:gd name="connsiteY8" fmla="*/ 5056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 h="9525">
                  <a:moveTo>
                    <a:pt x="1155" y="5056"/>
                  </a:moveTo>
                  <a:cubicBezTo>
                    <a:pt x="5822" y="4580"/>
                    <a:pt x="9347" y="2484"/>
                    <a:pt x="12966" y="103"/>
                  </a:cubicBezTo>
                  <a:cubicBezTo>
                    <a:pt x="13538" y="-278"/>
                    <a:pt x="14395" y="484"/>
                    <a:pt x="14014" y="960"/>
                  </a:cubicBezTo>
                  <a:cubicBezTo>
                    <a:pt x="11537" y="4389"/>
                    <a:pt x="7156" y="6199"/>
                    <a:pt x="2679" y="6961"/>
                  </a:cubicBezTo>
                  <a:cubicBezTo>
                    <a:pt x="3251" y="8295"/>
                    <a:pt x="4203" y="9342"/>
                    <a:pt x="5537" y="10200"/>
                  </a:cubicBezTo>
                  <a:cubicBezTo>
                    <a:pt x="7442" y="11438"/>
                    <a:pt x="9347" y="11343"/>
                    <a:pt x="11537" y="11533"/>
                  </a:cubicBezTo>
                  <a:cubicBezTo>
                    <a:pt x="12680" y="11628"/>
                    <a:pt x="12871" y="12867"/>
                    <a:pt x="11823" y="13248"/>
                  </a:cubicBezTo>
                  <a:cubicBezTo>
                    <a:pt x="6775" y="15057"/>
                    <a:pt x="1060" y="10390"/>
                    <a:pt x="12" y="6294"/>
                  </a:cubicBezTo>
                  <a:cubicBezTo>
                    <a:pt x="-83" y="5723"/>
                    <a:pt x="393" y="5151"/>
                    <a:pt x="1155" y="5056"/>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2" name="Freeform: Shape 181">
              <a:extLst>
                <a:ext uri="{FF2B5EF4-FFF2-40B4-BE49-F238E27FC236}">
                  <a16:creationId xmlns:a16="http://schemas.microsoft.com/office/drawing/2014/main" id="{FB6563E0-34C9-4456-9840-E90D98E079CD}"/>
                </a:ext>
              </a:extLst>
            </p:cNvPr>
            <p:cNvSpPr/>
            <p:nvPr/>
          </p:nvSpPr>
          <p:spPr>
            <a:xfrm>
              <a:off x="1421136" y="5365290"/>
              <a:ext cx="6403" cy="3202"/>
            </a:xfrm>
            <a:custGeom>
              <a:avLst/>
              <a:gdLst>
                <a:gd name="connsiteX0" fmla="*/ 714 w 19050"/>
                <a:gd name="connsiteY0" fmla="*/ 4392 h 9525"/>
                <a:gd name="connsiteX1" fmla="*/ 19860 w 19050"/>
                <a:gd name="connsiteY1" fmla="*/ 106 h 9525"/>
                <a:gd name="connsiteX2" fmla="*/ 21479 w 19050"/>
                <a:gd name="connsiteY2" fmla="*/ 1058 h 9525"/>
                <a:gd name="connsiteX3" fmla="*/ 4810 w 19050"/>
                <a:gd name="connsiteY3" fmla="*/ 16965 h 9525"/>
                <a:gd name="connsiteX4" fmla="*/ 4810 w 19050"/>
                <a:gd name="connsiteY4" fmla="*/ 14488 h 9525"/>
                <a:gd name="connsiteX5" fmla="*/ 19002 w 19050"/>
                <a:gd name="connsiteY5" fmla="*/ 2868 h 9525"/>
                <a:gd name="connsiteX6" fmla="*/ 714 w 19050"/>
                <a:gd name="connsiteY6" fmla="*/ 5916 h 9525"/>
                <a:gd name="connsiteX7" fmla="*/ 714 w 19050"/>
                <a:gd name="connsiteY7" fmla="*/ 4392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 h="9525">
                  <a:moveTo>
                    <a:pt x="714" y="4392"/>
                  </a:moveTo>
                  <a:cubicBezTo>
                    <a:pt x="7382" y="3916"/>
                    <a:pt x="13668" y="2963"/>
                    <a:pt x="19860" y="106"/>
                  </a:cubicBezTo>
                  <a:cubicBezTo>
                    <a:pt x="20526" y="-180"/>
                    <a:pt x="21574" y="106"/>
                    <a:pt x="21479" y="1058"/>
                  </a:cubicBezTo>
                  <a:cubicBezTo>
                    <a:pt x="20431" y="10107"/>
                    <a:pt x="13383" y="16965"/>
                    <a:pt x="4810" y="16965"/>
                  </a:cubicBezTo>
                  <a:cubicBezTo>
                    <a:pt x="3286" y="16965"/>
                    <a:pt x="3286" y="14488"/>
                    <a:pt x="4810" y="14488"/>
                  </a:cubicBezTo>
                  <a:cubicBezTo>
                    <a:pt x="11478" y="14488"/>
                    <a:pt x="17383" y="9631"/>
                    <a:pt x="19002" y="2868"/>
                  </a:cubicBezTo>
                  <a:cubicBezTo>
                    <a:pt x="13192" y="5249"/>
                    <a:pt x="7001" y="6583"/>
                    <a:pt x="714" y="5916"/>
                  </a:cubicBezTo>
                  <a:cubicBezTo>
                    <a:pt x="-238" y="5821"/>
                    <a:pt x="-238" y="4487"/>
                    <a:pt x="714" y="4392"/>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3" name="TrackerNum 4">
            <a:extLst>
              <a:ext uri="{FF2B5EF4-FFF2-40B4-BE49-F238E27FC236}">
                <a16:creationId xmlns:a16="http://schemas.microsoft.com/office/drawing/2014/main" id="{5A0AF806-199F-0F46-AAC1-52C6E5DD8219}"/>
              </a:ext>
            </a:extLst>
          </p:cNvPr>
          <p:cNvSpPr>
            <a:spLocks/>
          </p:cNvSpPr>
          <p:nvPr>
            <p:custDataLst>
              <p:tags r:id="rId4"/>
            </p:custDataLst>
          </p:nvPr>
        </p:nvSpPr>
        <p:spPr bwMode="gray">
          <a:xfrm>
            <a:off x="8724900" y="3073745"/>
            <a:ext cx="188644" cy="205280"/>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r>
              <a:rPr lang="en-US" sz="1200" b="1" dirty="0">
                <a:solidFill>
                  <a:schemeClr val="bg1"/>
                </a:solidFill>
              </a:rPr>
              <a:t>3</a:t>
            </a:r>
            <a:endParaRPr lang="en-GB" sz="1200" b="1" dirty="0">
              <a:solidFill>
                <a:schemeClr val="bg1"/>
              </a:solidFill>
            </a:endParaRPr>
          </a:p>
        </p:txBody>
      </p:sp>
      <p:sp>
        <p:nvSpPr>
          <p:cNvPr id="49" name="TextBox 48">
            <a:extLst>
              <a:ext uri="{FF2B5EF4-FFF2-40B4-BE49-F238E27FC236}">
                <a16:creationId xmlns:a16="http://schemas.microsoft.com/office/drawing/2014/main" id="{281242BA-F564-FD33-A524-7079C1DB139D}"/>
              </a:ext>
            </a:extLst>
          </p:cNvPr>
          <p:cNvSpPr txBox="1"/>
          <p:nvPr/>
        </p:nvSpPr>
        <p:spPr>
          <a:xfrm>
            <a:off x="9020174" y="3084052"/>
            <a:ext cx="261708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err="1">
                <a:cs typeface="+mn-cs"/>
              </a:rPr>
              <a:t>Medior</a:t>
            </a:r>
            <a:r>
              <a:rPr lang="en-US" sz="1200" b="1" dirty="0">
                <a:cs typeface="+mn-cs"/>
              </a:rPr>
              <a:t> (advance to first round)</a:t>
            </a:r>
            <a:endParaRPr lang="en-GB" sz="1200" b="1" dirty="0">
              <a:cs typeface="+mn-cs"/>
            </a:endParaRPr>
          </a:p>
        </p:txBody>
      </p:sp>
      <p:sp>
        <p:nvSpPr>
          <p:cNvPr id="31" name="TrackerNum 4">
            <a:extLst>
              <a:ext uri="{FF2B5EF4-FFF2-40B4-BE49-F238E27FC236}">
                <a16:creationId xmlns:a16="http://schemas.microsoft.com/office/drawing/2014/main" id="{37900FCE-0C65-9C40-AB97-E52F972B3CBD}"/>
              </a:ext>
            </a:extLst>
          </p:cNvPr>
          <p:cNvSpPr>
            <a:spLocks/>
          </p:cNvSpPr>
          <p:nvPr>
            <p:custDataLst>
              <p:tags r:id="rId5"/>
            </p:custDataLst>
          </p:nvPr>
        </p:nvSpPr>
        <p:spPr bwMode="gray">
          <a:xfrm>
            <a:off x="8724900" y="1644880"/>
            <a:ext cx="188644" cy="205280"/>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r>
              <a:rPr lang="en-US" sz="1200" b="1" dirty="0">
                <a:solidFill>
                  <a:schemeClr val="bg1"/>
                </a:solidFill>
              </a:rPr>
              <a:t>4</a:t>
            </a:r>
            <a:endParaRPr lang="en-GB" sz="1200" b="1" dirty="0">
              <a:solidFill>
                <a:schemeClr val="bg1"/>
              </a:solidFill>
            </a:endParaRPr>
          </a:p>
        </p:txBody>
      </p:sp>
      <p:sp>
        <p:nvSpPr>
          <p:cNvPr id="200" name="TextBox 199">
            <a:extLst>
              <a:ext uri="{FF2B5EF4-FFF2-40B4-BE49-F238E27FC236}">
                <a16:creationId xmlns:a16="http://schemas.microsoft.com/office/drawing/2014/main" id="{F8EA57C3-B8A6-B869-DC6D-C01C85B87101}"/>
              </a:ext>
            </a:extLst>
          </p:cNvPr>
          <p:cNvSpPr txBox="1"/>
          <p:nvPr/>
        </p:nvSpPr>
        <p:spPr>
          <a:xfrm>
            <a:off x="9020174" y="1655187"/>
            <a:ext cx="261708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cs typeface="+mn-cs"/>
              </a:rPr>
              <a:t>Expert (advance to first round)</a:t>
            </a:r>
            <a:endParaRPr lang="en-GB" sz="1200" b="1" dirty="0">
              <a:cs typeface="+mn-cs"/>
            </a:endParaRPr>
          </a:p>
        </p:txBody>
      </p:sp>
      <p:sp>
        <p:nvSpPr>
          <p:cNvPr id="35" name="TrackerNum 4">
            <a:extLst>
              <a:ext uri="{FF2B5EF4-FFF2-40B4-BE49-F238E27FC236}">
                <a16:creationId xmlns:a16="http://schemas.microsoft.com/office/drawing/2014/main" id="{75C85707-4DE2-2E4D-A21F-67F6E394E73D}"/>
              </a:ext>
            </a:extLst>
          </p:cNvPr>
          <p:cNvSpPr>
            <a:spLocks/>
          </p:cNvSpPr>
          <p:nvPr>
            <p:custDataLst>
              <p:tags r:id="rId6"/>
            </p:custDataLst>
          </p:nvPr>
        </p:nvSpPr>
        <p:spPr bwMode="gray">
          <a:xfrm>
            <a:off x="8724900" y="4502610"/>
            <a:ext cx="188644" cy="205280"/>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r>
              <a:rPr lang="en-US" sz="1200" b="1" dirty="0">
                <a:solidFill>
                  <a:schemeClr val="bg1"/>
                </a:solidFill>
              </a:rPr>
              <a:t>2</a:t>
            </a:r>
            <a:endParaRPr lang="en-GB" sz="1200" b="1" dirty="0">
              <a:solidFill>
                <a:schemeClr val="bg1"/>
              </a:solidFill>
            </a:endParaRPr>
          </a:p>
        </p:txBody>
      </p:sp>
      <p:sp>
        <p:nvSpPr>
          <p:cNvPr id="203" name="TextBox 202">
            <a:extLst>
              <a:ext uri="{FF2B5EF4-FFF2-40B4-BE49-F238E27FC236}">
                <a16:creationId xmlns:a16="http://schemas.microsoft.com/office/drawing/2014/main" id="{59F4F7A2-F0C5-DFDB-CAD2-248327A62F45}"/>
              </a:ext>
            </a:extLst>
          </p:cNvPr>
          <p:cNvSpPr txBox="1"/>
          <p:nvPr/>
        </p:nvSpPr>
        <p:spPr>
          <a:xfrm>
            <a:off x="9020174" y="4512917"/>
            <a:ext cx="261708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cs typeface="+mn-cs"/>
              </a:rPr>
              <a:t>Junior (do not advance)</a:t>
            </a:r>
          </a:p>
        </p:txBody>
      </p:sp>
      <p:sp>
        <p:nvSpPr>
          <p:cNvPr id="37" name="TrackerNum 4">
            <a:extLst>
              <a:ext uri="{FF2B5EF4-FFF2-40B4-BE49-F238E27FC236}">
                <a16:creationId xmlns:a16="http://schemas.microsoft.com/office/drawing/2014/main" id="{D58A4D0F-10A5-D542-98F4-DFA51C4E17B5}"/>
              </a:ext>
            </a:extLst>
          </p:cNvPr>
          <p:cNvSpPr>
            <a:spLocks/>
          </p:cNvSpPr>
          <p:nvPr>
            <p:custDataLst>
              <p:tags r:id="rId7"/>
            </p:custDataLst>
          </p:nvPr>
        </p:nvSpPr>
        <p:spPr bwMode="gray">
          <a:xfrm>
            <a:off x="8724900" y="5936418"/>
            <a:ext cx="188644" cy="205280"/>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r>
              <a:rPr lang="en-US" sz="1200" b="1" dirty="0">
                <a:solidFill>
                  <a:schemeClr val="bg1"/>
                </a:solidFill>
              </a:rPr>
              <a:t>1</a:t>
            </a:r>
            <a:endParaRPr lang="en-GB" sz="1200" b="1" dirty="0">
              <a:solidFill>
                <a:schemeClr val="bg1"/>
              </a:solidFill>
            </a:endParaRPr>
          </a:p>
        </p:txBody>
      </p:sp>
      <p:sp>
        <p:nvSpPr>
          <p:cNvPr id="205" name="TextBox 204">
            <a:extLst>
              <a:ext uri="{FF2B5EF4-FFF2-40B4-BE49-F238E27FC236}">
                <a16:creationId xmlns:a16="http://schemas.microsoft.com/office/drawing/2014/main" id="{276DA34C-73E4-A2BC-F70B-1902A3F51FBB}"/>
              </a:ext>
            </a:extLst>
          </p:cNvPr>
          <p:cNvSpPr txBox="1"/>
          <p:nvPr/>
        </p:nvSpPr>
        <p:spPr>
          <a:xfrm>
            <a:off x="9020174" y="5946725"/>
            <a:ext cx="261708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cs typeface="+mn-cs"/>
              </a:rPr>
              <a:t>Does Not Qualify</a:t>
            </a:r>
          </a:p>
        </p:txBody>
      </p:sp>
      <p:sp>
        <p:nvSpPr>
          <p:cNvPr id="17" name="Sticky">
            <a:extLst>
              <a:ext uri="{FF2B5EF4-FFF2-40B4-BE49-F238E27FC236}">
                <a16:creationId xmlns:a16="http://schemas.microsoft.com/office/drawing/2014/main" id="{BE9C912F-2415-A00B-73AC-E658C33EE0C1}"/>
              </a:ext>
            </a:extLst>
          </p:cNvPr>
          <p:cNvSpPr/>
          <p:nvPr>
            <p:custDataLst>
              <p:tags r:id="rId8"/>
            </p:custDataLst>
          </p:nvPr>
        </p:nvSpPr>
        <p:spPr>
          <a:xfrm>
            <a:off x="8341895" y="-2597"/>
            <a:ext cx="3850105" cy="620318"/>
          </a:xfrm>
          <a:prstGeom prst="foldedCorner">
            <a:avLst>
              <a:gd name="adj" fmla="val 0"/>
            </a:avLst>
          </a:prstGeom>
          <a:solidFill>
            <a:srgbClr val="FAA08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GB" sz="1050" b="1" dirty="0">
                <a:solidFill>
                  <a:srgbClr val="000000"/>
                </a:solidFill>
              </a:rPr>
              <a:t>Note</a:t>
            </a:r>
            <a:r>
              <a:rPr lang="en-GB" sz="1050" dirty="0">
                <a:solidFill>
                  <a:srgbClr val="000000"/>
                </a:solidFill>
              </a:rPr>
              <a:t>: tech stack included in the role descriptions and interview questions (Angular &amp; Node.js) should be adjusted to match the tech stack of the given context before sharing this material</a:t>
            </a:r>
          </a:p>
        </p:txBody>
      </p:sp>
    </p:spTree>
    <p:extLst>
      <p:ext uri="{BB962C8B-B14F-4D97-AF65-F5344CB8AC3E}">
        <p14:creationId xmlns:p14="http://schemas.microsoft.com/office/powerpoint/2010/main" val="1230756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8" hidden="1">
            <a:extLst>
              <a:ext uri="{FF2B5EF4-FFF2-40B4-BE49-F238E27FC236}">
                <a16:creationId xmlns:a16="http://schemas.microsoft.com/office/drawing/2014/main" id="{5284C3EA-2E5E-45BB-BDC0-8E9BE9EE3A4B}"/>
              </a:ext>
            </a:extLst>
          </p:cNvPr>
          <p:cNvGraphicFramePr>
            <a:graphicFrameLocks noChangeAspect="1"/>
          </p:cNvGraphicFramePr>
          <p:nvPr>
            <p:custDataLst>
              <p:tags r:id="rId1"/>
            </p:custDataLst>
            <p:extLst>
              <p:ext uri="{D42A27DB-BD31-4B8C-83A1-F6EECF244321}">
                <p14:modId xmlns:p14="http://schemas.microsoft.com/office/powerpoint/2010/main" val="1681872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9" name="Object 28" hidden="1">
                        <a:extLst>
                          <a:ext uri="{FF2B5EF4-FFF2-40B4-BE49-F238E27FC236}">
                            <a16:creationId xmlns:a16="http://schemas.microsoft.com/office/drawing/2014/main" id="{5284C3EA-2E5E-45BB-BDC0-8E9BE9EE3A4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8" name="Rectangle 27" hidden="1">
            <a:extLst>
              <a:ext uri="{FF2B5EF4-FFF2-40B4-BE49-F238E27FC236}">
                <a16:creationId xmlns:a16="http://schemas.microsoft.com/office/drawing/2014/main" id="{FF4C1DC0-7A1E-46FD-A86A-DE63F8586D46}"/>
              </a:ext>
            </a:extLst>
          </p:cNvPr>
          <p:cNvSpPr/>
          <p:nvPr>
            <p:custDataLst>
              <p:tags r:id="rId2"/>
            </p:custDataLst>
          </p:nvPr>
        </p:nvSpPr>
        <p:spPr>
          <a:xfrm>
            <a:off x="0" y="0"/>
            <a:ext cx="158750" cy="158750"/>
          </a:xfrm>
          <a:prstGeom prst="rect">
            <a:avLst/>
          </a:prstGeom>
          <a:solidFill>
            <a:schemeClr val="accent1"/>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solidFill>
                <a:schemeClr val="tx1"/>
              </a:solidFill>
              <a:latin typeface="Calibri" panose="020F0502020204030204" pitchFamily="34" charset="0"/>
              <a:ea typeface="+mj-ea"/>
              <a:cs typeface="+mj-cs"/>
              <a:sym typeface="Calibri" panose="020F0502020204030204" pitchFamily="34" charset="0"/>
            </a:endParaRPr>
          </a:p>
        </p:txBody>
      </p:sp>
      <p:sp>
        <p:nvSpPr>
          <p:cNvPr id="4" name="Title 3">
            <a:extLst>
              <a:ext uri="{FF2B5EF4-FFF2-40B4-BE49-F238E27FC236}">
                <a16:creationId xmlns:a16="http://schemas.microsoft.com/office/drawing/2014/main" id="{871EC935-158F-BF42-9B7A-3EEE233D1249}"/>
              </a:ext>
            </a:extLst>
          </p:cNvPr>
          <p:cNvSpPr>
            <a:spLocks noGrp="1"/>
          </p:cNvSpPr>
          <p:nvPr>
            <p:ph type="title"/>
          </p:nvPr>
        </p:nvSpPr>
        <p:spPr>
          <a:xfrm>
            <a:off x="554736" y="198311"/>
            <a:ext cx="7722990" cy="715581"/>
          </a:xfrm>
        </p:spPr>
        <p:txBody>
          <a:bodyPr vert="horz" wrap="square">
            <a:spAutoFit/>
          </a:bodyPr>
          <a:lstStyle/>
          <a:p>
            <a:r>
              <a:rPr lang="en-US" dirty="0"/>
              <a:t>Round 1: Craft and Technical Domain Knowledge – interview questions</a:t>
            </a:r>
          </a:p>
        </p:txBody>
      </p:sp>
      <p:sp>
        <p:nvSpPr>
          <p:cNvPr id="19" name="Text Placeholder 18">
            <a:extLst>
              <a:ext uri="{FF2B5EF4-FFF2-40B4-BE49-F238E27FC236}">
                <a16:creationId xmlns:a16="http://schemas.microsoft.com/office/drawing/2014/main" id="{6DADCDFB-B2A8-F192-4514-3A29A2B3117C}"/>
              </a:ext>
            </a:extLst>
          </p:cNvPr>
          <p:cNvSpPr>
            <a:spLocks noGrp="1"/>
          </p:cNvSpPr>
          <p:nvPr>
            <p:ph type="body" sz="quarter" idx="17"/>
          </p:nvPr>
        </p:nvSpPr>
        <p:spPr/>
        <p:txBody>
          <a:bodyPr/>
          <a:lstStyle/>
          <a:p>
            <a:endParaRPr lang="en-GB"/>
          </a:p>
        </p:txBody>
      </p:sp>
      <p:cxnSp>
        <p:nvCxnSpPr>
          <p:cNvPr id="49" name="Straight Connector 48">
            <a:extLst>
              <a:ext uri="{FF2B5EF4-FFF2-40B4-BE49-F238E27FC236}">
                <a16:creationId xmlns:a16="http://schemas.microsoft.com/office/drawing/2014/main" id="{438CC51A-F9F4-4969-BD8D-D4C5FEB4ED69}"/>
              </a:ext>
            </a:extLst>
          </p:cNvPr>
          <p:cNvCxnSpPr>
            <a:cxnSpLocks/>
          </p:cNvCxnSpPr>
          <p:nvPr/>
        </p:nvCxnSpPr>
        <p:spPr>
          <a:xfrm>
            <a:off x="554734" y="1905482"/>
            <a:ext cx="11082528" cy="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BF01501-7260-A143-B030-D01551794508}"/>
              </a:ext>
            </a:extLst>
          </p:cNvPr>
          <p:cNvCxnSpPr>
            <a:cxnSpLocks/>
          </p:cNvCxnSpPr>
          <p:nvPr/>
        </p:nvCxnSpPr>
        <p:spPr>
          <a:xfrm>
            <a:off x="554734" y="4440240"/>
            <a:ext cx="11082528" cy="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769ACFB-7CC6-36FF-01D6-BA377E4DD4FC}"/>
              </a:ext>
            </a:extLst>
          </p:cNvPr>
          <p:cNvCxnSpPr>
            <a:cxnSpLocks/>
          </p:cNvCxnSpPr>
          <p:nvPr/>
        </p:nvCxnSpPr>
        <p:spPr>
          <a:xfrm>
            <a:off x="554734" y="5282227"/>
            <a:ext cx="11082528" cy="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F10186C-34A0-4FE6-BCB3-9CF069BCE0E4}"/>
              </a:ext>
            </a:extLst>
          </p:cNvPr>
          <p:cNvSpPr txBox="1">
            <a:spLocks/>
          </p:cNvSpPr>
          <p:nvPr/>
        </p:nvSpPr>
        <p:spPr>
          <a:xfrm>
            <a:off x="2838450" y="1292128"/>
            <a:ext cx="8798814" cy="538609"/>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dirty="0"/>
              <a:t>Tell me about a challenging technical problem you solved in the past. What was the problem? What was the solution? </a:t>
            </a:r>
          </a:p>
          <a:p>
            <a:pPr lvl="1"/>
            <a:r>
              <a:rPr lang="en-US" sz="1000" dirty="0"/>
              <a:t>How did you develop the solution? What made this process easy or difficult?</a:t>
            </a:r>
          </a:p>
          <a:p>
            <a:pPr lvl="1"/>
            <a:r>
              <a:rPr lang="en-GB" sz="1000" dirty="0"/>
              <a:t>Why did you become a software engineer? What do you like about it?</a:t>
            </a:r>
          </a:p>
        </p:txBody>
      </p:sp>
      <p:sp>
        <p:nvSpPr>
          <p:cNvPr id="15" name="TextBox 14">
            <a:extLst>
              <a:ext uri="{FF2B5EF4-FFF2-40B4-BE49-F238E27FC236}">
                <a16:creationId xmlns:a16="http://schemas.microsoft.com/office/drawing/2014/main" id="{9947A24C-149C-42AD-8EAD-194611B2706C}"/>
              </a:ext>
            </a:extLst>
          </p:cNvPr>
          <p:cNvSpPr txBox="1">
            <a:spLocks/>
          </p:cNvSpPr>
          <p:nvPr/>
        </p:nvSpPr>
        <p:spPr>
          <a:xfrm>
            <a:off x="553498" y="1292128"/>
            <a:ext cx="2008728" cy="369332"/>
          </a:xfrm>
          <a:prstGeom prst="rect">
            <a:avLst/>
          </a:prstGeom>
        </p:spPr>
        <p:txBody>
          <a:bodyPr vert="horz" wrap="square" lIns="0" tIns="0" rIns="0" bIns="0" rtlCol="0" anchor="ctr">
            <a:sp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defTabSz="914400" fontAlgn="auto">
              <a:spcBef>
                <a:spcPts val="0"/>
              </a:spcBef>
              <a:spcAft>
                <a:spcPts val="0"/>
              </a:spcAft>
              <a:buClrTx/>
              <a:buSzTx/>
            </a:pPr>
            <a:r>
              <a:rPr lang="en-US" sz="1200" b="1" dirty="0">
                <a:latin typeface="+mn-lt"/>
              </a:rPr>
              <a:t>Past projects </a:t>
            </a:r>
            <a:br>
              <a:rPr lang="en-US" sz="1200" b="1" dirty="0">
                <a:latin typeface="+mn-lt"/>
              </a:rPr>
            </a:br>
            <a:r>
              <a:rPr lang="en-US" sz="1200" b="1" dirty="0">
                <a:latin typeface="+mn-lt"/>
              </a:rPr>
              <a:t>~5 min</a:t>
            </a:r>
          </a:p>
        </p:txBody>
      </p:sp>
      <p:sp>
        <p:nvSpPr>
          <p:cNvPr id="31" name="TextBox 30">
            <a:extLst>
              <a:ext uri="{FF2B5EF4-FFF2-40B4-BE49-F238E27FC236}">
                <a16:creationId xmlns:a16="http://schemas.microsoft.com/office/drawing/2014/main" id="{9847AAAE-7259-493D-996B-4327228ACFEE}"/>
              </a:ext>
            </a:extLst>
          </p:cNvPr>
          <p:cNvSpPr txBox="1"/>
          <p:nvPr/>
        </p:nvSpPr>
        <p:spPr>
          <a:xfrm>
            <a:off x="2838450" y="1980227"/>
            <a:ext cx="4632326" cy="2385268"/>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dirty="0"/>
              <a:t>Can you explain us the concept of promises vs observables in Angular</a:t>
            </a:r>
          </a:p>
          <a:p>
            <a:pPr lvl="1"/>
            <a:r>
              <a:rPr lang="en-GB" sz="1000" dirty="0"/>
              <a:t>When writing an API, what main HTTP Statuses / Methods and methods do you test for?</a:t>
            </a:r>
          </a:p>
          <a:p>
            <a:pPr lvl="1"/>
            <a:r>
              <a:rPr lang="en-GB" sz="1000" dirty="0"/>
              <a:t>Can you explain the difference between interfaces / abstract classes in Angular</a:t>
            </a:r>
          </a:p>
          <a:p>
            <a:pPr lvl="1"/>
            <a:r>
              <a:rPr lang="en-GB" sz="1000" dirty="0"/>
              <a:t>In what case would you implement the dependency injection pattern and why does it matter?</a:t>
            </a:r>
          </a:p>
          <a:p>
            <a:pPr lvl="1"/>
            <a:r>
              <a:rPr lang="en-GB" sz="1000" dirty="0"/>
              <a:t>What key things do you need to keep in mind to build a performant Angular App? (Lazy Loading, (Un)Subscription, Change Detection, …)</a:t>
            </a:r>
          </a:p>
          <a:p>
            <a:pPr lvl="1"/>
            <a:r>
              <a:rPr lang="en-GB" sz="1000" dirty="0"/>
              <a:t>Can you explain the different browser data storage types (</a:t>
            </a:r>
            <a:r>
              <a:rPr lang="en-GB" sz="1000" dirty="0" err="1"/>
              <a:t>Localstorage</a:t>
            </a:r>
            <a:r>
              <a:rPr lang="en-GB" sz="1000" dirty="0"/>
              <a:t> / Session Storage / </a:t>
            </a:r>
            <a:r>
              <a:rPr lang="en-GB" sz="1000" dirty="0" err="1"/>
              <a:t>CookieStorage</a:t>
            </a:r>
            <a:r>
              <a:rPr lang="en-GB" sz="1000" dirty="0"/>
              <a:t> / JWT) – What type of data would you put in </a:t>
            </a:r>
            <a:r>
              <a:rPr lang="en-GB" sz="1000" dirty="0" err="1"/>
              <a:t>LocalStorage</a:t>
            </a:r>
            <a:r>
              <a:rPr lang="en-GB" sz="1000" dirty="0"/>
              <a:t> vs </a:t>
            </a:r>
            <a:r>
              <a:rPr lang="en-GB" sz="1000" dirty="0" err="1"/>
              <a:t>Cookiestorage</a:t>
            </a:r>
            <a:r>
              <a:rPr lang="en-GB" sz="1000" dirty="0"/>
              <a:t>?</a:t>
            </a:r>
          </a:p>
          <a:p>
            <a:pPr lvl="1"/>
            <a:r>
              <a:rPr lang="en-GB" sz="1000" dirty="0"/>
              <a:t>What do you know about API and Observability – How would you define public vs protected endpoints</a:t>
            </a:r>
          </a:p>
        </p:txBody>
      </p:sp>
      <p:sp>
        <p:nvSpPr>
          <p:cNvPr id="23" name="TextBox 22">
            <a:extLst>
              <a:ext uri="{FF2B5EF4-FFF2-40B4-BE49-F238E27FC236}">
                <a16:creationId xmlns:a16="http://schemas.microsoft.com/office/drawing/2014/main" id="{EBAC3E7E-2B1A-8648-8958-0C15B0AD58D9}"/>
              </a:ext>
            </a:extLst>
          </p:cNvPr>
          <p:cNvSpPr txBox="1">
            <a:spLocks/>
          </p:cNvSpPr>
          <p:nvPr/>
        </p:nvSpPr>
        <p:spPr>
          <a:xfrm>
            <a:off x="553498" y="1980227"/>
            <a:ext cx="2008728" cy="369332"/>
          </a:xfrm>
          <a:prstGeom prst="rect">
            <a:avLst/>
          </a:prstGeom>
        </p:spPr>
        <p:txBody>
          <a:bodyPr vert="horz" wrap="square" lIns="0" tIns="0" rIns="0" bIns="0" rtlCol="0" anchor="ctr">
            <a:sp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defTabSz="914400" fontAlgn="auto">
              <a:spcBef>
                <a:spcPts val="0"/>
              </a:spcBef>
              <a:spcAft>
                <a:spcPts val="0"/>
              </a:spcAft>
              <a:buClrTx/>
              <a:buSzTx/>
            </a:pPr>
            <a:r>
              <a:rPr lang="en-US" sz="1200" b="1" dirty="0"/>
              <a:t>Technical Domain Knowledge </a:t>
            </a:r>
            <a:r>
              <a:rPr lang="en-US" sz="1200" b="1" dirty="0">
                <a:latin typeface="+mn-lt"/>
              </a:rPr>
              <a:t>~ </a:t>
            </a:r>
            <a:r>
              <a:rPr lang="en-US" sz="1200" b="1" dirty="0"/>
              <a:t>30 min</a:t>
            </a:r>
          </a:p>
        </p:txBody>
      </p:sp>
      <p:sp>
        <p:nvSpPr>
          <p:cNvPr id="13" name="TextBox 12">
            <a:extLst>
              <a:ext uri="{FF2B5EF4-FFF2-40B4-BE49-F238E27FC236}">
                <a16:creationId xmlns:a16="http://schemas.microsoft.com/office/drawing/2014/main" id="{2E8479E0-3211-FAC2-F150-B9D072257BCE}"/>
              </a:ext>
            </a:extLst>
          </p:cNvPr>
          <p:cNvSpPr txBox="1"/>
          <p:nvPr/>
        </p:nvSpPr>
        <p:spPr>
          <a:xfrm>
            <a:off x="7747000" y="1980227"/>
            <a:ext cx="3890264" cy="2346796"/>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dirty="0"/>
              <a:t>Do you have experience with Microservice architectures? If yes, tell me about a service you have built in the past? How have you integrated with other microservices / core systems?</a:t>
            </a:r>
          </a:p>
          <a:p>
            <a:pPr lvl="1"/>
            <a:r>
              <a:rPr lang="en-GB" sz="1000" dirty="0"/>
              <a:t>When building an API, how would you approach testing and reliability?</a:t>
            </a:r>
          </a:p>
          <a:p>
            <a:pPr lvl="1"/>
            <a:r>
              <a:rPr lang="en-GB" sz="1000" dirty="0"/>
              <a:t>Imagine building an API to retrieve and update inventory levels for mobile phones out of slow/unreliable downstream system. How would you ensure the effective handling of asynchronous operations and prevent data loss?</a:t>
            </a:r>
          </a:p>
          <a:p>
            <a:pPr lvl="1"/>
            <a:r>
              <a:rPr lang="en-GB" sz="1000" dirty="0"/>
              <a:t>How would you approach integration testing of an API?</a:t>
            </a:r>
          </a:p>
          <a:p>
            <a:pPr lvl="1"/>
            <a:r>
              <a:rPr lang="en-GB" sz="1000" dirty="0"/>
              <a:t>Imagine the loading time and performance of your website significantly degraded, how would you troubleshoot this problem?</a:t>
            </a:r>
          </a:p>
          <a:p>
            <a:pPr lvl="1"/>
            <a:r>
              <a:rPr lang="en-GB" sz="1000" dirty="0"/>
              <a:t>Do you have any experience with building and maintaining a standalone component library?</a:t>
            </a:r>
          </a:p>
        </p:txBody>
      </p:sp>
      <p:sp>
        <p:nvSpPr>
          <p:cNvPr id="33" name="TextBox 32">
            <a:extLst>
              <a:ext uri="{FF2B5EF4-FFF2-40B4-BE49-F238E27FC236}">
                <a16:creationId xmlns:a16="http://schemas.microsoft.com/office/drawing/2014/main" id="{7461353D-9456-48D0-8451-E35D978BE68F}"/>
              </a:ext>
            </a:extLst>
          </p:cNvPr>
          <p:cNvSpPr txBox="1">
            <a:spLocks/>
          </p:cNvSpPr>
          <p:nvPr/>
        </p:nvSpPr>
        <p:spPr>
          <a:xfrm>
            <a:off x="2838450" y="4514985"/>
            <a:ext cx="8798814" cy="692497"/>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dirty="0"/>
              <a:t>Tell me about a time you worked in an agile environment. What did you like about the approach? What did you not like? </a:t>
            </a:r>
          </a:p>
          <a:p>
            <a:pPr lvl="1"/>
            <a:r>
              <a:rPr lang="en-GB" sz="1000" dirty="0"/>
              <a:t>Tell me about your experience with code reviews and/or pair programming?</a:t>
            </a:r>
            <a:endParaRPr lang="en-US" sz="1000" dirty="0"/>
          </a:p>
          <a:p>
            <a:pPr lvl="1"/>
            <a:r>
              <a:rPr lang="en-US" sz="1000" dirty="0"/>
              <a:t>What are the first things you do in planning your approach to writing a new code or building a new product? How would you involve users/stakeholders in getting direction? How would you involve other stakeholders in your design and development decisions? </a:t>
            </a:r>
          </a:p>
        </p:txBody>
      </p:sp>
      <p:sp>
        <p:nvSpPr>
          <p:cNvPr id="24" name="TextBox 23">
            <a:extLst>
              <a:ext uri="{FF2B5EF4-FFF2-40B4-BE49-F238E27FC236}">
                <a16:creationId xmlns:a16="http://schemas.microsoft.com/office/drawing/2014/main" id="{E884DE41-D996-2448-92E3-63418901DDF3}"/>
              </a:ext>
            </a:extLst>
          </p:cNvPr>
          <p:cNvSpPr txBox="1">
            <a:spLocks/>
          </p:cNvSpPr>
          <p:nvPr/>
        </p:nvSpPr>
        <p:spPr>
          <a:xfrm>
            <a:off x="553498" y="4514985"/>
            <a:ext cx="2008728" cy="369332"/>
          </a:xfrm>
          <a:prstGeom prst="rect">
            <a:avLst/>
          </a:prstGeom>
        </p:spPr>
        <p:txBody>
          <a:bodyPr vert="horz" wrap="square" lIns="0" tIns="0" rIns="0" bIns="0" rtlCol="0" anchor="ctr">
            <a:sp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defTabSz="914400" fontAlgn="auto">
              <a:spcBef>
                <a:spcPts val="0"/>
              </a:spcBef>
              <a:spcAft>
                <a:spcPts val="0"/>
              </a:spcAft>
              <a:buClrTx/>
              <a:buSzTx/>
            </a:pPr>
            <a:r>
              <a:rPr lang="en-US" sz="1200" b="1" dirty="0"/>
              <a:t>Collaborative and Agile experience </a:t>
            </a:r>
            <a:r>
              <a:rPr lang="en-US" sz="1200" b="1" dirty="0">
                <a:latin typeface="+mn-lt"/>
              </a:rPr>
              <a:t>~ </a:t>
            </a:r>
            <a:r>
              <a:rPr lang="en-US" sz="1200" b="1" dirty="0"/>
              <a:t>10 min</a:t>
            </a:r>
          </a:p>
        </p:txBody>
      </p:sp>
      <p:sp>
        <p:nvSpPr>
          <p:cNvPr id="35" name="TextBox 34">
            <a:extLst>
              <a:ext uri="{FF2B5EF4-FFF2-40B4-BE49-F238E27FC236}">
                <a16:creationId xmlns:a16="http://schemas.microsoft.com/office/drawing/2014/main" id="{2BAF1F69-A28E-4A11-B8DE-9DB559D97BFD}"/>
              </a:ext>
            </a:extLst>
          </p:cNvPr>
          <p:cNvSpPr txBox="1">
            <a:spLocks/>
          </p:cNvSpPr>
          <p:nvPr/>
        </p:nvSpPr>
        <p:spPr>
          <a:xfrm>
            <a:off x="2838450" y="5356971"/>
            <a:ext cx="8798814" cy="307777"/>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dirty="0"/>
              <a:t>Imagine I am a new member of your team, and I don’t know much about [ insert relevant technical concept e.g. DevOps, </a:t>
            </a:r>
            <a:r>
              <a:rPr lang="en-US" sz="1000" dirty="0" err="1"/>
              <a:t>GraphQL</a:t>
            </a:r>
            <a:r>
              <a:rPr lang="en-US" sz="1000" dirty="0"/>
              <a:t>, Queueing mechanism, … ]. Please explain to me what you know about this topic in simple terms.</a:t>
            </a:r>
            <a:endParaRPr lang="en-GB" sz="1000" dirty="0"/>
          </a:p>
        </p:txBody>
      </p:sp>
      <p:sp>
        <p:nvSpPr>
          <p:cNvPr id="11" name="TextBox 10">
            <a:extLst>
              <a:ext uri="{FF2B5EF4-FFF2-40B4-BE49-F238E27FC236}">
                <a16:creationId xmlns:a16="http://schemas.microsoft.com/office/drawing/2014/main" id="{1A559F40-EA34-6D35-10D7-C21934820459}"/>
              </a:ext>
            </a:extLst>
          </p:cNvPr>
          <p:cNvSpPr txBox="1">
            <a:spLocks/>
          </p:cNvSpPr>
          <p:nvPr/>
        </p:nvSpPr>
        <p:spPr>
          <a:xfrm>
            <a:off x="553498" y="5356971"/>
            <a:ext cx="2008728" cy="369332"/>
          </a:xfrm>
          <a:prstGeom prst="rect">
            <a:avLst/>
          </a:prstGeom>
        </p:spPr>
        <p:txBody>
          <a:bodyPr vert="horz" wrap="square" lIns="0" tIns="0" rIns="0" bIns="0" rtlCol="0" anchor="ctr">
            <a:sp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defTabSz="914400" fontAlgn="auto">
              <a:spcBef>
                <a:spcPts val="0"/>
              </a:spcBef>
              <a:spcAft>
                <a:spcPts val="0"/>
              </a:spcAft>
              <a:buClrTx/>
              <a:buSzTx/>
            </a:pPr>
            <a:r>
              <a:rPr lang="en-US" sz="1200" b="1" spc="-30" dirty="0"/>
              <a:t>Explaining technical concepts </a:t>
            </a:r>
            <a:r>
              <a:rPr lang="en-US" sz="1200" b="1" spc="-30" dirty="0">
                <a:latin typeface="+mn-lt"/>
              </a:rPr>
              <a:t>~ </a:t>
            </a:r>
            <a:r>
              <a:rPr lang="en-US" sz="1200" b="1" spc="-30" dirty="0"/>
              <a:t>10 min</a:t>
            </a:r>
          </a:p>
        </p:txBody>
      </p:sp>
      <p:sp>
        <p:nvSpPr>
          <p:cNvPr id="10" name="TextBox 9">
            <a:extLst>
              <a:ext uri="{FF2B5EF4-FFF2-40B4-BE49-F238E27FC236}">
                <a16:creationId xmlns:a16="http://schemas.microsoft.com/office/drawing/2014/main" id="{841E36A4-67F3-BA8B-3AEF-40DF8845E50D}"/>
              </a:ext>
            </a:extLst>
          </p:cNvPr>
          <p:cNvSpPr txBox="1">
            <a:spLocks/>
          </p:cNvSpPr>
          <p:nvPr/>
        </p:nvSpPr>
        <p:spPr>
          <a:xfrm>
            <a:off x="553498" y="5959683"/>
            <a:ext cx="11082528" cy="392187"/>
          </a:xfrm>
          <a:prstGeom prst="rect">
            <a:avLst/>
          </a:prstGeom>
          <a:solidFill>
            <a:schemeClr val="accent1"/>
          </a:solidFill>
        </p:spPr>
        <p:txBody>
          <a:bodyPr vert="horz" wrap="square" lIns="0" tIns="0" rIns="0" bIns="18288" rtlCol="0" anchor="ctr" anchorCtr="0">
            <a:no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GB" sz="1200" b="1" dirty="0">
                <a:solidFill>
                  <a:schemeClr val="bg2"/>
                </a:solidFill>
              </a:rPr>
              <a:t>We suggest to leave 5 minutes at the end of the interview for questions from the candidate</a:t>
            </a:r>
          </a:p>
        </p:txBody>
      </p:sp>
      <p:sp>
        <p:nvSpPr>
          <p:cNvPr id="7" name="Sticky">
            <a:extLst>
              <a:ext uri="{FF2B5EF4-FFF2-40B4-BE49-F238E27FC236}">
                <a16:creationId xmlns:a16="http://schemas.microsoft.com/office/drawing/2014/main" id="{0A253B64-E73B-F4CE-74C2-5413D5A5FF29}"/>
              </a:ext>
            </a:extLst>
          </p:cNvPr>
          <p:cNvSpPr/>
          <p:nvPr>
            <p:custDataLst>
              <p:tags r:id="rId3"/>
            </p:custDataLst>
          </p:nvPr>
        </p:nvSpPr>
        <p:spPr>
          <a:xfrm>
            <a:off x="8341895" y="-2597"/>
            <a:ext cx="3850105" cy="620318"/>
          </a:xfrm>
          <a:prstGeom prst="foldedCorner">
            <a:avLst>
              <a:gd name="adj" fmla="val 0"/>
            </a:avLst>
          </a:prstGeom>
          <a:solidFill>
            <a:srgbClr val="FAA08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GB" sz="1050" b="1" dirty="0">
                <a:solidFill>
                  <a:srgbClr val="000000"/>
                </a:solidFill>
              </a:rPr>
              <a:t>Note</a:t>
            </a:r>
            <a:r>
              <a:rPr lang="en-GB" sz="1050" dirty="0">
                <a:solidFill>
                  <a:srgbClr val="000000"/>
                </a:solidFill>
              </a:rPr>
              <a:t>: tech stack included in the role descriptions and interview questions (Angular &amp; Node.js) should be adjusted to match the tech stack of the given context before sharing this material</a:t>
            </a:r>
          </a:p>
        </p:txBody>
      </p:sp>
    </p:spTree>
    <p:extLst>
      <p:ext uri="{BB962C8B-B14F-4D97-AF65-F5344CB8AC3E}">
        <p14:creationId xmlns:p14="http://schemas.microsoft.com/office/powerpoint/2010/main" val="4265078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8" hidden="1">
            <a:extLst>
              <a:ext uri="{FF2B5EF4-FFF2-40B4-BE49-F238E27FC236}">
                <a16:creationId xmlns:a16="http://schemas.microsoft.com/office/drawing/2014/main" id="{5284C3EA-2E5E-45BB-BDC0-8E9BE9EE3A4B}"/>
              </a:ext>
            </a:extLst>
          </p:cNvPr>
          <p:cNvGraphicFramePr>
            <a:graphicFrameLocks noChangeAspect="1"/>
          </p:cNvGraphicFramePr>
          <p:nvPr>
            <p:custDataLst>
              <p:tags r:id="rId1"/>
            </p:custDataLst>
            <p:extLst>
              <p:ext uri="{D42A27DB-BD31-4B8C-83A1-F6EECF244321}">
                <p14:modId xmlns:p14="http://schemas.microsoft.com/office/powerpoint/2010/main" val="33682462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29" name="Object 28" hidden="1">
                        <a:extLst>
                          <a:ext uri="{FF2B5EF4-FFF2-40B4-BE49-F238E27FC236}">
                            <a16:creationId xmlns:a16="http://schemas.microsoft.com/office/drawing/2014/main" id="{5284C3EA-2E5E-45BB-BDC0-8E9BE9EE3A4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8" name="Rectangle 27" hidden="1">
            <a:extLst>
              <a:ext uri="{FF2B5EF4-FFF2-40B4-BE49-F238E27FC236}">
                <a16:creationId xmlns:a16="http://schemas.microsoft.com/office/drawing/2014/main" id="{FF4C1DC0-7A1E-46FD-A86A-DE63F8586D46}"/>
              </a:ext>
            </a:extLst>
          </p:cNvPr>
          <p:cNvSpPr/>
          <p:nvPr>
            <p:custDataLst>
              <p:tags r:id="rId2"/>
            </p:custDataLst>
          </p:nvPr>
        </p:nvSpPr>
        <p:spPr>
          <a:xfrm>
            <a:off x="0" y="0"/>
            <a:ext cx="158750" cy="158750"/>
          </a:xfrm>
          <a:prstGeom prst="rect">
            <a:avLst/>
          </a:prstGeom>
          <a:solidFill>
            <a:schemeClr val="accent1"/>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solidFill>
                <a:schemeClr val="tx1"/>
              </a:solidFill>
              <a:latin typeface="Calibri" panose="020F0502020204030204" pitchFamily="34" charset="0"/>
              <a:ea typeface="+mj-ea"/>
              <a:cs typeface="+mj-cs"/>
              <a:sym typeface="Calibri" panose="020F0502020204030204" pitchFamily="34" charset="0"/>
            </a:endParaRPr>
          </a:p>
        </p:txBody>
      </p:sp>
      <p:sp>
        <p:nvSpPr>
          <p:cNvPr id="3" name="TextBox 2">
            <a:extLst>
              <a:ext uri="{FF2B5EF4-FFF2-40B4-BE49-F238E27FC236}">
                <a16:creationId xmlns:a16="http://schemas.microsoft.com/office/drawing/2014/main" id="{F4B76811-23C5-44FB-8A0C-6DD04DDB901A}"/>
              </a:ext>
            </a:extLst>
          </p:cNvPr>
          <p:cNvSpPr txBox="1">
            <a:spLocks/>
          </p:cNvSpPr>
          <p:nvPr>
            <p:custDataLst>
              <p:tags r:id="rId3"/>
            </p:custDataLst>
          </p:nvPr>
        </p:nvSpPr>
        <p:spPr>
          <a:xfrm>
            <a:off x="2425074" y="542643"/>
            <a:ext cx="9653421" cy="997709"/>
          </a:xfrm>
          <a:prstGeom prst="rect">
            <a:avLst/>
          </a:prstGeom>
        </p:spPr>
        <p:txBody>
          <a:bodyPr vert="horz" wrap="square" lIns="0" tIns="0" rIns="0" bIns="0" rtlCol="0" anchor="t" anchorCtr="0">
            <a:no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lvl="1">
              <a:spcBef>
                <a:spcPts val="100"/>
              </a:spcBef>
            </a:pPr>
            <a:endParaRPr lang="en-US" sz="1400" dirty="0"/>
          </a:p>
        </p:txBody>
      </p:sp>
      <p:sp>
        <p:nvSpPr>
          <p:cNvPr id="4" name="Title 3">
            <a:extLst>
              <a:ext uri="{FF2B5EF4-FFF2-40B4-BE49-F238E27FC236}">
                <a16:creationId xmlns:a16="http://schemas.microsoft.com/office/drawing/2014/main" id="{871EC935-158F-BF42-9B7A-3EEE233D1249}"/>
              </a:ext>
            </a:extLst>
          </p:cNvPr>
          <p:cNvSpPr>
            <a:spLocks noGrp="1"/>
          </p:cNvSpPr>
          <p:nvPr>
            <p:ph type="title"/>
          </p:nvPr>
        </p:nvSpPr>
        <p:spPr>
          <a:xfrm>
            <a:off x="554736" y="198311"/>
            <a:ext cx="7410169" cy="715581"/>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Round 2: Cultural fit and leadership – interview questions</a:t>
            </a:r>
          </a:p>
        </p:txBody>
      </p:sp>
      <p:sp>
        <p:nvSpPr>
          <p:cNvPr id="39" name="Text Placeholder 38">
            <a:extLst>
              <a:ext uri="{FF2B5EF4-FFF2-40B4-BE49-F238E27FC236}">
                <a16:creationId xmlns:a16="http://schemas.microsoft.com/office/drawing/2014/main" id="{CC69072B-AAEE-7844-AB14-76A3CFD975E0}"/>
              </a:ext>
            </a:extLst>
          </p:cNvPr>
          <p:cNvSpPr>
            <a:spLocks noGrp="1"/>
          </p:cNvSpPr>
          <p:nvPr>
            <p:ph type="body" sz="quarter" idx="17"/>
          </p:nvPr>
        </p:nvSpPr>
        <p:spPr/>
        <p:txBody>
          <a:bodyPr/>
          <a:lstStyle/>
          <a:p>
            <a:endParaRPr lang="en-GB"/>
          </a:p>
        </p:txBody>
      </p:sp>
      <p:cxnSp>
        <p:nvCxnSpPr>
          <p:cNvPr id="49" name="Straight Connector 48">
            <a:extLst>
              <a:ext uri="{FF2B5EF4-FFF2-40B4-BE49-F238E27FC236}">
                <a16:creationId xmlns:a16="http://schemas.microsoft.com/office/drawing/2014/main" id="{438CC51A-F9F4-4969-BD8D-D4C5FEB4ED69}"/>
              </a:ext>
            </a:extLst>
          </p:cNvPr>
          <p:cNvCxnSpPr>
            <a:cxnSpLocks/>
          </p:cNvCxnSpPr>
          <p:nvPr/>
        </p:nvCxnSpPr>
        <p:spPr>
          <a:xfrm>
            <a:off x="553498" y="2267730"/>
            <a:ext cx="11082528" cy="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BF01501-7260-A143-B030-D01551794508}"/>
              </a:ext>
            </a:extLst>
          </p:cNvPr>
          <p:cNvCxnSpPr>
            <a:cxnSpLocks/>
          </p:cNvCxnSpPr>
          <p:nvPr/>
        </p:nvCxnSpPr>
        <p:spPr>
          <a:xfrm>
            <a:off x="553498" y="3295604"/>
            <a:ext cx="11082528" cy="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769ACFB-7CC6-36FF-01D6-BA377E4DD4FC}"/>
              </a:ext>
            </a:extLst>
          </p:cNvPr>
          <p:cNvCxnSpPr>
            <a:cxnSpLocks/>
          </p:cNvCxnSpPr>
          <p:nvPr/>
        </p:nvCxnSpPr>
        <p:spPr>
          <a:xfrm>
            <a:off x="553498" y="4361950"/>
            <a:ext cx="11082528" cy="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2D84E18-7D2C-AF44-DAE1-5FD4ADD1E25A}"/>
              </a:ext>
            </a:extLst>
          </p:cNvPr>
          <p:cNvCxnSpPr>
            <a:cxnSpLocks/>
          </p:cNvCxnSpPr>
          <p:nvPr/>
        </p:nvCxnSpPr>
        <p:spPr>
          <a:xfrm>
            <a:off x="553498" y="5274407"/>
            <a:ext cx="11082528" cy="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F10186C-34A0-4FE6-BCB3-9CF069BCE0E4}"/>
              </a:ext>
            </a:extLst>
          </p:cNvPr>
          <p:cNvSpPr txBox="1">
            <a:spLocks/>
          </p:cNvSpPr>
          <p:nvPr/>
        </p:nvSpPr>
        <p:spPr>
          <a:xfrm>
            <a:off x="2838450" y="1292128"/>
            <a:ext cx="8798814" cy="884858"/>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dirty="0"/>
              <a:t>You are in the middle of a sprint, when the product owner informs you that the sprint backlog needs to be changed. </a:t>
            </a:r>
            <a:br>
              <a:rPr lang="en-US" sz="1000" dirty="0"/>
            </a:br>
            <a:r>
              <a:rPr lang="en-US" sz="1000" dirty="0"/>
              <a:t>What would you do?</a:t>
            </a:r>
          </a:p>
          <a:p>
            <a:pPr lvl="1"/>
            <a:r>
              <a:rPr lang="en-US" sz="1000" dirty="0"/>
              <a:t>You ran into some debugging difficulties and the initial estimate you gave to the PO does not work anymore; how do you manage this?</a:t>
            </a:r>
          </a:p>
          <a:p>
            <a:pPr lvl="1"/>
            <a:r>
              <a:rPr lang="en-US" sz="1000" dirty="0"/>
              <a:t>Tell me about a time when you “rolled up your sleeves” to get something done. What was the situation? How did you get involved? </a:t>
            </a:r>
          </a:p>
          <a:p>
            <a:pPr lvl="1"/>
            <a:r>
              <a:rPr lang="en-US" sz="1000" dirty="0"/>
              <a:t>Give me an example of a time you discovered an error that been overlooked by a colleague. What did you do? What was the outcome?</a:t>
            </a:r>
            <a:endParaRPr lang="en-GB" sz="1000" dirty="0"/>
          </a:p>
        </p:txBody>
      </p:sp>
      <p:sp>
        <p:nvSpPr>
          <p:cNvPr id="15" name="TextBox 14">
            <a:extLst>
              <a:ext uri="{FF2B5EF4-FFF2-40B4-BE49-F238E27FC236}">
                <a16:creationId xmlns:a16="http://schemas.microsoft.com/office/drawing/2014/main" id="{9947A24C-149C-42AD-8EAD-194611B2706C}"/>
              </a:ext>
            </a:extLst>
          </p:cNvPr>
          <p:cNvSpPr txBox="1">
            <a:spLocks/>
          </p:cNvSpPr>
          <p:nvPr/>
        </p:nvSpPr>
        <p:spPr>
          <a:xfrm>
            <a:off x="553498" y="1292128"/>
            <a:ext cx="2008728" cy="369332"/>
          </a:xfrm>
          <a:prstGeom prst="rect">
            <a:avLst/>
          </a:prstGeom>
        </p:spPr>
        <p:txBody>
          <a:bodyPr vert="horz" wrap="square" lIns="0" tIns="0" rIns="0" bIns="0" rtlCol="0" anchor="ctr">
            <a:sp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defTabSz="914400" fontAlgn="auto">
              <a:spcBef>
                <a:spcPts val="0"/>
              </a:spcBef>
              <a:spcAft>
                <a:spcPts val="0"/>
              </a:spcAft>
              <a:buClrTx/>
              <a:buSzTx/>
            </a:pPr>
            <a:r>
              <a:rPr lang="en-US" sz="1200" b="1" dirty="0"/>
              <a:t>Agile mindset</a:t>
            </a:r>
          </a:p>
          <a:p>
            <a:pPr defTabSz="914400" fontAlgn="auto">
              <a:spcBef>
                <a:spcPts val="0"/>
              </a:spcBef>
              <a:spcAft>
                <a:spcPts val="0"/>
              </a:spcAft>
              <a:buClrTx/>
              <a:buSzTx/>
            </a:pPr>
            <a:r>
              <a:rPr lang="en-US" sz="1200" b="1" dirty="0">
                <a:latin typeface="+mn-lt"/>
              </a:rPr>
              <a:t>~ </a:t>
            </a:r>
            <a:r>
              <a:rPr lang="en-US" sz="1200" b="1" dirty="0"/>
              <a:t>10 min</a:t>
            </a:r>
          </a:p>
        </p:txBody>
      </p:sp>
      <p:grpSp>
        <p:nvGrpSpPr>
          <p:cNvPr id="19" name="Group 18">
            <a:extLst>
              <a:ext uri="{FF2B5EF4-FFF2-40B4-BE49-F238E27FC236}">
                <a16:creationId xmlns:a16="http://schemas.microsoft.com/office/drawing/2014/main" id="{6762CF9E-DED4-A355-4F0D-5CCBC4CFE240}"/>
              </a:ext>
            </a:extLst>
          </p:cNvPr>
          <p:cNvGrpSpPr/>
          <p:nvPr/>
        </p:nvGrpSpPr>
        <p:grpSpPr>
          <a:xfrm>
            <a:off x="553498" y="4452694"/>
            <a:ext cx="11083766" cy="730969"/>
            <a:chOff x="553498" y="4442171"/>
            <a:chExt cx="11083766" cy="730969"/>
          </a:xfrm>
        </p:grpSpPr>
        <p:sp>
          <p:nvSpPr>
            <p:cNvPr id="31" name="TextBox 30">
              <a:extLst>
                <a:ext uri="{FF2B5EF4-FFF2-40B4-BE49-F238E27FC236}">
                  <a16:creationId xmlns:a16="http://schemas.microsoft.com/office/drawing/2014/main" id="{9847AAAE-7259-493D-996B-4327228ACFEE}"/>
                </a:ext>
              </a:extLst>
            </p:cNvPr>
            <p:cNvSpPr txBox="1">
              <a:spLocks/>
            </p:cNvSpPr>
            <p:nvPr/>
          </p:nvSpPr>
          <p:spPr>
            <a:xfrm>
              <a:off x="2838450" y="4442171"/>
              <a:ext cx="8798814" cy="730969"/>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dirty="0"/>
                <a:t>Describe a time when you were excited about an idea but without having a lot of information about it. What did you do?</a:t>
              </a:r>
            </a:p>
            <a:p>
              <a:pPr lvl="1"/>
              <a:r>
                <a:rPr lang="en-US" sz="1000" dirty="0"/>
                <a:t>Tell me about a time when you took on something significant outside your area of responsibility. Why was it important?</a:t>
              </a:r>
            </a:p>
            <a:p>
              <a:pPr lvl="1"/>
              <a:r>
                <a:rPr lang="en-US" sz="1000" dirty="0"/>
                <a:t>Tell me about a time you believed your leadership was making the wrong decision/approach and how you handled the situation?</a:t>
              </a:r>
            </a:p>
            <a:p>
              <a:pPr lvl="1"/>
              <a:r>
                <a:rPr lang="en-US" sz="1000" dirty="0"/>
                <a:t>Tell me about a time you proposed a radically new or different solution/approach and what the outcome was?</a:t>
              </a:r>
              <a:endParaRPr lang="en-GB" sz="1000" dirty="0"/>
            </a:p>
          </p:txBody>
        </p:sp>
        <p:sp>
          <p:nvSpPr>
            <p:cNvPr id="23" name="TextBox 22">
              <a:extLst>
                <a:ext uri="{FF2B5EF4-FFF2-40B4-BE49-F238E27FC236}">
                  <a16:creationId xmlns:a16="http://schemas.microsoft.com/office/drawing/2014/main" id="{EBAC3E7E-2B1A-8648-8958-0C15B0AD58D9}"/>
                </a:ext>
              </a:extLst>
            </p:cNvPr>
            <p:cNvSpPr txBox="1">
              <a:spLocks/>
            </p:cNvSpPr>
            <p:nvPr/>
          </p:nvSpPr>
          <p:spPr>
            <a:xfrm>
              <a:off x="553498" y="4442171"/>
              <a:ext cx="2008728" cy="369332"/>
            </a:xfrm>
            <a:prstGeom prst="rect">
              <a:avLst/>
            </a:prstGeom>
          </p:spPr>
          <p:txBody>
            <a:bodyPr vert="horz" wrap="square" lIns="0" tIns="0" rIns="0" bIns="0" rtlCol="0" anchor="ctr">
              <a:sp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defTabSz="914400" fontAlgn="auto">
                <a:spcBef>
                  <a:spcPts val="0"/>
                </a:spcBef>
                <a:spcAft>
                  <a:spcPts val="0"/>
                </a:spcAft>
                <a:buClrTx/>
                <a:buSzTx/>
              </a:pPr>
              <a:r>
                <a:rPr lang="en-US" sz="1200" b="1" dirty="0"/>
                <a:t>Risk Taking and Innovation </a:t>
              </a:r>
              <a:br>
                <a:rPr lang="en-US" sz="1200" b="1" dirty="0"/>
              </a:br>
              <a:r>
                <a:rPr lang="en-US" sz="1200" b="1" dirty="0">
                  <a:latin typeface="+mn-lt"/>
                </a:rPr>
                <a:t>~ 5</a:t>
              </a:r>
              <a:r>
                <a:rPr lang="en-US" sz="1200" b="1" dirty="0"/>
                <a:t> min</a:t>
              </a:r>
            </a:p>
          </p:txBody>
        </p:sp>
      </p:grpSp>
      <p:grpSp>
        <p:nvGrpSpPr>
          <p:cNvPr id="20" name="Group 19">
            <a:extLst>
              <a:ext uri="{FF2B5EF4-FFF2-40B4-BE49-F238E27FC236}">
                <a16:creationId xmlns:a16="http://schemas.microsoft.com/office/drawing/2014/main" id="{5B62BEE7-216D-138B-A057-4E8F94882CF3}"/>
              </a:ext>
            </a:extLst>
          </p:cNvPr>
          <p:cNvGrpSpPr/>
          <p:nvPr/>
        </p:nvGrpSpPr>
        <p:grpSpPr>
          <a:xfrm>
            <a:off x="553498" y="3386348"/>
            <a:ext cx="11083766" cy="884858"/>
            <a:chOff x="553498" y="3369143"/>
            <a:chExt cx="11083766" cy="884858"/>
          </a:xfrm>
        </p:grpSpPr>
        <p:sp>
          <p:nvSpPr>
            <p:cNvPr id="33" name="TextBox 32">
              <a:extLst>
                <a:ext uri="{FF2B5EF4-FFF2-40B4-BE49-F238E27FC236}">
                  <a16:creationId xmlns:a16="http://schemas.microsoft.com/office/drawing/2014/main" id="{7461353D-9456-48D0-8451-E35D978BE68F}"/>
                </a:ext>
              </a:extLst>
            </p:cNvPr>
            <p:cNvSpPr txBox="1">
              <a:spLocks/>
            </p:cNvSpPr>
            <p:nvPr/>
          </p:nvSpPr>
          <p:spPr>
            <a:xfrm>
              <a:off x="2838450" y="3369143"/>
              <a:ext cx="8798814" cy="884858"/>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dirty="0"/>
                <a:t>Tell me about a time that you built a trust-based relationship with someone who was originally skeptical of you. What actions did you take that led to you being able build this relationship?</a:t>
              </a:r>
            </a:p>
            <a:p>
              <a:pPr lvl="1"/>
              <a:r>
                <a:rPr lang="en-US" sz="1000" dirty="0"/>
                <a:t>Tell me about a time you were involved with a team project that failed and why.</a:t>
              </a:r>
            </a:p>
            <a:p>
              <a:pPr lvl="1"/>
              <a:r>
                <a:rPr lang="en-US" sz="1000" dirty="0"/>
                <a:t>What do you think are the characteristics of a high-performing team and how will you approach fostering that within the teams you will be a part of?</a:t>
              </a:r>
            </a:p>
            <a:p>
              <a:pPr lvl="1"/>
              <a:r>
                <a:rPr lang="en-US" sz="1000" dirty="0"/>
                <a:t>Tell me how you create passion and energy in your team? Give me an example of when you have done this?</a:t>
              </a:r>
              <a:endParaRPr lang="en-GB" sz="1000" dirty="0"/>
            </a:p>
          </p:txBody>
        </p:sp>
        <p:sp>
          <p:nvSpPr>
            <p:cNvPr id="24" name="TextBox 23">
              <a:extLst>
                <a:ext uri="{FF2B5EF4-FFF2-40B4-BE49-F238E27FC236}">
                  <a16:creationId xmlns:a16="http://schemas.microsoft.com/office/drawing/2014/main" id="{E884DE41-D996-2448-92E3-63418901DDF3}"/>
                </a:ext>
              </a:extLst>
            </p:cNvPr>
            <p:cNvSpPr txBox="1">
              <a:spLocks/>
            </p:cNvSpPr>
            <p:nvPr/>
          </p:nvSpPr>
          <p:spPr>
            <a:xfrm>
              <a:off x="553498" y="3369143"/>
              <a:ext cx="2008728" cy="369332"/>
            </a:xfrm>
            <a:prstGeom prst="rect">
              <a:avLst/>
            </a:prstGeom>
          </p:spPr>
          <p:txBody>
            <a:bodyPr vert="horz" wrap="square" lIns="0" tIns="0" rIns="0" bIns="0" rtlCol="0" anchor="ctr">
              <a:sp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defTabSz="914400" fontAlgn="auto">
                <a:spcBef>
                  <a:spcPts val="0"/>
                </a:spcBef>
                <a:spcAft>
                  <a:spcPts val="0"/>
                </a:spcAft>
                <a:buClrTx/>
                <a:buSzTx/>
              </a:pPr>
              <a:r>
                <a:rPr lang="en-US" sz="1200" b="1" dirty="0"/>
                <a:t>Teamwork and leadership</a:t>
              </a:r>
            </a:p>
            <a:p>
              <a:pPr defTabSz="914400" fontAlgn="auto">
                <a:spcBef>
                  <a:spcPts val="0"/>
                </a:spcBef>
                <a:spcAft>
                  <a:spcPts val="0"/>
                </a:spcAft>
                <a:buClrTx/>
                <a:buSzTx/>
              </a:pPr>
              <a:r>
                <a:rPr lang="en-US" sz="1200" b="1" dirty="0">
                  <a:latin typeface="+mn-lt"/>
                </a:rPr>
                <a:t>~ </a:t>
              </a:r>
              <a:r>
                <a:rPr lang="en-US" sz="1200" b="1" dirty="0"/>
                <a:t>10 min</a:t>
              </a:r>
            </a:p>
          </p:txBody>
        </p:sp>
      </p:grpSp>
      <p:grpSp>
        <p:nvGrpSpPr>
          <p:cNvPr id="18" name="Group 17">
            <a:extLst>
              <a:ext uri="{FF2B5EF4-FFF2-40B4-BE49-F238E27FC236}">
                <a16:creationId xmlns:a16="http://schemas.microsoft.com/office/drawing/2014/main" id="{DD9A2B62-2B4C-26AC-D2E6-76162B2389DF}"/>
              </a:ext>
            </a:extLst>
          </p:cNvPr>
          <p:cNvGrpSpPr/>
          <p:nvPr/>
        </p:nvGrpSpPr>
        <p:grpSpPr>
          <a:xfrm>
            <a:off x="553497" y="5365152"/>
            <a:ext cx="11083767" cy="538609"/>
            <a:chOff x="553497" y="5365152"/>
            <a:chExt cx="11083767" cy="538609"/>
          </a:xfrm>
        </p:grpSpPr>
        <p:sp>
          <p:nvSpPr>
            <p:cNvPr id="35" name="TextBox 34">
              <a:extLst>
                <a:ext uri="{FF2B5EF4-FFF2-40B4-BE49-F238E27FC236}">
                  <a16:creationId xmlns:a16="http://schemas.microsoft.com/office/drawing/2014/main" id="{2BAF1F69-A28E-4A11-B8DE-9DB559D97BFD}"/>
                </a:ext>
              </a:extLst>
            </p:cNvPr>
            <p:cNvSpPr txBox="1">
              <a:spLocks/>
            </p:cNvSpPr>
            <p:nvPr/>
          </p:nvSpPr>
          <p:spPr>
            <a:xfrm>
              <a:off x="2838450" y="5365152"/>
              <a:ext cx="8798814" cy="538609"/>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dirty="0"/>
                <a:t>What approach to check to use to check that you have all the right details from a stakeholder? </a:t>
              </a:r>
            </a:p>
            <a:p>
              <a:pPr lvl="1"/>
              <a:r>
                <a:rPr lang="en-US" sz="1000" dirty="0"/>
                <a:t>What methods do you use to ensure quality, especially when under pressure to deliver on a deadline?</a:t>
              </a:r>
            </a:p>
            <a:p>
              <a:pPr lvl="1"/>
              <a:r>
                <a:rPr lang="en-US" sz="1000" dirty="0"/>
                <a:t>How do you manage daily tasks at work? Name the tools and technologies you use.</a:t>
              </a:r>
              <a:endParaRPr lang="en-GB" sz="1000" dirty="0"/>
            </a:p>
          </p:txBody>
        </p:sp>
        <p:sp>
          <p:nvSpPr>
            <p:cNvPr id="11" name="TextBox 10">
              <a:extLst>
                <a:ext uri="{FF2B5EF4-FFF2-40B4-BE49-F238E27FC236}">
                  <a16:creationId xmlns:a16="http://schemas.microsoft.com/office/drawing/2014/main" id="{1A559F40-EA34-6D35-10D7-C21934820459}"/>
                </a:ext>
              </a:extLst>
            </p:cNvPr>
            <p:cNvSpPr txBox="1">
              <a:spLocks/>
            </p:cNvSpPr>
            <p:nvPr/>
          </p:nvSpPr>
          <p:spPr>
            <a:xfrm>
              <a:off x="553497" y="5365152"/>
              <a:ext cx="2008728" cy="369332"/>
            </a:xfrm>
            <a:prstGeom prst="rect">
              <a:avLst/>
            </a:prstGeom>
          </p:spPr>
          <p:txBody>
            <a:bodyPr vert="horz" wrap="square" lIns="0" tIns="0" rIns="0" bIns="0" rtlCol="0" anchor="ctr">
              <a:spAutoFit/>
            </a:bodyPr>
            <a:lstStyle>
              <a:lvl1pPr lvl="0" indent="0" defTabSz="1218026" fontAlgn="base">
                <a:spcBef>
                  <a:spcPct val="0"/>
                </a:spcBef>
                <a:spcAft>
                  <a:spcPct val="0"/>
                </a:spcAft>
                <a:buClr>
                  <a:schemeClr val="tx2"/>
                </a:buClr>
                <a:buSzPct val="100000"/>
                <a:defRPr lang="x-none" sz="1600" baseline="0"/>
              </a:lvl1pPr>
              <a:lvl2pPr marL="193675" lvl="1" indent="-192088" defTabSz="1218026" fontAlgn="base">
                <a:spcBef>
                  <a:spcPct val="0"/>
                </a:spcBef>
                <a:spcAft>
                  <a:spcPct val="0"/>
                </a:spcAft>
                <a:buClr>
                  <a:schemeClr val="tx2"/>
                </a:buClr>
                <a:buSzPct val="125000"/>
                <a:buFont typeface="Arial" panose="020B0604020202020204" pitchFamily="34" charset="0"/>
                <a:buChar char="▪"/>
                <a:defRPr lang="x-none"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lang="x-none"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lang="x-none"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lang="x-none" sz="1600" baseline="0"/>
              </a:lvl5pPr>
              <a:lvl6pPr marL="1020030" indent="-177089" defTabSz="1218026" fontAlgn="base">
                <a:spcBef>
                  <a:spcPct val="0"/>
                </a:spcBef>
                <a:spcAft>
                  <a:spcPct val="0"/>
                </a:spcAft>
                <a:buClr>
                  <a:schemeClr val="tx2"/>
                </a:buClr>
                <a:buSzPct val="89000"/>
                <a:buFont typeface="Arial" charset="0"/>
                <a:buChar char="-"/>
                <a:defRPr lang="x-none" sz="2176" baseline="0"/>
              </a:lvl6pPr>
              <a:lvl7pPr marL="1020030" indent="-177089" defTabSz="1218026" fontAlgn="base">
                <a:spcBef>
                  <a:spcPct val="0"/>
                </a:spcBef>
                <a:spcAft>
                  <a:spcPct val="0"/>
                </a:spcAft>
                <a:buClr>
                  <a:schemeClr val="tx2"/>
                </a:buClr>
                <a:buSzPct val="89000"/>
                <a:buFont typeface="Arial" charset="0"/>
                <a:buChar char="-"/>
                <a:defRPr lang="x-none" sz="2176" baseline="0"/>
              </a:lvl7pPr>
              <a:lvl8pPr marL="1020030" indent="-177089" defTabSz="1218026" fontAlgn="base">
                <a:spcBef>
                  <a:spcPct val="0"/>
                </a:spcBef>
                <a:spcAft>
                  <a:spcPct val="0"/>
                </a:spcAft>
                <a:buClr>
                  <a:schemeClr val="tx2"/>
                </a:buClr>
                <a:buSzPct val="89000"/>
                <a:buFont typeface="Arial" charset="0"/>
                <a:buChar char="-"/>
                <a:defRPr lang="x-none" sz="2176" baseline="0"/>
              </a:lvl8pPr>
              <a:lvl9pPr marL="1020030" indent="-177089" defTabSz="1218026" fontAlgn="base">
                <a:spcBef>
                  <a:spcPct val="0"/>
                </a:spcBef>
                <a:spcAft>
                  <a:spcPct val="0"/>
                </a:spcAft>
                <a:buClr>
                  <a:schemeClr val="tx2"/>
                </a:buClr>
                <a:buSzPct val="89000"/>
                <a:buFont typeface="Arial" charset="0"/>
                <a:buChar char="-"/>
                <a:defRPr lang="x-none" sz="2176" baseline="0"/>
              </a:lvl9pPr>
            </a:lstStyle>
            <a:p>
              <a:pPr defTabSz="914400" fontAlgn="auto">
                <a:spcBef>
                  <a:spcPts val="0"/>
                </a:spcBef>
                <a:spcAft>
                  <a:spcPts val="0"/>
                </a:spcAft>
                <a:buClrTx/>
                <a:buSzTx/>
              </a:pPr>
              <a:r>
                <a:rPr lang="en-US" sz="1200" b="1" dirty="0"/>
                <a:t>Getting the work done</a:t>
              </a:r>
            </a:p>
            <a:p>
              <a:pPr defTabSz="914400" fontAlgn="auto">
                <a:spcBef>
                  <a:spcPts val="0"/>
                </a:spcBef>
                <a:spcAft>
                  <a:spcPts val="0"/>
                </a:spcAft>
                <a:buClrTx/>
                <a:buSzTx/>
              </a:pPr>
              <a:r>
                <a:rPr lang="en-US" sz="1200" b="1" dirty="0">
                  <a:latin typeface="+mn-lt"/>
                </a:rPr>
                <a:t>~ </a:t>
              </a:r>
              <a:r>
                <a:rPr lang="en-US" sz="1200" b="1" dirty="0"/>
                <a:t>5 min</a:t>
              </a:r>
            </a:p>
          </p:txBody>
        </p:sp>
      </p:grpSp>
      <p:grpSp>
        <p:nvGrpSpPr>
          <p:cNvPr id="21" name="Group 20">
            <a:extLst>
              <a:ext uri="{FF2B5EF4-FFF2-40B4-BE49-F238E27FC236}">
                <a16:creationId xmlns:a16="http://schemas.microsoft.com/office/drawing/2014/main" id="{7F2DD74A-2AD4-A139-FBEF-D5A24BD1E420}"/>
              </a:ext>
            </a:extLst>
          </p:cNvPr>
          <p:cNvGrpSpPr/>
          <p:nvPr/>
        </p:nvGrpSpPr>
        <p:grpSpPr>
          <a:xfrm>
            <a:off x="553498" y="2358474"/>
            <a:ext cx="11083766" cy="846386"/>
            <a:chOff x="553498" y="2330636"/>
            <a:chExt cx="11083766" cy="846386"/>
          </a:xfrm>
        </p:grpSpPr>
        <p:sp>
          <p:nvSpPr>
            <p:cNvPr id="37" name="TextBox 36">
              <a:extLst>
                <a:ext uri="{FF2B5EF4-FFF2-40B4-BE49-F238E27FC236}">
                  <a16:creationId xmlns:a16="http://schemas.microsoft.com/office/drawing/2014/main" id="{6AF10071-AECD-49A3-ABAA-5088537769BF}"/>
                </a:ext>
              </a:extLst>
            </p:cNvPr>
            <p:cNvSpPr txBox="1">
              <a:spLocks/>
            </p:cNvSpPr>
            <p:nvPr/>
          </p:nvSpPr>
          <p:spPr>
            <a:xfrm>
              <a:off x="2838450" y="2330636"/>
              <a:ext cx="8798814" cy="846386"/>
            </a:xfrm>
            <a:prstGeom prst="rect">
              <a:avLst/>
            </a:prstGeom>
          </p:spPr>
          <p:txBody>
            <a:bodyPr vert="horz" wrap="square" lIns="0" tIns="0" rIns="0" bIns="0" rtlCol="0" anchor="t"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dirty="0"/>
                <a:t>Tell me about a time that you strongly disagreed with a colleague on something you deemed to be very important to the project. What was it about and how did you handle it? How do you give feedback to others? </a:t>
              </a:r>
            </a:p>
            <a:p>
              <a:pPr lvl="1"/>
              <a:r>
                <a:rPr lang="en-US" sz="1000" dirty="0"/>
                <a:t>Tell me about a time you uncovered a significant problem in your team. What was it and how did you communicate it to your manager and to your peers or other stakeholders?</a:t>
              </a:r>
            </a:p>
            <a:p>
              <a:pPr lvl="1"/>
              <a:r>
                <a:rPr lang="en-US" sz="1000" dirty="0"/>
                <a:t>Tell me about a time you had significant, unanticipated obstacles to overcome in achieving a key goal. Were you eventually successful?</a:t>
              </a:r>
              <a:endParaRPr lang="en-GB" sz="1000" dirty="0"/>
            </a:p>
          </p:txBody>
        </p:sp>
        <p:sp>
          <p:nvSpPr>
            <p:cNvPr id="17" name="Rectangle 5">
              <a:extLst>
                <a:ext uri="{FF2B5EF4-FFF2-40B4-BE49-F238E27FC236}">
                  <a16:creationId xmlns:a16="http://schemas.microsoft.com/office/drawing/2014/main" id="{0AC514A0-69CE-5F58-C48A-FD3443CB5581}"/>
                </a:ext>
              </a:extLst>
            </p:cNvPr>
            <p:cNvSpPr txBox="1">
              <a:spLocks/>
            </p:cNvSpPr>
            <p:nvPr/>
          </p:nvSpPr>
          <p:spPr>
            <a:xfrm>
              <a:off x="553498" y="2330636"/>
              <a:ext cx="2008728" cy="369332"/>
            </a:xfrm>
            <a:prstGeom prst="rect">
              <a:avLst/>
            </a:prstGeom>
          </p:spPr>
          <p:txBody>
            <a:bodyPr vert="horz" wrap="square" lIns="0" tIns="0" rIns="0" bIns="0" rtlCol="0" anchor="ctr">
              <a:spAutoFit/>
            </a:bodyPr>
            <a:lstStyle>
              <a:defPPr>
                <a:defRPr lang="en-US"/>
              </a:defPPr>
              <a:lvl1pPr lvl="0" indent="0" fontAlgn="auto">
                <a:spcBef>
                  <a:spcPts val="0"/>
                </a:spcBef>
                <a:spcAft>
                  <a:spcPts val="0"/>
                </a:spcAft>
                <a:buClrTx/>
                <a:buSzTx/>
                <a:defRPr sz="1600" b="1" baseline="0">
                  <a:solidFill>
                    <a:schemeClr val="tx2"/>
                  </a:solidFill>
                </a:defRPr>
              </a:lvl1pPr>
              <a:lvl2pPr marL="193675" lvl="1" indent="-192088" defTabSz="1218026" fontAlgn="base">
                <a:spcBef>
                  <a:spcPct val="0"/>
                </a:spcBef>
                <a:spcAft>
                  <a:spcPct val="0"/>
                </a:spcAft>
                <a:buClr>
                  <a:schemeClr val="tx2"/>
                </a:buClr>
                <a:buSzPct val="125000"/>
                <a:buFont typeface="Arial" panose="020B0604020202020204" pitchFamily="34" charset="0"/>
                <a:buChar char="▪"/>
                <a:defRPr sz="1600" baseline="0"/>
              </a:lvl2pPr>
              <a:lvl3pPr marL="457200" lvl="2" indent="-265176" defTabSz="1218026" fontAlgn="base">
                <a:spcBef>
                  <a:spcPct val="0"/>
                </a:spcBef>
                <a:spcAft>
                  <a:spcPct val="0"/>
                </a:spcAft>
                <a:buClr>
                  <a:schemeClr val="tx2"/>
                </a:buClr>
                <a:buSzPct val="120000"/>
                <a:buFont typeface="Arial" panose="020B0604020202020204" pitchFamily="34" charset="0"/>
                <a:buChar char="–"/>
                <a:defRPr sz="1600" baseline="0"/>
              </a:lvl3pPr>
              <a:lvl4pPr marL="612648" lvl="3" indent="-155448" defTabSz="1218026" fontAlgn="base">
                <a:spcBef>
                  <a:spcPct val="0"/>
                </a:spcBef>
                <a:spcAft>
                  <a:spcPct val="0"/>
                </a:spcAft>
                <a:buClr>
                  <a:schemeClr val="tx2"/>
                </a:buClr>
                <a:buSzPct val="120000"/>
                <a:buFont typeface="Arial" panose="020B0604020202020204" pitchFamily="34" charset="0"/>
                <a:buChar char="▫"/>
                <a:defRPr sz="1600" baseline="0"/>
              </a:lvl4pPr>
              <a:lvl5pPr marL="749808" lvl="4" indent="-128016" defTabSz="1218026" fontAlgn="base">
                <a:spcBef>
                  <a:spcPct val="0"/>
                </a:spcBef>
                <a:spcAft>
                  <a:spcPct val="0"/>
                </a:spcAft>
                <a:buClr>
                  <a:schemeClr val="tx2"/>
                </a:buClr>
                <a:buSzPct val="89000"/>
                <a:buFont typeface="Arial" panose="020B0604020202020204" pitchFamily="34" charset="0"/>
                <a:buChar char="-"/>
                <a:defRPr sz="1600" baseline="0"/>
              </a:lvl5pPr>
              <a:lvl6pPr marL="1020030" indent="-177089" defTabSz="1218026" fontAlgn="base">
                <a:spcBef>
                  <a:spcPct val="0"/>
                </a:spcBef>
                <a:spcAft>
                  <a:spcPct val="0"/>
                </a:spcAft>
                <a:buClr>
                  <a:schemeClr val="tx2"/>
                </a:buClr>
                <a:buSzPct val="89000"/>
                <a:buFont typeface="Arial" charset="0"/>
                <a:buChar char="-"/>
                <a:defRPr sz="2176" baseline="0"/>
              </a:lvl6pPr>
              <a:lvl7pPr marL="1020030" indent="-177089" defTabSz="1218026" fontAlgn="base">
                <a:spcBef>
                  <a:spcPct val="0"/>
                </a:spcBef>
                <a:spcAft>
                  <a:spcPct val="0"/>
                </a:spcAft>
                <a:buClr>
                  <a:schemeClr val="tx2"/>
                </a:buClr>
                <a:buSzPct val="89000"/>
                <a:buFont typeface="Arial" charset="0"/>
                <a:buChar char="-"/>
                <a:defRPr sz="2176" baseline="0"/>
              </a:lvl7pPr>
              <a:lvl8pPr marL="1020030" indent="-177089" defTabSz="1218026" fontAlgn="base">
                <a:spcBef>
                  <a:spcPct val="0"/>
                </a:spcBef>
                <a:spcAft>
                  <a:spcPct val="0"/>
                </a:spcAft>
                <a:buClr>
                  <a:schemeClr val="tx2"/>
                </a:buClr>
                <a:buSzPct val="89000"/>
                <a:buFont typeface="Arial" charset="0"/>
                <a:buChar char="-"/>
                <a:defRPr sz="2176" baseline="0"/>
              </a:lvl8pPr>
              <a:lvl9pPr marL="1020030" indent="-177089" defTabSz="1218026" fontAlgn="base">
                <a:spcBef>
                  <a:spcPct val="0"/>
                </a:spcBef>
                <a:spcAft>
                  <a:spcPct val="0"/>
                </a:spcAft>
                <a:buClr>
                  <a:schemeClr val="tx2"/>
                </a:buClr>
                <a:buSzPct val="89000"/>
                <a:buFont typeface="Arial" charset="0"/>
                <a:buChar char="-"/>
                <a:defRPr sz="2176" baseline="0"/>
              </a:lvl9pPr>
            </a:lstStyle>
            <a:p>
              <a:r>
                <a:rPr lang="en-US" sz="1200" dirty="0">
                  <a:solidFill>
                    <a:schemeClr val="tx1"/>
                  </a:solidFill>
                </a:rPr>
                <a:t>Growth &amp; Development</a:t>
              </a:r>
            </a:p>
            <a:p>
              <a:r>
                <a:rPr lang="en-US" sz="1200" b="1" dirty="0">
                  <a:solidFill>
                    <a:schemeClr val="tx1"/>
                  </a:solidFill>
                  <a:latin typeface="+mn-lt"/>
                </a:rPr>
                <a:t>~ </a:t>
              </a:r>
              <a:r>
                <a:rPr lang="en-US" sz="1200" b="1" dirty="0">
                  <a:solidFill>
                    <a:schemeClr val="tx1"/>
                  </a:solidFill>
                </a:rPr>
                <a:t>10 min</a:t>
              </a:r>
            </a:p>
          </p:txBody>
        </p:sp>
      </p:grpSp>
      <p:sp>
        <p:nvSpPr>
          <p:cNvPr id="2" name="TextBox 1">
            <a:extLst>
              <a:ext uri="{FF2B5EF4-FFF2-40B4-BE49-F238E27FC236}">
                <a16:creationId xmlns:a16="http://schemas.microsoft.com/office/drawing/2014/main" id="{74F3358D-AAA3-332F-D323-919339AEF6D9}"/>
              </a:ext>
            </a:extLst>
          </p:cNvPr>
          <p:cNvSpPr txBox="1">
            <a:spLocks/>
          </p:cNvSpPr>
          <p:nvPr/>
        </p:nvSpPr>
        <p:spPr>
          <a:xfrm>
            <a:off x="553498" y="5959683"/>
            <a:ext cx="11082528" cy="392187"/>
          </a:xfrm>
          <a:prstGeom prst="rect">
            <a:avLst/>
          </a:prstGeom>
          <a:solidFill>
            <a:schemeClr val="accent1"/>
          </a:solidFill>
        </p:spPr>
        <p:txBody>
          <a:bodyPr vert="horz" wrap="square" lIns="0" tIns="0" rIns="0" bIns="18288" rtlCol="0" anchor="ctr" anchorCtr="0">
            <a:no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GB" sz="1200" b="1" dirty="0">
                <a:solidFill>
                  <a:schemeClr val="bg2"/>
                </a:solidFill>
              </a:rPr>
              <a:t>We suggest to leave 5 minutes at the end of the interview for questions from the candidate</a:t>
            </a:r>
          </a:p>
        </p:txBody>
      </p:sp>
      <p:sp>
        <p:nvSpPr>
          <p:cNvPr id="8" name="Sticky">
            <a:extLst>
              <a:ext uri="{FF2B5EF4-FFF2-40B4-BE49-F238E27FC236}">
                <a16:creationId xmlns:a16="http://schemas.microsoft.com/office/drawing/2014/main" id="{6E891E26-8532-AFB9-30ED-FC957C86190A}"/>
              </a:ext>
            </a:extLst>
          </p:cNvPr>
          <p:cNvSpPr/>
          <p:nvPr>
            <p:custDataLst>
              <p:tags r:id="rId4"/>
            </p:custDataLst>
          </p:nvPr>
        </p:nvSpPr>
        <p:spPr>
          <a:xfrm>
            <a:off x="8341895" y="-2597"/>
            <a:ext cx="3850105" cy="620318"/>
          </a:xfrm>
          <a:prstGeom prst="foldedCorner">
            <a:avLst>
              <a:gd name="adj" fmla="val 0"/>
            </a:avLst>
          </a:prstGeom>
          <a:solidFill>
            <a:srgbClr val="FAA08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GB" sz="1050" b="1" dirty="0">
                <a:solidFill>
                  <a:srgbClr val="000000"/>
                </a:solidFill>
              </a:rPr>
              <a:t>Note</a:t>
            </a:r>
            <a:r>
              <a:rPr lang="en-GB" sz="1050" dirty="0">
                <a:solidFill>
                  <a:srgbClr val="000000"/>
                </a:solidFill>
              </a:rPr>
              <a:t>: tech stack included in the role descriptions and interview questions (Angular &amp; Node.js) should be adjusted to match the tech stack of the given context before sharing this material</a:t>
            </a:r>
          </a:p>
        </p:txBody>
      </p:sp>
    </p:spTree>
    <p:extLst>
      <p:ext uri="{BB962C8B-B14F-4D97-AF65-F5344CB8AC3E}">
        <p14:creationId xmlns:p14="http://schemas.microsoft.com/office/powerpoint/2010/main" val="3581383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5FAB133-EFFB-4036-B39E-6AE2321197A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7" name="Object 6" hidden="1">
                        <a:extLst>
                          <a:ext uri="{FF2B5EF4-FFF2-40B4-BE49-F238E27FC236}">
                            <a16:creationId xmlns:a16="http://schemas.microsoft.com/office/drawing/2014/main" id="{F5FAB133-EFFB-4036-B39E-6AE2321197A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BC7E3C2B-5AB8-D246-B435-488DD655FA9A}"/>
              </a:ext>
            </a:extLst>
          </p:cNvPr>
          <p:cNvSpPr txBox="1">
            <a:spLocks/>
          </p:cNvSpPr>
          <p:nvPr/>
        </p:nvSpPr>
        <p:spPr>
          <a:xfrm>
            <a:off x="554737" y="2103746"/>
            <a:ext cx="8207299" cy="246221"/>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b="1" dirty="0"/>
              <a:t>Assessment sheet for interviewers</a:t>
            </a:r>
          </a:p>
        </p:txBody>
      </p:sp>
      <p:cxnSp>
        <p:nvCxnSpPr>
          <p:cNvPr id="18" name="Straight Connector 17">
            <a:extLst>
              <a:ext uri="{FF2B5EF4-FFF2-40B4-BE49-F238E27FC236}">
                <a16:creationId xmlns:a16="http://schemas.microsoft.com/office/drawing/2014/main" id="{1DF07B05-80D3-D44F-A7BB-B02CE87C64B8}"/>
              </a:ext>
            </a:extLst>
          </p:cNvPr>
          <p:cNvCxnSpPr>
            <a:cxnSpLocks/>
          </p:cNvCxnSpPr>
          <p:nvPr/>
        </p:nvCxnSpPr>
        <p:spPr>
          <a:xfrm>
            <a:off x="554736" y="3897060"/>
            <a:ext cx="8207299"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9585967-893D-724C-B87E-95F9D1EE75BF}"/>
              </a:ext>
            </a:extLst>
          </p:cNvPr>
          <p:cNvCxnSpPr>
            <a:cxnSpLocks/>
          </p:cNvCxnSpPr>
          <p:nvPr/>
        </p:nvCxnSpPr>
        <p:spPr>
          <a:xfrm>
            <a:off x="554736" y="2959412"/>
            <a:ext cx="8207299"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82F5156-7C5B-B046-BF31-B3BA644B20A0}"/>
              </a:ext>
            </a:extLst>
          </p:cNvPr>
          <p:cNvCxnSpPr>
            <a:cxnSpLocks/>
          </p:cNvCxnSpPr>
          <p:nvPr/>
        </p:nvCxnSpPr>
        <p:spPr>
          <a:xfrm>
            <a:off x="554736" y="4650042"/>
            <a:ext cx="8207299"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6FAE3B9-FF61-6342-8C76-2C218B5C8D41}"/>
              </a:ext>
            </a:extLst>
          </p:cNvPr>
          <p:cNvCxnSpPr>
            <a:cxnSpLocks/>
          </p:cNvCxnSpPr>
          <p:nvPr/>
        </p:nvCxnSpPr>
        <p:spPr>
          <a:xfrm>
            <a:off x="554736" y="5403024"/>
            <a:ext cx="8207299"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9EA8F55B-D423-25AD-36DF-E4011E652746}"/>
              </a:ext>
            </a:extLst>
          </p:cNvPr>
          <p:cNvGrpSpPr/>
          <p:nvPr/>
        </p:nvGrpSpPr>
        <p:grpSpPr>
          <a:xfrm>
            <a:off x="554737" y="2582921"/>
            <a:ext cx="4480063" cy="184666"/>
            <a:chOff x="554737" y="2399217"/>
            <a:chExt cx="4480063" cy="184666"/>
          </a:xfrm>
        </p:grpSpPr>
        <p:sp>
          <p:nvSpPr>
            <p:cNvPr id="26" name="TextBox 25">
              <a:extLst>
                <a:ext uri="{FF2B5EF4-FFF2-40B4-BE49-F238E27FC236}">
                  <a16:creationId xmlns:a16="http://schemas.microsoft.com/office/drawing/2014/main" id="{2111D152-DAC9-584E-8A50-2514F8E5CCF4}"/>
                </a:ext>
              </a:extLst>
            </p:cNvPr>
            <p:cNvSpPr txBox="1">
              <a:spLocks/>
            </p:cNvSpPr>
            <p:nvPr/>
          </p:nvSpPr>
          <p:spPr>
            <a:xfrm>
              <a:off x="554737" y="2399217"/>
              <a:ext cx="131886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t>Decision to hire </a:t>
              </a:r>
            </a:p>
          </p:txBody>
        </p:sp>
        <p:sp>
          <p:nvSpPr>
            <p:cNvPr id="28" name="TextBox 27">
              <a:extLst>
                <a:ext uri="{FF2B5EF4-FFF2-40B4-BE49-F238E27FC236}">
                  <a16:creationId xmlns:a16="http://schemas.microsoft.com/office/drawing/2014/main" id="{775BC109-6D5A-094A-A103-530498F2103E}"/>
                </a:ext>
              </a:extLst>
            </p:cNvPr>
            <p:cNvSpPr txBox="1">
              <a:spLocks/>
            </p:cNvSpPr>
            <p:nvPr/>
          </p:nvSpPr>
          <p:spPr>
            <a:xfrm>
              <a:off x="3564909" y="2399217"/>
              <a:ext cx="1469891" cy="184666"/>
            </a:xfrm>
            <a:prstGeom prst="rect">
              <a:avLst/>
            </a:prstGeom>
          </p:spPr>
          <p:txBody>
            <a:bodyPr vert="horz" wrap="square" lIns="0" tIns="0" rIns="0" bIns="0" rtlCol="0">
              <a:spAutoFit/>
            </a:bodyPr>
            <a:lstStyle>
              <a:lvl1pPr marL="0" lvl="0" indent="0" defTabSz="913526" eaLnBrk="1" latinLnBrk="0" hangingPunct="1">
                <a:buClr>
                  <a:schemeClr val="tx2"/>
                </a:buClr>
                <a:buSzPct val="100000"/>
                <a:defRPr sz="1600" baseline="0">
                  <a:latin typeface="+mn-lt"/>
                </a:defRPr>
              </a:lvl1pPr>
              <a:lvl2pPr marL="197607" lvl="1" indent="-195987" defTabSz="913526" eaLnBrk="1" latinLnBrk="0" hangingPunct="1">
                <a:buClr>
                  <a:schemeClr val="tx2"/>
                </a:buClr>
                <a:buSzPct val="125000"/>
                <a:buFont typeface="Arial" charset="0"/>
                <a:buChar char="▪"/>
                <a:defRPr sz="1600" baseline="0">
                  <a:latin typeface="+mn-lt"/>
                </a:defRPr>
              </a:lvl2pPr>
              <a:lvl3pPr marL="466481" lvl="2" indent="-267255" defTabSz="913526" eaLnBrk="1" latinLnBrk="0" hangingPunct="1">
                <a:buClr>
                  <a:schemeClr val="tx2"/>
                </a:buClr>
                <a:buSzPct val="120000"/>
                <a:buFont typeface="Arial" charset="0"/>
                <a:buChar char="–"/>
                <a:defRPr sz="1600" baseline="0">
                  <a:latin typeface="+mn-lt"/>
                </a:defRPr>
              </a:lvl3pPr>
              <a:lvl4pPr marL="626835" lvl="3" indent="-158733" defTabSz="913526" eaLnBrk="1" latinLnBrk="0" hangingPunct="1">
                <a:buClr>
                  <a:schemeClr val="tx2"/>
                </a:buClr>
                <a:buSzPct val="120000"/>
                <a:buFont typeface="Arial" charset="0"/>
                <a:buChar char="▫"/>
                <a:defRPr sz="1600" baseline="0">
                  <a:latin typeface="+mn-lt"/>
                </a:defRPr>
              </a:lvl4pPr>
              <a:lvl5pPr marL="765029" lvl="4" indent="-132818" defTabSz="913526" eaLnBrk="1" latinLnBrk="0" hangingPunct="1">
                <a:buClr>
                  <a:schemeClr val="tx2"/>
                </a:buClr>
                <a:buSzPct val="89000"/>
                <a:buFont typeface="Arial" charset="0"/>
                <a:buChar char="-"/>
                <a:defRPr sz="1600" baseline="0">
                  <a:latin typeface="+mn-lt"/>
                </a:defRPr>
              </a:lvl5pPr>
              <a:lvl6pPr marL="765029" indent="-132818" defTabSz="913526" fontAlgn="base">
                <a:spcBef>
                  <a:spcPct val="0"/>
                </a:spcBef>
                <a:spcAft>
                  <a:spcPct val="0"/>
                </a:spcAft>
                <a:buClr>
                  <a:schemeClr val="tx2"/>
                </a:buClr>
                <a:buSzPct val="89000"/>
                <a:buFont typeface="Arial" charset="0"/>
                <a:buChar char="-"/>
                <a:defRPr baseline="0">
                  <a:latin typeface="+mn-lt"/>
                </a:defRPr>
              </a:lvl6pPr>
              <a:lvl7pPr marL="765029" indent="-132818" defTabSz="913526" fontAlgn="base">
                <a:spcBef>
                  <a:spcPct val="0"/>
                </a:spcBef>
                <a:spcAft>
                  <a:spcPct val="0"/>
                </a:spcAft>
                <a:buClr>
                  <a:schemeClr val="tx2"/>
                </a:buClr>
                <a:buSzPct val="89000"/>
                <a:buFont typeface="Arial" charset="0"/>
                <a:buChar char="-"/>
                <a:defRPr baseline="0">
                  <a:latin typeface="+mn-lt"/>
                </a:defRPr>
              </a:lvl7pPr>
              <a:lvl8pPr marL="765029" indent="-132818" defTabSz="913526" fontAlgn="base">
                <a:spcBef>
                  <a:spcPct val="0"/>
                </a:spcBef>
                <a:spcAft>
                  <a:spcPct val="0"/>
                </a:spcAft>
                <a:buClr>
                  <a:schemeClr val="tx2"/>
                </a:buClr>
                <a:buSzPct val="89000"/>
                <a:buFont typeface="Arial" charset="0"/>
                <a:buChar char="-"/>
                <a:defRPr baseline="0">
                  <a:latin typeface="+mn-lt"/>
                </a:defRPr>
              </a:lvl8pPr>
              <a:lvl9pPr marL="765029" indent="-132818" defTabSz="913526" fontAlgn="base">
                <a:spcBef>
                  <a:spcPct val="0"/>
                </a:spcBef>
                <a:spcAft>
                  <a:spcPct val="0"/>
                </a:spcAft>
                <a:buClr>
                  <a:schemeClr val="tx2"/>
                </a:buClr>
                <a:buSzPct val="89000"/>
                <a:buFont typeface="Arial" charset="0"/>
                <a:buChar char="-"/>
                <a:defRPr baseline="0">
                  <a:latin typeface="+mn-lt"/>
                </a:defRPr>
              </a:lvl9pPr>
            </a:lstStyle>
            <a:p>
              <a:pPr>
                <a:buClr>
                  <a:srgbClr val="101820"/>
                </a:buClr>
                <a:buSzPct val="125000"/>
                <a:defRPr/>
              </a:pPr>
              <a:r>
                <a:rPr kumimoji="0" lang="en-US" sz="1200" b="0" i="0" u="none" strike="noStrike" kern="1200" cap="none" spc="0" normalizeH="0" baseline="0" noProof="0" dirty="0">
                  <a:ln>
                    <a:noFill/>
                  </a:ln>
                  <a:solidFill>
                    <a:srgbClr val="53565A"/>
                  </a:solidFill>
                  <a:effectLst/>
                  <a:uLnTx/>
                  <a:uFillTx/>
                  <a:ea typeface="+mn-ea"/>
                  <a:cs typeface="+mn-cs"/>
                </a:rPr>
                <a:t>Not inclined</a:t>
              </a:r>
            </a:p>
          </p:txBody>
        </p:sp>
        <p:sp>
          <p:nvSpPr>
            <p:cNvPr id="27" name="TextBox 26">
              <a:extLst>
                <a:ext uri="{FF2B5EF4-FFF2-40B4-BE49-F238E27FC236}">
                  <a16:creationId xmlns:a16="http://schemas.microsoft.com/office/drawing/2014/main" id="{20356241-1C14-B54E-9C69-3708F00AE10E}"/>
                </a:ext>
              </a:extLst>
            </p:cNvPr>
            <p:cNvSpPr txBox="1">
              <a:spLocks/>
            </p:cNvSpPr>
            <p:nvPr/>
          </p:nvSpPr>
          <p:spPr>
            <a:xfrm>
              <a:off x="2432057" y="2399217"/>
              <a:ext cx="570669" cy="184666"/>
            </a:xfrm>
            <a:prstGeom prst="rect">
              <a:avLst/>
            </a:prstGeom>
          </p:spPr>
          <p:txBody>
            <a:bodyPr vert="horz" wrap="none" lIns="0" tIns="0" rIns="0" bIns="0" rtlCol="0">
              <a:spAutoFit/>
            </a:bodyPr>
            <a:lstStyle>
              <a:lvl1pPr marL="0" lvl="0" indent="0" defTabSz="913526" eaLnBrk="1" latinLnBrk="0" hangingPunct="1">
                <a:buClr>
                  <a:schemeClr val="tx2"/>
                </a:buClr>
                <a:buSzPct val="100000"/>
                <a:defRPr sz="1600" baseline="0">
                  <a:latin typeface="+mn-lt"/>
                </a:defRPr>
              </a:lvl1pPr>
              <a:lvl2pPr marL="197607" lvl="1" indent="-195987" defTabSz="913526" eaLnBrk="1" latinLnBrk="0" hangingPunct="1">
                <a:buClr>
                  <a:schemeClr val="tx2"/>
                </a:buClr>
                <a:buSzPct val="125000"/>
                <a:buFont typeface="Arial" charset="0"/>
                <a:buChar char="▪"/>
                <a:defRPr sz="1600" baseline="0">
                  <a:latin typeface="+mn-lt"/>
                </a:defRPr>
              </a:lvl2pPr>
              <a:lvl3pPr marL="466481" lvl="2" indent="-267255" defTabSz="913526" eaLnBrk="1" latinLnBrk="0" hangingPunct="1">
                <a:buClr>
                  <a:schemeClr val="tx2"/>
                </a:buClr>
                <a:buSzPct val="120000"/>
                <a:buFont typeface="Arial" charset="0"/>
                <a:buChar char="–"/>
                <a:defRPr sz="1600" baseline="0">
                  <a:latin typeface="+mn-lt"/>
                </a:defRPr>
              </a:lvl3pPr>
              <a:lvl4pPr marL="626835" lvl="3" indent="-158733" defTabSz="913526" eaLnBrk="1" latinLnBrk="0" hangingPunct="1">
                <a:buClr>
                  <a:schemeClr val="tx2"/>
                </a:buClr>
                <a:buSzPct val="120000"/>
                <a:buFont typeface="Arial" charset="0"/>
                <a:buChar char="▫"/>
                <a:defRPr sz="1600" baseline="0">
                  <a:latin typeface="+mn-lt"/>
                </a:defRPr>
              </a:lvl4pPr>
              <a:lvl5pPr marL="765029" lvl="4" indent="-132818" defTabSz="913526" eaLnBrk="1" latinLnBrk="0" hangingPunct="1">
                <a:buClr>
                  <a:schemeClr val="tx2"/>
                </a:buClr>
                <a:buSzPct val="89000"/>
                <a:buFont typeface="Arial" charset="0"/>
                <a:buChar char="-"/>
                <a:defRPr sz="1600" baseline="0">
                  <a:latin typeface="+mn-lt"/>
                </a:defRPr>
              </a:lvl5pPr>
              <a:lvl6pPr marL="765029" indent="-132818" defTabSz="913526" fontAlgn="base">
                <a:spcBef>
                  <a:spcPct val="0"/>
                </a:spcBef>
                <a:spcAft>
                  <a:spcPct val="0"/>
                </a:spcAft>
                <a:buClr>
                  <a:schemeClr val="tx2"/>
                </a:buClr>
                <a:buSzPct val="89000"/>
                <a:buFont typeface="Arial" charset="0"/>
                <a:buChar char="-"/>
                <a:defRPr baseline="0">
                  <a:latin typeface="+mn-lt"/>
                </a:defRPr>
              </a:lvl6pPr>
              <a:lvl7pPr marL="765029" indent="-132818" defTabSz="913526" fontAlgn="base">
                <a:spcBef>
                  <a:spcPct val="0"/>
                </a:spcBef>
                <a:spcAft>
                  <a:spcPct val="0"/>
                </a:spcAft>
                <a:buClr>
                  <a:schemeClr val="tx2"/>
                </a:buClr>
                <a:buSzPct val="89000"/>
                <a:buFont typeface="Arial" charset="0"/>
                <a:buChar char="-"/>
                <a:defRPr baseline="0">
                  <a:latin typeface="+mn-lt"/>
                </a:defRPr>
              </a:lvl7pPr>
              <a:lvl8pPr marL="765029" indent="-132818" defTabSz="913526" fontAlgn="base">
                <a:spcBef>
                  <a:spcPct val="0"/>
                </a:spcBef>
                <a:spcAft>
                  <a:spcPct val="0"/>
                </a:spcAft>
                <a:buClr>
                  <a:schemeClr val="tx2"/>
                </a:buClr>
                <a:buSzPct val="89000"/>
                <a:buFont typeface="Arial" charset="0"/>
                <a:buChar char="-"/>
                <a:defRPr baseline="0">
                  <a:latin typeface="+mn-lt"/>
                </a:defRPr>
              </a:lvl8pPr>
              <a:lvl9pPr marL="765029" indent="-132818" defTabSz="913526" fontAlgn="base">
                <a:spcBef>
                  <a:spcPct val="0"/>
                </a:spcBef>
                <a:spcAft>
                  <a:spcPct val="0"/>
                </a:spcAft>
                <a:buClr>
                  <a:schemeClr val="tx2"/>
                </a:buClr>
                <a:buSzPct val="89000"/>
                <a:buFont typeface="Arial" charset="0"/>
                <a:buChar char="-"/>
                <a:defRPr baseline="0">
                  <a:latin typeface="+mn-lt"/>
                </a:defRPr>
              </a:lvl9pPr>
            </a:lstStyle>
            <a:p>
              <a:pPr>
                <a:buClr>
                  <a:srgbClr val="101820"/>
                </a:buClr>
                <a:buSzPct val="125000"/>
                <a:defRPr/>
              </a:pPr>
              <a:r>
                <a:rPr kumimoji="0" lang="en-US" sz="1200" b="0" i="0" u="none" strike="noStrike" kern="1200" cap="none" spc="0" normalizeH="0" baseline="0" noProof="0" dirty="0">
                  <a:ln>
                    <a:noFill/>
                  </a:ln>
                  <a:solidFill>
                    <a:srgbClr val="53565A"/>
                  </a:solidFill>
                  <a:effectLst/>
                  <a:uLnTx/>
                  <a:uFillTx/>
                  <a:ea typeface="+mn-ea"/>
                  <a:cs typeface="+mn-cs"/>
                </a:rPr>
                <a:t>Inclined </a:t>
              </a:r>
            </a:p>
          </p:txBody>
        </p:sp>
        <p:sp>
          <p:nvSpPr>
            <p:cNvPr id="29" name="Rectangle 28">
              <a:extLst>
                <a:ext uri="{FF2B5EF4-FFF2-40B4-BE49-F238E27FC236}">
                  <a16:creationId xmlns:a16="http://schemas.microsoft.com/office/drawing/2014/main" id="{47CF6F0E-9040-6F46-A723-1DED50FD85DF}"/>
                </a:ext>
              </a:extLst>
            </p:cNvPr>
            <p:cNvSpPr/>
            <p:nvPr/>
          </p:nvSpPr>
          <p:spPr>
            <a:xfrm>
              <a:off x="2197191" y="2399217"/>
              <a:ext cx="182880" cy="182880"/>
            </a:xfrm>
            <a:prstGeom prst="rect">
              <a:avLst/>
            </a:prstGeom>
            <a:noFill/>
            <a:ln w="12700" cap="sq">
              <a:solidFill>
                <a:srgbClr val="7F7F7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200" dirty="0" err="1">
                <a:solidFill>
                  <a:schemeClr val="bg1"/>
                </a:solidFill>
              </a:endParaRPr>
            </a:p>
          </p:txBody>
        </p:sp>
        <p:sp>
          <p:nvSpPr>
            <p:cNvPr id="30" name="Rectangle 29">
              <a:extLst>
                <a:ext uri="{FF2B5EF4-FFF2-40B4-BE49-F238E27FC236}">
                  <a16:creationId xmlns:a16="http://schemas.microsoft.com/office/drawing/2014/main" id="{5D267BD6-8B2D-734D-B3D1-FAE6C1C2C752}"/>
                </a:ext>
              </a:extLst>
            </p:cNvPr>
            <p:cNvSpPr/>
            <p:nvPr/>
          </p:nvSpPr>
          <p:spPr>
            <a:xfrm>
              <a:off x="3330043" y="2399217"/>
              <a:ext cx="182880" cy="182880"/>
            </a:xfrm>
            <a:prstGeom prst="rect">
              <a:avLst/>
            </a:prstGeom>
            <a:noFill/>
            <a:ln w="12700" cap="sq">
              <a:solidFill>
                <a:srgbClr val="7F7F7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200" dirty="0" err="1">
                <a:solidFill>
                  <a:schemeClr val="bg1"/>
                </a:solidFill>
              </a:endParaRPr>
            </a:p>
          </p:txBody>
        </p:sp>
      </p:grpSp>
      <p:grpSp>
        <p:nvGrpSpPr>
          <p:cNvPr id="11" name="Group 10">
            <a:extLst>
              <a:ext uri="{FF2B5EF4-FFF2-40B4-BE49-F238E27FC236}">
                <a16:creationId xmlns:a16="http://schemas.microsoft.com/office/drawing/2014/main" id="{7924AA0B-0080-D7DB-1B7B-85DDC4BA81D7}"/>
              </a:ext>
            </a:extLst>
          </p:cNvPr>
          <p:cNvGrpSpPr>
            <a:grpSpLocks/>
          </p:cNvGrpSpPr>
          <p:nvPr/>
        </p:nvGrpSpPr>
        <p:grpSpPr>
          <a:xfrm>
            <a:off x="554737" y="4088885"/>
            <a:ext cx="8207299" cy="369332"/>
            <a:chOff x="554737" y="3937665"/>
            <a:chExt cx="8207298" cy="369332"/>
          </a:xfrm>
        </p:grpSpPr>
        <p:sp>
          <p:nvSpPr>
            <p:cNvPr id="22" name="TextBox 21">
              <a:extLst>
                <a:ext uri="{FF2B5EF4-FFF2-40B4-BE49-F238E27FC236}">
                  <a16:creationId xmlns:a16="http://schemas.microsoft.com/office/drawing/2014/main" id="{B00CAE1C-77C6-444F-9D6F-5244DDA8EA60}"/>
                </a:ext>
              </a:extLst>
            </p:cNvPr>
            <p:cNvSpPr txBox="1">
              <a:spLocks/>
            </p:cNvSpPr>
            <p:nvPr/>
          </p:nvSpPr>
          <p:spPr>
            <a:xfrm>
              <a:off x="554737" y="3937665"/>
              <a:ext cx="1318869"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t>Distinctive </a:t>
              </a:r>
              <a:br>
                <a:rPr lang="en-GB" sz="1200" b="1" dirty="0"/>
              </a:br>
              <a:r>
                <a:rPr lang="en-GB" sz="1200" b="1" dirty="0"/>
                <a:t>qualities</a:t>
              </a:r>
            </a:p>
          </p:txBody>
        </p:sp>
        <p:sp>
          <p:nvSpPr>
            <p:cNvPr id="31" name="TextBox 30">
              <a:extLst>
                <a:ext uri="{FF2B5EF4-FFF2-40B4-BE49-F238E27FC236}">
                  <a16:creationId xmlns:a16="http://schemas.microsoft.com/office/drawing/2014/main" id="{854CD5C7-ACAC-5744-B7E8-3E77A5DD5CCC}"/>
                </a:ext>
              </a:extLst>
            </p:cNvPr>
            <p:cNvSpPr txBox="1">
              <a:spLocks/>
            </p:cNvSpPr>
            <p:nvPr/>
          </p:nvSpPr>
          <p:spPr>
            <a:xfrm>
              <a:off x="2197191" y="3937665"/>
              <a:ext cx="6564844"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dirty="0"/>
                <a:t>Free text</a:t>
              </a:r>
            </a:p>
          </p:txBody>
        </p:sp>
      </p:grpSp>
      <p:grpSp>
        <p:nvGrpSpPr>
          <p:cNvPr id="12" name="Group 11">
            <a:extLst>
              <a:ext uri="{FF2B5EF4-FFF2-40B4-BE49-F238E27FC236}">
                <a16:creationId xmlns:a16="http://schemas.microsoft.com/office/drawing/2014/main" id="{AE557C09-98B2-9098-66DE-679069CEEB24}"/>
              </a:ext>
            </a:extLst>
          </p:cNvPr>
          <p:cNvGrpSpPr>
            <a:grpSpLocks/>
          </p:cNvGrpSpPr>
          <p:nvPr/>
        </p:nvGrpSpPr>
        <p:grpSpPr>
          <a:xfrm>
            <a:off x="554737" y="3151237"/>
            <a:ext cx="8207299" cy="553998"/>
            <a:chOff x="554737" y="2983775"/>
            <a:chExt cx="8207298" cy="553998"/>
          </a:xfrm>
        </p:grpSpPr>
        <p:sp>
          <p:nvSpPr>
            <p:cNvPr id="23" name="TextBox 22">
              <a:extLst>
                <a:ext uri="{FF2B5EF4-FFF2-40B4-BE49-F238E27FC236}">
                  <a16:creationId xmlns:a16="http://schemas.microsoft.com/office/drawing/2014/main" id="{19C4EB73-CD92-674C-9F91-6B91A1F26D64}"/>
                </a:ext>
              </a:extLst>
            </p:cNvPr>
            <p:cNvSpPr txBox="1">
              <a:spLocks/>
            </p:cNvSpPr>
            <p:nvPr/>
          </p:nvSpPr>
          <p:spPr>
            <a:xfrm>
              <a:off x="554737" y="2983775"/>
              <a:ext cx="1318869"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Why are you inclined/not inclined to hire?</a:t>
              </a:r>
              <a:endParaRPr lang="en-GB" sz="1200" b="1" dirty="0"/>
            </a:p>
          </p:txBody>
        </p:sp>
        <p:sp>
          <p:nvSpPr>
            <p:cNvPr id="32" name="TextBox 31">
              <a:extLst>
                <a:ext uri="{FF2B5EF4-FFF2-40B4-BE49-F238E27FC236}">
                  <a16:creationId xmlns:a16="http://schemas.microsoft.com/office/drawing/2014/main" id="{D94C51F4-B4BC-554F-9760-A782F55B8407}"/>
                </a:ext>
              </a:extLst>
            </p:cNvPr>
            <p:cNvSpPr txBox="1">
              <a:spLocks/>
            </p:cNvSpPr>
            <p:nvPr/>
          </p:nvSpPr>
          <p:spPr>
            <a:xfrm>
              <a:off x="2197191" y="2983775"/>
              <a:ext cx="656484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dirty="0"/>
                <a:t>Free text</a:t>
              </a:r>
            </a:p>
          </p:txBody>
        </p:sp>
      </p:grpSp>
      <p:grpSp>
        <p:nvGrpSpPr>
          <p:cNvPr id="10" name="Group 9">
            <a:extLst>
              <a:ext uri="{FF2B5EF4-FFF2-40B4-BE49-F238E27FC236}">
                <a16:creationId xmlns:a16="http://schemas.microsoft.com/office/drawing/2014/main" id="{58D53018-BEB3-BD56-DCF8-BCC884009ECE}"/>
              </a:ext>
            </a:extLst>
          </p:cNvPr>
          <p:cNvGrpSpPr>
            <a:grpSpLocks/>
          </p:cNvGrpSpPr>
          <p:nvPr/>
        </p:nvGrpSpPr>
        <p:grpSpPr>
          <a:xfrm>
            <a:off x="554738" y="4841867"/>
            <a:ext cx="8207299" cy="369332"/>
            <a:chOff x="554737" y="4706890"/>
            <a:chExt cx="8299896" cy="369332"/>
          </a:xfrm>
        </p:grpSpPr>
        <p:sp>
          <p:nvSpPr>
            <p:cNvPr id="24" name="TextBox 23">
              <a:extLst>
                <a:ext uri="{FF2B5EF4-FFF2-40B4-BE49-F238E27FC236}">
                  <a16:creationId xmlns:a16="http://schemas.microsoft.com/office/drawing/2014/main" id="{30E3F99C-E003-144D-84E1-AC597725EBA9}"/>
                </a:ext>
              </a:extLst>
            </p:cNvPr>
            <p:cNvSpPr txBox="1">
              <a:spLocks/>
            </p:cNvSpPr>
            <p:nvPr/>
          </p:nvSpPr>
          <p:spPr>
            <a:xfrm>
              <a:off x="554737" y="4706890"/>
              <a:ext cx="1318869"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t>Potential </a:t>
              </a:r>
              <a:br>
                <a:rPr lang="en-GB" sz="1200" b="1" dirty="0"/>
              </a:br>
              <a:r>
                <a:rPr lang="en-GB" sz="1200" b="1" dirty="0"/>
                <a:t>concerns</a:t>
              </a:r>
            </a:p>
          </p:txBody>
        </p:sp>
        <p:sp>
          <p:nvSpPr>
            <p:cNvPr id="33" name="TextBox 32">
              <a:extLst>
                <a:ext uri="{FF2B5EF4-FFF2-40B4-BE49-F238E27FC236}">
                  <a16:creationId xmlns:a16="http://schemas.microsoft.com/office/drawing/2014/main" id="{A7AEFE15-7218-DD43-B62E-D773A67C122B}"/>
                </a:ext>
              </a:extLst>
            </p:cNvPr>
            <p:cNvSpPr txBox="1"/>
            <p:nvPr/>
          </p:nvSpPr>
          <p:spPr>
            <a:xfrm>
              <a:off x="2197191" y="4706890"/>
              <a:ext cx="6657442" cy="18460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a:t>Free text</a:t>
              </a:r>
              <a:endParaRPr lang="en-GB" sz="1200" dirty="0"/>
            </a:p>
          </p:txBody>
        </p:sp>
      </p:grpSp>
      <p:grpSp>
        <p:nvGrpSpPr>
          <p:cNvPr id="9" name="Group 8">
            <a:extLst>
              <a:ext uri="{FF2B5EF4-FFF2-40B4-BE49-F238E27FC236}">
                <a16:creationId xmlns:a16="http://schemas.microsoft.com/office/drawing/2014/main" id="{79DF0BEC-F138-C6B6-E376-59A6A092B8C7}"/>
              </a:ext>
            </a:extLst>
          </p:cNvPr>
          <p:cNvGrpSpPr>
            <a:grpSpLocks/>
          </p:cNvGrpSpPr>
          <p:nvPr/>
        </p:nvGrpSpPr>
        <p:grpSpPr>
          <a:xfrm>
            <a:off x="554737" y="5594846"/>
            <a:ext cx="8207299" cy="553998"/>
            <a:chOff x="554737" y="5476111"/>
            <a:chExt cx="8207298" cy="553998"/>
          </a:xfrm>
        </p:grpSpPr>
        <p:sp>
          <p:nvSpPr>
            <p:cNvPr id="25" name="TextBox 24">
              <a:extLst>
                <a:ext uri="{FF2B5EF4-FFF2-40B4-BE49-F238E27FC236}">
                  <a16:creationId xmlns:a16="http://schemas.microsoft.com/office/drawing/2014/main" id="{5A6AB176-9477-A349-A4F2-4229354D1453}"/>
                </a:ext>
              </a:extLst>
            </p:cNvPr>
            <p:cNvSpPr txBox="1">
              <a:spLocks/>
            </p:cNvSpPr>
            <p:nvPr/>
          </p:nvSpPr>
          <p:spPr>
            <a:xfrm>
              <a:off x="554737" y="5476111"/>
              <a:ext cx="1318869"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t>Additional comments (optional)</a:t>
              </a:r>
            </a:p>
          </p:txBody>
        </p:sp>
        <p:sp>
          <p:nvSpPr>
            <p:cNvPr id="34" name="TextBox 33">
              <a:extLst>
                <a:ext uri="{FF2B5EF4-FFF2-40B4-BE49-F238E27FC236}">
                  <a16:creationId xmlns:a16="http://schemas.microsoft.com/office/drawing/2014/main" id="{09FF33AE-00CE-2B4E-B628-0819C95E8F2F}"/>
                </a:ext>
              </a:extLst>
            </p:cNvPr>
            <p:cNvSpPr txBox="1"/>
            <p:nvPr/>
          </p:nvSpPr>
          <p:spPr>
            <a:xfrm>
              <a:off x="2197191" y="5476111"/>
              <a:ext cx="656484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dirty="0"/>
                <a:t>Free text</a:t>
              </a:r>
            </a:p>
          </p:txBody>
        </p:sp>
      </p:grpSp>
      <p:sp>
        <p:nvSpPr>
          <p:cNvPr id="4" name="1. On-page tracker">
            <a:extLst>
              <a:ext uri="{FF2B5EF4-FFF2-40B4-BE49-F238E27FC236}">
                <a16:creationId xmlns:a16="http://schemas.microsoft.com/office/drawing/2014/main" id="{EB021EC0-3029-43DF-8375-38F770EC1F6A}"/>
              </a:ext>
            </a:extLst>
          </p:cNvPr>
          <p:cNvSpPr>
            <a:spLocks noGrp="1"/>
          </p:cNvSpPr>
          <p:nvPr>
            <p:ph type="body" sz="quarter" idx="17"/>
            <p:custDataLst>
              <p:tags r:id="rId2"/>
            </p:custDataLst>
          </p:nvPr>
        </p:nvSpPr>
        <p:spPr/>
        <p:txBody>
          <a:bodyPr/>
          <a:lstStyle/>
          <a:p>
            <a:endParaRPr lang="en-US" dirty="0"/>
          </a:p>
        </p:txBody>
      </p:sp>
      <p:sp>
        <p:nvSpPr>
          <p:cNvPr id="40" name="Title 5">
            <a:extLst>
              <a:ext uri="{FF2B5EF4-FFF2-40B4-BE49-F238E27FC236}">
                <a16:creationId xmlns:a16="http://schemas.microsoft.com/office/drawing/2014/main" id="{6001E56F-0DC0-BA46-9A23-97EF20C62EA0}"/>
              </a:ext>
            </a:extLst>
          </p:cNvPr>
          <p:cNvSpPr>
            <a:spLocks noGrp="1"/>
          </p:cNvSpPr>
          <p:nvPr>
            <p:ph type="title" idx="4294967295"/>
          </p:nvPr>
        </p:nvSpPr>
        <p:spPr>
          <a:xfrm>
            <a:off x="554736" y="172213"/>
            <a:ext cx="11082528" cy="384721"/>
          </a:xfrm>
          <a:noFill/>
          <a:ln/>
          <a:extLst>
            <a:ext uri="{909E8E84-426E-40DD-AFC4-6F175D3DCCD1}">
              <a14:hiddenFill xmlns:a14="http://schemas.microsoft.com/office/drawing/2010/main">
                <a:solidFill>
                  <a:srgbClr val="FFFFFF"/>
                </a:solidFill>
              </a14:hiddenFill>
            </a:ext>
          </a:extLst>
        </p:spPr>
        <p:txBody>
          <a:bodyPr vert="horz" wrap="square" anchor="t" anchorCtr="0">
            <a:spAutoFit/>
          </a:bodyPr>
          <a:lstStyle/>
          <a:p>
            <a:r>
              <a:rPr lang="en-US" dirty="0"/>
              <a:t>FEEDBACK FORM </a:t>
            </a:r>
          </a:p>
        </p:txBody>
      </p:sp>
      <p:sp>
        <p:nvSpPr>
          <p:cNvPr id="2" name="TextBox 1">
            <a:extLst>
              <a:ext uri="{FF2B5EF4-FFF2-40B4-BE49-F238E27FC236}">
                <a16:creationId xmlns:a16="http://schemas.microsoft.com/office/drawing/2014/main" id="{B8279825-6C54-67F7-87CA-E0E188CF3B46}"/>
              </a:ext>
            </a:extLst>
          </p:cNvPr>
          <p:cNvSpPr txBox="1"/>
          <p:nvPr/>
        </p:nvSpPr>
        <p:spPr>
          <a:xfrm>
            <a:off x="9325511" y="2103746"/>
            <a:ext cx="2311754" cy="2546296"/>
          </a:xfrm>
          <a:prstGeom prst="rect">
            <a:avLst/>
          </a:prstGeom>
          <a:solidFill>
            <a:srgbClr val="E6E6E6"/>
          </a:solidFill>
        </p:spPr>
        <p:txBody>
          <a:bodyPr vert="horz" wrap="square" lIns="73152" tIns="73152" rIns="73152" bIns="73152"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400" b="1" dirty="0"/>
              <a:t>Scoring guidance:</a:t>
            </a:r>
          </a:p>
          <a:p>
            <a:pPr>
              <a:buNone/>
            </a:pPr>
            <a:r>
              <a:rPr lang="en-US" b="1" dirty="0">
                <a:latin typeface="+mj-lt"/>
              </a:rPr>
              <a:t>4</a:t>
            </a:r>
            <a:r>
              <a:rPr lang="en-US" sz="1200" dirty="0"/>
              <a:t> - Strong candidates - Expert who ticks all important criteria</a:t>
            </a:r>
          </a:p>
          <a:p>
            <a:r>
              <a:rPr lang="en-US" b="1" dirty="0">
                <a:latin typeface="+mj-lt"/>
              </a:rPr>
              <a:t>3</a:t>
            </a:r>
            <a:r>
              <a:rPr lang="en-US" sz="1200" dirty="0"/>
              <a:t> - Good candidate, orange flag on 1 or 2 important criteria</a:t>
            </a:r>
          </a:p>
          <a:p>
            <a:r>
              <a:rPr lang="en-US" b="1" dirty="0">
                <a:latin typeface="+mj-lt"/>
              </a:rPr>
              <a:t>2</a:t>
            </a:r>
            <a:r>
              <a:rPr lang="en-US" sz="1200" dirty="0"/>
              <a:t> - Red flag on main criteria and several orange flags</a:t>
            </a:r>
          </a:p>
          <a:p>
            <a:r>
              <a:rPr lang="en-US" b="1" dirty="0">
                <a:latin typeface="+mj-lt"/>
              </a:rPr>
              <a:t>1</a:t>
            </a:r>
            <a:r>
              <a:rPr lang="en-US" sz="1200" dirty="0"/>
              <a:t> - Poor candidate, stop interviewing process immediately</a:t>
            </a:r>
          </a:p>
        </p:txBody>
      </p:sp>
      <p:sp>
        <p:nvSpPr>
          <p:cNvPr id="41" name="TextBox 40">
            <a:extLst>
              <a:ext uri="{FF2B5EF4-FFF2-40B4-BE49-F238E27FC236}">
                <a16:creationId xmlns:a16="http://schemas.microsoft.com/office/drawing/2014/main" id="{8AF9C278-DFE5-40AD-9B89-673B97EA1751}"/>
              </a:ext>
            </a:extLst>
          </p:cNvPr>
          <p:cNvSpPr txBox="1">
            <a:spLocks/>
          </p:cNvSpPr>
          <p:nvPr/>
        </p:nvSpPr>
        <p:spPr>
          <a:xfrm>
            <a:off x="554735" y="1297889"/>
            <a:ext cx="1159765"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kumimoji="0" lang="en-US" sz="1400" b="1" i="0" u="none" strike="noStrike" kern="1200" cap="none" spc="0" normalizeH="0" baseline="0" noProof="0" dirty="0">
                <a:ln>
                  <a:noFill/>
                </a:ln>
                <a:solidFill>
                  <a:srgbClr val="101820"/>
                </a:solidFill>
                <a:effectLst/>
                <a:uLnTx/>
                <a:uFillTx/>
                <a:ea typeface="+mn-ea"/>
                <a:cs typeface="+mn-cs"/>
              </a:rPr>
              <a:t>Competency:</a:t>
            </a:r>
            <a:endParaRPr lang="en-GB" sz="1400" b="1" dirty="0"/>
          </a:p>
        </p:txBody>
      </p:sp>
      <p:sp>
        <p:nvSpPr>
          <p:cNvPr id="43" name="TextBox 42">
            <a:extLst>
              <a:ext uri="{FF2B5EF4-FFF2-40B4-BE49-F238E27FC236}">
                <a16:creationId xmlns:a16="http://schemas.microsoft.com/office/drawing/2014/main" id="{A1BE036F-7E7A-4FDA-AB9A-31BB22B03183}"/>
              </a:ext>
            </a:extLst>
          </p:cNvPr>
          <p:cNvSpPr txBox="1">
            <a:spLocks/>
          </p:cNvSpPr>
          <p:nvPr/>
        </p:nvSpPr>
        <p:spPr>
          <a:xfrm>
            <a:off x="4431689" y="1190168"/>
            <a:ext cx="1006883" cy="43088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895350" rtl="0" eaLnBrk="1" fontAlgn="auto" latinLnBrk="0" hangingPunct="1">
              <a:lnSpc>
                <a:spcPct val="100000"/>
              </a:lnSpc>
              <a:spcBef>
                <a:spcPts val="0"/>
              </a:spcBef>
              <a:spcAft>
                <a:spcPts val="0"/>
              </a:spcAft>
              <a:buClr>
                <a:srgbClr val="FFFFFF"/>
              </a:buClr>
              <a:buSzPct val="100000"/>
              <a:buFontTx/>
              <a:buNone/>
              <a:tabLst/>
              <a:defRPr/>
            </a:pPr>
            <a:r>
              <a:rPr kumimoji="0" lang="en-US" sz="1400" b="1" i="0" u="none" strike="noStrike" kern="1200" cap="none" spc="0" normalizeH="0" baseline="0" noProof="0" dirty="0">
                <a:ln>
                  <a:noFill/>
                </a:ln>
                <a:solidFill>
                  <a:srgbClr val="101820"/>
                </a:solidFill>
                <a:effectLst/>
                <a:uLnTx/>
                <a:uFillTx/>
                <a:ea typeface="+mn-ea"/>
                <a:cs typeface="+mn-cs"/>
              </a:rPr>
              <a:t>Date of interview:</a:t>
            </a:r>
          </a:p>
        </p:txBody>
      </p:sp>
      <p:sp>
        <p:nvSpPr>
          <p:cNvPr id="45" name="TextBox 44">
            <a:extLst>
              <a:ext uri="{FF2B5EF4-FFF2-40B4-BE49-F238E27FC236}">
                <a16:creationId xmlns:a16="http://schemas.microsoft.com/office/drawing/2014/main" id="{651530AA-01E7-4B48-9AB9-DAB23C87C874}"/>
              </a:ext>
            </a:extLst>
          </p:cNvPr>
          <p:cNvSpPr txBox="1">
            <a:spLocks/>
          </p:cNvSpPr>
          <p:nvPr/>
        </p:nvSpPr>
        <p:spPr>
          <a:xfrm>
            <a:off x="8237612" y="1297889"/>
            <a:ext cx="1006882"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895350" rtl="0" eaLnBrk="1" fontAlgn="auto" latinLnBrk="0" hangingPunct="1">
              <a:lnSpc>
                <a:spcPct val="100000"/>
              </a:lnSpc>
              <a:spcBef>
                <a:spcPts val="0"/>
              </a:spcBef>
              <a:spcAft>
                <a:spcPts val="0"/>
              </a:spcAft>
              <a:buClr>
                <a:srgbClr val="FFFFFF"/>
              </a:buClr>
              <a:buSzPct val="100000"/>
              <a:buFontTx/>
              <a:buNone/>
              <a:tabLst/>
              <a:defRPr/>
            </a:pPr>
            <a:r>
              <a:rPr lang="en-US" sz="1400" b="1" dirty="0">
                <a:solidFill>
                  <a:srgbClr val="101820"/>
                </a:solidFill>
              </a:rPr>
              <a:t>Candidate: </a:t>
            </a:r>
            <a:endParaRPr kumimoji="0" lang="en-US" sz="1050" b="1" i="0" u="none" strike="noStrike" kern="1200" cap="none" spc="0" normalizeH="0" baseline="0" noProof="0" dirty="0">
              <a:ln>
                <a:noFill/>
              </a:ln>
              <a:solidFill>
                <a:srgbClr val="101820"/>
              </a:solidFill>
              <a:effectLst/>
              <a:uLnTx/>
              <a:uFillTx/>
              <a:ea typeface="+mn-ea"/>
              <a:cs typeface="+mn-cs"/>
            </a:endParaRPr>
          </a:p>
        </p:txBody>
      </p:sp>
      <p:cxnSp>
        <p:nvCxnSpPr>
          <p:cNvPr id="48" name="Straight Connector 47">
            <a:extLst>
              <a:ext uri="{FF2B5EF4-FFF2-40B4-BE49-F238E27FC236}">
                <a16:creationId xmlns:a16="http://schemas.microsoft.com/office/drawing/2014/main" id="{FC4B0EC2-5FF8-41B3-892C-CB6DE84B2237}"/>
              </a:ext>
            </a:extLst>
          </p:cNvPr>
          <p:cNvCxnSpPr>
            <a:cxnSpLocks/>
          </p:cNvCxnSpPr>
          <p:nvPr/>
        </p:nvCxnSpPr>
        <p:spPr>
          <a:xfrm>
            <a:off x="9480550" y="1513333"/>
            <a:ext cx="2159763"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8AED5E0-FB05-4D00-9FDD-67AD7F290D1C}"/>
              </a:ext>
            </a:extLst>
          </p:cNvPr>
          <p:cNvCxnSpPr>
            <a:cxnSpLocks/>
          </p:cNvCxnSpPr>
          <p:nvPr/>
        </p:nvCxnSpPr>
        <p:spPr>
          <a:xfrm>
            <a:off x="1950558" y="1513333"/>
            <a:ext cx="2286000"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9CD4F27-9A01-44E0-ABCD-626A4B02DDA2}"/>
              </a:ext>
            </a:extLst>
          </p:cNvPr>
          <p:cNvCxnSpPr>
            <a:cxnSpLocks/>
          </p:cNvCxnSpPr>
          <p:nvPr/>
        </p:nvCxnSpPr>
        <p:spPr>
          <a:xfrm>
            <a:off x="5715555" y="1513333"/>
            <a:ext cx="2286000"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8C8228A-94BA-46F2-A7E3-B01DF4CC3C9E}"/>
              </a:ext>
            </a:extLst>
          </p:cNvPr>
          <p:cNvSpPr txBox="1">
            <a:spLocks/>
          </p:cNvSpPr>
          <p:nvPr/>
        </p:nvSpPr>
        <p:spPr>
          <a:xfrm>
            <a:off x="554736" y="1713279"/>
            <a:ext cx="1159765"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kumimoji="0" lang="en-US" sz="1400" b="1" i="0" u="none" strike="noStrike" kern="1200" cap="none" spc="0" normalizeH="0" baseline="0" noProof="0" dirty="0">
                <a:ln>
                  <a:noFill/>
                </a:ln>
                <a:solidFill>
                  <a:srgbClr val="101820"/>
                </a:solidFill>
                <a:effectLst/>
                <a:uLnTx/>
                <a:uFillTx/>
                <a:ea typeface="+mn-ea"/>
                <a:cs typeface="+mn-cs"/>
              </a:rPr>
              <a:t>Score (1-4):</a:t>
            </a:r>
            <a:endParaRPr lang="en-GB" sz="1400" b="1" dirty="0"/>
          </a:p>
        </p:txBody>
      </p:sp>
      <p:sp>
        <p:nvSpPr>
          <p:cNvPr id="44" name="TextBox 43">
            <a:extLst>
              <a:ext uri="{FF2B5EF4-FFF2-40B4-BE49-F238E27FC236}">
                <a16:creationId xmlns:a16="http://schemas.microsoft.com/office/drawing/2014/main" id="{D881F6FE-A4FD-4C9C-810A-916220746A3B}"/>
              </a:ext>
            </a:extLst>
          </p:cNvPr>
          <p:cNvSpPr txBox="1">
            <a:spLocks/>
          </p:cNvSpPr>
          <p:nvPr/>
        </p:nvSpPr>
        <p:spPr>
          <a:xfrm>
            <a:off x="4431689" y="1713279"/>
            <a:ext cx="1006883"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895350" rtl="0" eaLnBrk="1" fontAlgn="auto" latinLnBrk="0" hangingPunct="1">
              <a:lnSpc>
                <a:spcPct val="100000"/>
              </a:lnSpc>
              <a:spcBef>
                <a:spcPts val="0"/>
              </a:spcBef>
              <a:spcAft>
                <a:spcPts val="0"/>
              </a:spcAft>
              <a:buClr>
                <a:srgbClr val="FFFFFF"/>
              </a:buClr>
              <a:buSzPct val="100000"/>
              <a:buFontTx/>
              <a:buNone/>
              <a:tabLst/>
              <a:defRPr/>
            </a:pPr>
            <a:r>
              <a:rPr lang="en-US" sz="1400" b="1" dirty="0">
                <a:solidFill>
                  <a:srgbClr val="101820"/>
                </a:solidFill>
              </a:rPr>
              <a:t>Interviewer: </a:t>
            </a:r>
            <a:endParaRPr kumimoji="0" lang="en-US" sz="1050" b="1" i="0" u="none" strike="noStrike" kern="1200" cap="none" spc="0" normalizeH="0" baseline="0" noProof="0" dirty="0">
              <a:ln>
                <a:noFill/>
              </a:ln>
              <a:solidFill>
                <a:srgbClr val="101820"/>
              </a:solidFill>
              <a:effectLst/>
              <a:uLnTx/>
              <a:uFillTx/>
              <a:ea typeface="+mn-ea"/>
              <a:cs typeface="+mn-cs"/>
            </a:endParaRPr>
          </a:p>
        </p:txBody>
      </p:sp>
      <p:sp>
        <p:nvSpPr>
          <p:cNvPr id="46" name="TextBox 45">
            <a:extLst>
              <a:ext uri="{FF2B5EF4-FFF2-40B4-BE49-F238E27FC236}">
                <a16:creationId xmlns:a16="http://schemas.microsoft.com/office/drawing/2014/main" id="{52A0DF6D-6BFC-4245-AEFD-79F8C426A7BC}"/>
              </a:ext>
            </a:extLst>
          </p:cNvPr>
          <p:cNvSpPr txBox="1">
            <a:spLocks/>
          </p:cNvSpPr>
          <p:nvPr/>
        </p:nvSpPr>
        <p:spPr>
          <a:xfrm>
            <a:off x="8237612" y="1713279"/>
            <a:ext cx="1006882"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600" dirty="0">
                <a:sym typeface="+mn-lt"/>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sym typeface="+mn-lt"/>
              </a:defRPr>
            </a:lvl2pPr>
            <a:lvl3pPr marL="438912" lvl="2" indent="-210312">
              <a:lnSpc>
                <a:spcPct val="100000"/>
              </a:lnSpc>
              <a:spcBef>
                <a:spcPts val="0"/>
              </a:spcBef>
              <a:spcAft>
                <a:spcPts val="300"/>
              </a:spcAft>
              <a:buSzPct val="110000"/>
              <a:buFont typeface="Arial" panose="020B0604020202020204" pitchFamily="34" charset="0"/>
              <a:buChar char="‒"/>
              <a:defRPr lang="en-US" sz="1600" dirty="0">
                <a:sym typeface="+mn-lt"/>
              </a:defRPr>
            </a:lvl3pPr>
            <a:lvl4pPr marL="594360" lvl="3" indent="-155448">
              <a:lnSpc>
                <a:spcPct val="100000"/>
              </a:lnSpc>
              <a:spcBef>
                <a:spcPts val="0"/>
              </a:spcBef>
              <a:spcAft>
                <a:spcPts val="300"/>
              </a:spcAft>
              <a:buSzPct val="100000"/>
              <a:buFont typeface="Arial" panose="020B0604020202020204" pitchFamily="34" charset="0"/>
              <a:buChar char="•"/>
              <a:defRPr lang="en-US" sz="1600" dirty="0">
                <a:sym typeface="+mn-lt"/>
              </a:defRPr>
            </a:lvl4pPr>
            <a:lvl5pPr marL="813816" lvl="4" indent="-146304">
              <a:lnSpc>
                <a:spcPct val="100000"/>
              </a:lnSpc>
              <a:spcBef>
                <a:spcPts val="0"/>
              </a:spcBef>
              <a:spcAft>
                <a:spcPts val="300"/>
              </a:spcAft>
              <a:buSzPct val="100000"/>
              <a:buFont typeface="Arial" panose="020B0604020202020204" pitchFamily="34" charset="0"/>
              <a:buChar char="̶"/>
              <a:defRPr lang="en-US" sz="1600" dirty="0">
                <a:sym typeface="+mn-lt"/>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895350" rtl="0" eaLnBrk="1" fontAlgn="auto" latinLnBrk="0" hangingPunct="1">
              <a:lnSpc>
                <a:spcPct val="100000"/>
              </a:lnSpc>
              <a:spcBef>
                <a:spcPts val="0"/>
              </a:spcBef>
              <a:spcAft>
                <a:spcPts val="0"/>
              </a:spcAft>
              <a:buClr>
                <a:srgbClr val="FFFFFF"/>
              </a:buClr>
              <a:buSzPct val="100000"/>
              <a:buFontTx/>
              <a:buNone/>
              <a:tabLst/>
              <a:defRPr/>
            </a:pPr>
            <a:r>
              <a:rPr lang="en-US" sz="1400" b="1" dirty="0">
                <a:solidFill>
                  <a:srgbClr val="101820"/>
                </a:solidFill>
              </a:rPr>
              <a:t>Position:</a:t>
            </a:r>
            <a:endParaRPr kumimoji="0" lang="en-US" sz="1100" b="1" i="0" u="none" strike="noStrike" kern="1200" cap="none" spc="0" normalizeH="0" baseline="0" noProof="0" dirty="0">
              <a:ln>
                <a:noFill/>
              </a:ln>
              <a:solidFill>
                <a:srgbClr val="101820"/>
              </a:solidFill>
              <a:effectLst/>
              <a:uLnTx/>
              <a:uFillTx/>
              <a:ea typeface="+mn-ea"/>
              <a:cs typeface="+mn-cs"/>
            </a:endParaRPr>
          </a:p>
        </p:txBody>
      </p:sp>
      <p:cxnSp>
        <p:nvCxnSpPr>
          <p:cNvPr id="50" name="Straight Connector 49">
            <a:extLst>
              <a:ext uri="{FF2B5EF4-FFF2-40B4-BE49-F238E27FC236}">
                <a16:creationId xmlns:a16="http://schemas.microsoft.com/office/drawing/2014/main" id="{10822353-7E8B-46E1-88A1-0D24174CDF08}"/>
              </a:ext>
            </a:extLst>
          </p:cNvPr>
          <p:cNvCxnSpPr>
            <a:cxnSpLocks/>
          </p:cNvCxnSpPr>
          <p:nvPr/>
        </p:nvCxnSpPr>
        <p:spPr>
          <a:xfrm>
            <a:off x="1950558" y="1928723"/>
            <a:ext cx="2286000"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A6F634D-F731-4B32-B0B3-FAFD92B7691D}"/>
              </a:ext>
            </a:extLst>
          </p:cNvPr>
          <p:cNvCxnSpPr>
            <a:cxnSpLocks/>
          </p:cNvCxnSpPr>
          <p:nvPr/>
        </p:nvCxnSpPr>
        <p:spPr>
          <a:xfrm>
            <a:off x="9480550" y="1928723"/>
            <a:ext cx="2159763"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F02E5C5-AFEB-4890-8B6E-D819305CBB1D}"/>
              </a:ext>
            </a:extLst>
          </p:cNvPr>
          <p:cNvCxnSpPr>
            <a:cxnSpLocks/>
          </p:cNvCxnSpPr>
          <p:nvPr/>
        </p:nvCxnSpPr>
        <p:spPr>
          <a:xfrm>
            <a:off x="5715555" y="1928723"/>
            <a:ext cx="2286000" cy="0"/>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65" name="CustomIcon">
            <a:extLst>
              <a:ext uri="{FF2B5EF4-FFF2-40B4-BE49-F238E27FC236}">
                <a16:creationId xmlns:a16="http://schemas.microsoft.com/office/drawing/2014/main" id="{77C9F067-B412-47D8-AFE7-99495DD35831}"/>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59453" y="4766430"/>
            <a:ext cx="1443870" cy="1443870"/>
          </a:xfrm>
          <a:prstGeom prst="rect">
            <a:avLst/>
          </a:prstGeom>
        </p:spPr>
      </p:pic>
      <p:cxnSp>
        <p:nvCxnSpPr>
          <p:cNvPr id="14" name="Straight Connector 13">
            <a:extLst>
              <a:ext uri="{FF2B5EF4-FFF2-40B4-BE49-F238E27FC236}">
                <a16:creationId xmlns:a16="http://schemas.microsoft.com/office/drawing/2014/main" id="{159A3704-38E7-D916-C50A-B21D17D333E1}"/>
              </a:ext>
            </a:extLst>
          </p:cNvPr>
          <p:cNvCxnSpPr>
            <a:cxnSpLocks/>
          </p:cNvCxnSpPr>
          <p:nvPr/>
        </p:nvCxnSpPr>
        <p:spPr>
          <a:xfrm>
            <a:off x="554736" y="2391096"/>
            <a:ext cx="8207299" cy="0"/>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218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F8F5EE3-1199-1ACA-3DB3-43C75F980EFF}"/>
              </a:ext>
            </a:extLst>
          </p:cNvPr>
          <p:cNvGraphicFramePr>
            <a:graphicFrameLocks noChangeAspect="1"/>
          </p:cNvGraphicFramePr>
          <p:nvPr>
            <p:custDataLst>
              <p:tags r:id="rId1"/>
            </p:custDataLst>
            <p:extLst>
              <p:ext uri="{D42A27DB-BD31-4B8C-83A1-F6EECF244321}">
                <p14:modId xmlns:p14="http://schemas.microsoft.com/office/powerpoint/2010/main" val="31951279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BF8F5EE3-1199-1ACA-3DB3-43C75F980EF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3F865BD1-9087-B12E-9255-74D962C78AEA}"/>
              </a:ext>
            </a:extLst>
          </p:cNvPr>
          <p:cNvSpPr>
            <a:spLocks noGrp="1"/>
          </p:cNvSpPr>
          <p:nvPr>
            <p:ph type="title"/>
          </p:nvPr>
        </p:nvSpPr>
        <p:spPr>
          <a:xfrm>
            <a:off x="554736" y="4415038"/>
            <a:ext cx="5065776" cy="357790"/>
          </a:xfrm>
        </p:spPr>
        <p:txBody>
          <a:bodyPr vert="horz">
            <a:spAutoFit/>
          </a:bodyPr>
          <a:lstStyle/>
          <a:p>
            <a:r>
              <a:rPr lang="en-US" i="1" dirty="0"/>
              <a:t>BACKUP</a:t>
            </a:r>
            <a:endParaRPr lang="en-NL" i="1" dirty="0"/>
          </a:p>
        </p:txBody>
      </p:sp>
      <p:sp>
        <p:nvSpPr>
          <p:cNvPr id="2" name="Text Placeholder 1">
            <a:extLst>
              <a:ext uri="{FF2B5EF4-FFF2-40B4-BE49-F238E27FC236}">
                <a16:creationId xmlns:a16="http://schemas.microsoft.com/office/drawing/2014/main" id="{E0B9EE96-9A51-082E-6044-C017CEF2DC92}"/>
              </a:ext>
            </a:extLst>
          </p:cNvPr>
          <p:cNvSpPr>
            <a:spLocks noGrp="1"/>
          </p:cNvSpPr>
          <p:nvPr>
            <p:ph type="body" sz="quarter" idx="17"/>
          </p:nvPr>
        </p:nvSpPr>
        <p:spPr/>
        <p:txBody>
          <a:bodyPr/>
          <a:lstStyle/>
          <a:p>
            <a:endParaRPr lang="en-GB"/>
          </a:p>
        </p:txBody>
      </p:sp>
    </p:spTree>
    <p:extLst>
      <p:ext uri="{BB962C8B-B14F-4D97-AF65-F5344CB8AC3E}">
        <p14:creationId xmlns:p14="http://schemas.microsoft.com/office/powerpoint/2010/main" val="3282856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4E371C-C182-D771-2DC3-F60988647AD4}"/>
              </a:ext>
            </a:extLst>
          </p:cNvPr>
          <p:cNvGraphicFramePr>
            <a:graphicFrameLocks noChangeAspect="1"/>
          </p:cNvGraphicFramePr>
          <p:nvPr>
            <p:custDataLst>
              <p:tags r:id="rId1"/>
            </p:custDataLst>
            <p:extLst>
              <p:ext uri="{D42A27DB-BD31-4B8C-83A1-F6EECF244321}">
                <p14:modId xmlns:p14="http://schemas.microsoft.com/office/powerpoint/2010/main" val="29056307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4E371C-C182-D771-2DC3-F60988647AD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F8FBEA2-A89E-3C3E-F845-D2BCAD0FB1E1}"/>
              </a:ext>
            </a:extLst>
          </p:cNvPr>
          <p:cNvSpPr>
            <a:spLocks noGrp="1"/>
          </p:cNvSpPr>
          <p:nvPr>
            <p:ph type="title"/>
          </p:nvPr>
        </p:nvSpPr>
        <p:spPr>
          <a:xfrm>
            <a:off x="554736" y="4415038"/>
            <a:ext cx="5065776" cy="715581"/>
          </a:xfrm>
        </p:spPr>
        <p:txBody>
          <a:bodyPr vert="horz" wrap="square">
            <a:spAutoFit/>
          </a:bodyPr>
          <a:lstStyle/>
          <a:p>
            <a:r>
              <a:rPr lang="en-NL" dirty="0"/>
              <a:t>Engineering levels and expectations</a:t>
            </a:r>
          </a:p>
        </p:txBody>
      </p:sp>
      <p:sp>
        <p:nvSpPr>
          <p:cNvPr id="3" name="Text Placeholder 2">
            <a:extLst>
              <a:ext uri="{FF2B5EF4-FFF2-40B4-BE49-F238E27FC236}">
                <a16:creationId xmlns:a16="http://schemas.microsoft.com/office/drawing/2014/main" id="{AE0814AC-2A5E-5172-B561-D32A1DEA9432}"/>
              </a:ext>
            </a:extLst>
          </p:cNvPr>
          <p:cNvSpPr>
            <a:spLocks noGrp="1"/>
          </p:cNvSpPr>
          <p:nvPr>
            <p:ph type="body" sz="quarter" idx="17"/>
          </p:nvPr>
        </p:nvSpPr>
        <p:spPr/>
        <p:txBody>
          <a:bodyPr/>
          <a:lstStyle/>
          <a:p>
            <a:endParaRPr lang="en-NL"/>
          </a:p>
        </p:txBody>
      </p:sp>
    </p:spTree>
    <p:extLst>
      <p:ext uri="{BB962C8B-B14F-4D97-AF65-F5344CB8AC3E}">
        <p14:creationId xmlns:p14="http://schemas.microsoft.com/office/powerpoint/2010/main" val="450857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0ED9E31-2C25-1576-F627-7C0D337DFDDB}"/>
              </a:ext>
            </a:extLst>
          </p:cNvPr>
          <p:cNvGraphicFramePr>
            <a:graphicFrameLocks noChangeAspect="1"/>
          </p:cNvGraphicFramePr>
          <p:nvPr>
            <p:custDataLst>
              <p:tags r:id="rId1"/>
            </p:custDataLst>
            <p:extLst>
              <p:ext uri="{D42A27DB-BD31-4B8C-83A1-F6EECF244321}">
                <p14:modId xmlns:p14="http://schemas.microsoft.com/office/powerpoint/2010/main" val="3933498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3" imgW="7772400" imgH="10058400" progId="TCLayout.ActiveDocument.1">
                  <p:embed/>
                </p:oleObj>
              </mc:Choice>
              <mc:Fallback>
                <p:oleObj name="think-cell Slide" r:id="rId23" imgW="7772400" imgH="10058400" progId="TCLayout.ActiveDocument.1">
                  <p:embed/>
                  <p:pic>
                    <p:nvPicPr>
                      <p:cNvPr id="6" name="Object 5" hidden="1">
                        <a:extLst>
                          <a:ext uri="{FF2B5EF4-FFF2-40B4-BE49-F238E27FC236}">
                            <a16:creationId xmlns:a16="http://schemas.microsoft.com/office/drawing/2014/main" id="{00ED9E31-2C25-1576-F627-7C0D337DFDDB}"/>
                          </a:ext>
                        </a:extLst>
                      </p:cNvPr>
                      <p:cNvPicPr/>
                      <p:nvPr/>
                    </p:nvPicPr>
                    <p:blipFill>
                      <a:blip r:embed="rId24"/>
                      <a:stretch>
                        <a:fillRect/>
                      </a:stretch>
                    </p:blipFill>
                    <p:spPr>
                      <a:xfrm>
                        <a:off x="1588" y="1588"/>
                        <a:ext cx="1227"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736382D1-9355-4A3B-AF33-A1E31FB3C447}"/>
              </a:ext>
            </a:extLst>
          </p:cNvPr>
          <p:cNvSpPr>
            <a:spLocks noGrp="1"/>
          </p:cNvSpPr>
          <p:nvPr>
            <p:ph type="title"/>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GB" dirty="0"/>
              <a:t>1. Engineering level – Junior Engineer</a:t>
            </a:r>
          </a:p>
        </p:txBody>
      </p:sp>
      <p:sp>
        <p:nvSpPr>
          <p:cNvPr id="7" name="Text Placeholder 6">
            <a:extLst>
              <a:ext uri="{FF2B5EF4-FFF2-40B4-BE49-F238E27FC236}">
                <a16:creationId xmlns:a16="http://schemas.microsoft.com/office/drawing/2014/main" id="{BCA25776-D237-ADFE-6149-740DEF30CE84}"/>
              </a:ext>
            </a:extLst>
          </p:cNvPr>
          <p:cNvSpPr>
            <a:spLocks noGrp="1"/>
          </p:cNvSpPr>
          <p:nvPr>
            <p:ph type="body" sz="quarter" idx="17"/>
          </p:nvPr>
        </p:nvSpPr>
        <p:spPr/>
        <p:txBody>
          <a:bodyPr/>
          <a:lstStyle/>
          <a:p>
            <a:endParaRPr lang="en-GB"/>
          </a:p>
        </p:txBody>
      </p:sp>
      <p:sp>
        <p:nvSpPr>
          <p:cNvPr id="23" name="TextBox 22">
            <a:extLst>
              <a:ext uri="{FF2B5EF4-FFF2-40B4-BE49-F238E27FC236}">
                <a16:creationId xmlns:a16="http://schemas.microsoft.com/office/drawing/2014/main" id="{CB6A1B37-6FF1-40DC-8497-EFE75B48CDBD}"/>
              </a:ext>
            </a:extLst>
          </p:cNvPr>
          <p:cNvSpPr txBox="1">
            <a:spLocks/>
          </p:cNvSpPr>
          <p:nvPr>
            <p:custDataLst>
              <p:tags r:id="rId2"/>
            </p:custDataLst>
          </p:nvPr>
        </p:nvSpPr>
        <p:spPr>
          <a:xfrm>
            <a:off x="542036" y="2339679"/>
            <a:ext cx="5769864" cy="69249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Good understanding of at least main programming language and it's standard library basic understanding of monitoring and logging</a:t>
            </a:r>
          </a:p>
          <a:p>
            <a:pPr lvl="1"/>
            <a:r>
              <a:rPr lang="en-GB" sz="1000" b="0" dirty="0">
                <a:effectLst/>
              </a:rPr>
              <a:t>Capable of implementing well-defined, small-in-scope tasks</a:t>
            </a:r>
          </a:p>
          <a:p>
            <a:pPr lvl="1"/>
            <a:r>
              <a:rPr lang="en-GB" sz="1000" b="0" dirty="0">
                <a:effectLst/>
              </a:rPr>
              <a:t>Understand main features of the infrastructure in the use</a:t>
            </a:r>
          </a:p>
        </p:txBody>
      </p:sp>
      <p:sp>
        <p:nvSpPr>
          <p:cNvPr id="28" name="TextBox 27">
            <a:extLst>
              <a:ext uri="{FF2B5EF4-FFF2-40B4-BE49-F238E27FC236}">
                <a16:creationId xmlns:a16="http://schemas.microsoft.com/office/drawing/2014/main" id="{54892714-A0DE-45F7-A6AB-C3AE003CD871}"/>
              </a:ext>
            </a:extLst>
          </p:cNvPr>
          <p:cNvSpPr txBox="1">
            <a:spLocks/>
          </p:cNvSpPr>
          <p:nvPr>
            <p:custDataLst>
              <p:tags r:id="rId3"/>
            </p:custDataLst>
          </p:nvPr>
        </p:nvSpPr>
        <p:spPr>
          <a:xfrm>
            <a:off x="6981825" y="2339679"/>
            <a:ext cx="4655440" cy="69249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Proactively asking for clarifications when they don't understand something is critically important! Debugging of simple bugs</a:t>
            </a:r>
          </a:p>
          <a:p>
            <a:pPr lvl="1"/>
            <a:r>
              <a:rPr lang="en-GB" sz="1000" b="0" dirty="0">
                <a:effectLst/>
              </a:rPr>
              <a:t>Debugging more complex bugs with helps of their seniors</a:t>
            </a:r>
          </a:p>
          <a:p>
            <a:pPr lvl="1"/>
            <a:r>
              <a:rPr lang="en-GB" sz="1000" b="0" dirty="0">
                <a:effectLst/>
              </a:rPr>
              <a:t>Basic understanding of the product(s) their team contributes to</a:t>
            </a:r>
          </a:p>
        </p:txBody>
      </p:sp>
      <p:sp>
        <p:nvSpPr>
          <p:cNvPr id="9" name="TextBox 8">
            <a:extLst>
              <a:ext uri="{FF2B5EF4-FFF2-40B4-BE49-F238E27FC236}">
                <a16:creationId xmlns:a16="http://schemas.microsoft.com/office/drawing/2014/main" id="{9D0AAD74-9B5F-F53C-8AA4-2F8DE6941DE7}"/>
              </a:ext>
            </a:extLst>
          </p:cNvPr>
          <p:cNvSpPr txBox="1">
            <a:spLocks/>
          </p:cNvSpPr>
          <p:nvPr>
            <p:custDataLst>
              <p:tags r:id="rId4"/>
            </p:custDataLst>
          </p:nvPr>
        </p:nvSpPr>
        <p:spPr>
          <a:xfrm>
            <a:off x="6981825" y="2095522"/>
            <a:ext cx="4655440"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Problem Solving</a:t>
            </a:r>
          </a:p>
        </p:txBody>
      </p:sp>
      <p:sp>
        <p:nvSpPr>
          <p:cNvPr id="12" name="TextBox 11">
            <a:extLst>
              <a:ext uri="{FF2B5EF4-FFF2-40B4-BE49-F238E27FC236}">
                <a16:creationId xmlns:a16="http://schemas.microsoft.com/office/drawing/2014/main" id="{04394048-4F0A-442F-D107-A6EA3BFCDACB}"/>
              </a:ext>
            </a:extLst>
          </p:cNvPr>
          <p:cNvSpPr txBox="1">
            <a:spLocks/>
          </p:cNvSpPr>
          <p:nvPr>
            <p:custDataLst>
              <p:tags r:id="rId5"/>
            </p:custDataLst>
          </p:nvPr>
        </p:nvSpPr>
        <p:spPr>
          <a:xfrm>
            <a:off x="554736" y="2095522"/>
            <a:ext cx="57698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Technical Delivery</a:t>
            </a:r>
          </a:p>
        </p:txBody>
      </p:sp>
      <p:sp>
        <p:nvSpPr>
          <p:cNvPr id="14" name="TextBox 13">
            <a:extLst>
              <a:ext uri="{FF2B5EF4-FFF2-40B4-BE49-F238E27FC236}">
                <a16:creationId xmlns:a16="http://schemas.microsoft.com/office/drawing/2014/main" id="{C92A3D25-8F5A-87F9-19FB-444561AF633B}"/>
              </a:ext>
            </a:extLst>
          </p:cNvPr>
          <p:cNvSpPr txBox="1">
            <a:spLocks/>
          </p:cNvSpPr>
          <p:nvPr/>
        </p:nvSpPr>
        <p:spPr bwMode="gray">
          <a:xfrm>
            <a:off x="554737" y="1813848"/>
            <a:ext cx="11071751" cy="203133"/>
          </a:xfrm>
          <a:prstGeom prst="rect">
            <a:avLst/>
          </a:prstGeom>
        </p:spPr>
        <p:txBody>
          <a:bodyPr vert="horz" wrap="square" lIns="0" tIns="0" rIns="0" bIns="18288" rtlCol="0" anchor="b" anchorCtr="0">
            <a:spAutoFit/>
          </a:bodyPr>
          <a:lstStyle>
            <a:lvl1pPr marL="0" lvl="0" indent="0" defTabSz="895350" eaLnBrk="1" latinLnBrk="0" hangingPunct="1">
              <a:lnSpc>
                <a:spcPct val="100000"/>
              </a:lnSpc>
              <a:spcAft>
                <a:spcPts val="400"/>
              </a:spcAft>
              <a:buClr>
                <a:schemeClr val="tx2"/>
              </a:buClr>
              <a:buSzPct val="100000"/>
              <a:defRPr lang="en-US" b="0" baseline="0" dirty="0">
                <a:latin typeface="+mn-lt"/>
              </a:defRPr>
            </a:lvl1pPr>
            <a:lvl2pPr marL="193675" lvl="1" indent="-192088" defTabSz="895350" eaLnBrk="1" latinLnBrk="0" hangingPunct="1">
              <a:lnSpc>
                <a:spcPct val="100000"/>
              </a:lnSpc>
              <a:spcAft>
                <a:spcPts val="400"/>
              </a:spcAft>
              <a:buClr>
                <a:schemeClr val="tx1"/>
              </a:buClr>
              <a:buSzPct val="125000"/>
              <a:buFont typeface="Arial" charset="0"/>
              <a:buChar char="▪"/>
              <a:defRPr lang="en-US" b="0" baseline="0" dirty="0">
                <a:latin typeface="+mn-lt"/>
              </a:defRPr>
            </a:lvl2pPr>
            <a:lvl3pPr marL="457200" lvl="2" indent="-261938" defTabSz="895350" eaLnBrk="1" latinLnBrk="0" hangingPunct="1">
              <a:lnSpc>
                <a:spcPct val="100000"/>
              </a:lnSpc>
              <a:spcAft>
                <a:spcPts val="400"/>
              </a:spcAft>
              <a:buClr>
                <a:schemeClr val="tx1"/>
              </a:buClr>
              <a:buSzPct val="120000"/>
              <a:buFont typeface="Arial" charset="0"/>
              <a:buChar char="–"/>
              <a:defRPr lang="en-US" baseline="0" dirty="0">
                <a:latin typeface="+mn-lt"/>
              </a:defRPr>
            </a:lvl3pPr>
            <a:lvl4pPr marL="614363" lvl="3" indent="-155575" defTabSz="895350" eaLnBrk="1" latinLnBrk="0" hangingPunct="1">
              <a:lnSpc>
                <a:spcPct val="100000"/>
              </a:lnSpc>
              <a:spcAft>
                <a:spcPts val="400"/>
              </a:spcAft>
              <a:buClr>
                <a:schemeClr val="tx1"/>
              </a:buClr>
              <a:buSzPct val="120000"/>
              <a:buFont typeface="Arial" charset="0"/>
              <a:buChar char="▫"/>
              <a:defRPr lang="en-US" baseline="0" dirty="0">
                <a:latin typeface="+mn-lt"/>
              </a:defRPr>
            </a:lvl4pPr>
            <a:lvl5pPr marL="749808" lvl="4" indent="-130175" defTabSz="895350" eaLnBrk="1" latinLnBrk="0" hangingPunct="1">
              <a:lnSpc>
                <a:spcPct val="100000"/>
              </a:lnSpc>
              <a:spcAft>
                <a:spcPts val="400"/>
              </a:spcAft>
              <a:buClr>
                <a:schemeClr val="tx1"/>
              </a:buClr>
              <a:buSzPct val="89000"/>
              <a:buFont typeface="Arial" charset="0"/>
              <a:buChar char="-"/>
              <a:tabLst/>
              <a:defRPr lang="en-US" baseline="0" dirty="0">
                <a:latin typeface="+mn-lt"/>
              </a:defRPr>
            </a:lvl5pPr>
            <a:lvl6pPr marL="1306655" indent="-226849" defTabSz="1560283" fontAlgn="base">
              <a:spcBef>
                <a:spcPct val="0"/>
              </a:spcBef>
              <a:spcAft>
                <a:spcPct val="0"/>
              </a:spcAft>
              <a:buClr>
                <a:schemeClr val="tx2"/>
              </a:buClr>
              <a:buSzPct val="89000"/>
              <a:buFont typeface="Arial" charset="0"/>
              <a:buChar char="-"/>
              <a:defRPr lang="x-none" sz="2789" baseline="0">
                <a:latin typeface="+mn-lt"/>
              </a:defRPr>
            </a:lvl6pPr>
            <a:lvl7pPr marL="1306655" indent="-226849" defTabSz="1560283" fontAlgn="base">
              <a:spcBef>
                <a:spcPct val="0"/>
              </a:spcBef>
              <a:spcAft>
                <a:spcPct val="0"/>
              </a:spcAft>
              <a:buClr>
                <a:schemeClr val="tx2"/>
              </a:buClr>
              <a:buSzPct val="89000"/>
              <a:buFont typeface="Arial" charset="0"/>
              <a:buChar char="-"/>
              <a:defRPr lang="x-none" sz="2789" baseline="0">
                <a:latin typeface="+mn-lt"/>
              </a:defRPr>
            </a:lvl7pPr>
            <a:lvl8pPr marL="1306655" indent="-226849" defTabSz="1560283" fontAlgn="base">
              <a:spcBef>
                <a:spcPct val="0"/>
              </a:spcBef>
              <a:spcAft>
                <a:spcPct val="0"/>
              </a:spcAft>
              <a:buClr>
                <a:schemeClr val="tx2"/>
              </a:buClr>
              <a:buSzPct val="89000"/>
              <a:buFont typeface="Arial" charset="0"/>
              <a:buChar char="-"/>
              <a:defRPr lang="x-none" sz="2789" baseline="0">
                <a:latin typeface="+mn-lt"/>
              </a:defRPr>
            </a:lvl8pPr>
            <a:lvl9pPr marL="1306655" indent="-226849" defTabSz="1560283" fontAlgn="base">
              <a:spcBef>
                <a:spcPct val="0"/>
              </a:spcBef>
              <a:spcAft>
                <a:spcPct val="0"/>
              </a:spcAft>
              <a:buClr>
                <a:schemeClr val="tx2"/>
              </a:buClr>
              <a:buSzPct val="89000"/>
              <a:buFont typeface="Arial" charset="0"/>
              <a:buChar char="-"/>
              <a:defRPr lang="x-none" sz="2789" baseline="0">
                <a:latin typeface="+mn-lt"/>
              </a:defRPr>
            </a:lvl9pPr>
          </a:lstStyle>
          <a:p>
            <a:r>
              <a:rPr lang="en-GB" sz="1200" b="1" dirty="0">
                <a:effectLst/>
              </a:rPr>
              <a:t>Expectations:</a:t>
            </a:r>
          </a:p>
        </p:txBody>
      </p:sp>
      <p:sp>
        <p:nvSpPr>
          <p:cNvPr id="16" name="Line 14">
            <a:extLst>
              <a:ext uri="{FF2B5EF4-FFF2-40B4-BE49-F238E27FC236}">
                <a16:creationId xmlns:a16="http://schemas.microsoft.com/office/drawing/2014/main" id="{F3BB4961-A2BB-EBE4-1BE5-00275DAEF436}"/>
              </a:ext>
            </a:extLst>
          </p:cNvPr>
          <p:cNvSpPr>
            <a:spLocks noChangeShapeType="1"/>
          </p:cNvSpPr>
          <p:nvPr/>
        </p:nvSpPr>
        <p:spPr bwMode="gray">
          <a:xfrm flipV="1">
            <a:off x="554737" y="2051489"/>
            <a:ext cx="11071751" cy="0"/>
          </a:xfrm>
          <a:prstGeom prst="line">
            <a:avLst/>
          </a:prstGeom>
          <a:ln w="12700">
            <a:solidFill>
              <a:srgbClr val="7F7F7F"/>
            </a:solidFill>
            <a:prstDash val="solid"/>
          </a:ln>
        </p:spPr>
        <p:style>
          <a:lnRef idx="1">
            <a:schemeClr val="accent1"/>
          </a:lnRef>
          <a:fillRef idx="0">
            <a:schemeClr val="accent1"/>
          </a:fillRef>
          <a:effectRef idx="0">
            <a:schemeClr val="accent1"/>
          </a:effectRef>
          <a:fontRef idx="minor">
            <a:schemeClr val="tx1"/>
          </a:fontRef>
        </p:style>
        <p:txBody>
          <a:bodyPr wrap="square" lIns="89626" tIns="44813" rIns="89626" bIns="18288" anchor="b" anchorCtr="0">
            <a:spAutoFit/>
          </a:bodyPr>
          <a:lstStyle/>
          <a:p>
            <a:endParaRPr lang="en-US" sz="1050" dirty="0">
              <a:cs typeface="Arial" panose="020B0604020202020204" pitchFamily="34" charset="0"/>
              <a:sym typeface="Arial" panose="020B0604020202020204" pitchFamily="34" charset="0"/>
            </a:endParaRPr>
          </a:p>
        </p:txBody>
      </p:sp>
      <p:sp>
        <p:nvSpPr>
          <p:cNvPr id="17" name="TextBox 16">
            <a:extLst>
              <a:ext uri="{FF2B5EF4-FFF2-40B4-BE49-F238E27FC236}">
                <a16:creationId xmlns:a16="http://schemas.microsoft.com/office/drawing/2014/main" id="{101B15B2-17B7-C45F-E808-1641C4FFE46C}"/>
              </a:ext>
            </a:extLst>
          </p:cNvPr>
          <p:cNvSpPr txBox="1">
            <a:spLocks/>
          </p:cNvSpPr>
          <p:nvPr>
            <p:custDataLst>
              <p:tags r:id="rId6"/>
            </p:custDataLst>
          </p:nvPr>
        </p:nvSpPr>
        <p:spPr>
          <a:xfrm>
            <a:off x="1390650" y="1395598"/>
            <a:ext cx="10246614" cy="33855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0" dirty="0">
                <a:effectLst/>
              </a:rPr>
              <a:t>The primary expectation of a Junior engineer is the potential and the drive to learn and grow - Juniors are, to a some extent also investment for the company does in hope of growing people into the next levels.</a:t>
            </a:r>
          </a:p>
        </p:txBody>
      </p:sp>
      <p:cxnSp>
        <p:nvCxnSpPr>
          <p:cNvPr id="19" name="GreyLineSeparatorDefault 14">
            <a:extLst>
              <a:ext uri="{FF2B5EF4-FFF2-40B4-BE49-F238E27FC236}">
                <a16:creationId xmlns:a16="http://schemas.microsoft.com/office/drawing/2014/main" id="{B0B1C32E-6F79-3DB5-FDF7-A9A1FC6363EB}"/>
              </a:ext>
            </a:extLst>
          </p:cNvPr>
          <p:cNvCxnSpPr>
            <a:cxnSpLocks/>
          </p:cNvCxnSpPr>
          <p:nvPr>
            <p:custDataLst>
              <p:tags r:id="rId7"/>
            </p:custDataLst>
          </p:nvPr>
        </p:nvCxnSpPr>
        <p:spPr>
          <a:xfrm>
            <a:off x="542036" y="2305171"/>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GreyLineSeparatorDefault 14">
            <a:extLst>
              <a:ext uri="{FF2B5EF4-FFF2-40B4-BE49-F238E27FC236}">
                <a16:creationId xmlns:a16="http://schemas.microsoft.com/office/drawing/2014/main" id="{7147D771-75DC-13A9-A736-E25A41E66124}"/>
              </a:ext>
            </a:extLst>
          </p:cNvPr>
          <p:cNvCxnSpPr>
            <a:cxnSpLocks/>
          </p:cNvCxnSpPr>
          <p:nvPr>
            <p:custDataLst>
              <p:tags r:id="rId8"/>
            </p:custDataLst>
          </p:nvPr>
        </p:nvCxnSpPr>
        <p:spPr>
          <a:xfrm>
            <a:off x="6969125" y="2305171"/>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F1E887EA-1A2F-D247-4D94-D3E260FA0693}"/>
              </a:ext>
            </a:extLst>
          </p:cNvPr>
          <p:cNvGrpSpPr/>
          <p:nvPr/>
        </p:nvGrpSpPr>
        <p:grpSpPr>
          <a:xfrm>
            <a:off x="542036" y="3297150"/>
            <a:ext cx="11095229" cy="990705"/>
            <a:chOff x="542036" y="4045197"/>
            <a:chExt cx="11095229" cy="990705"/>
          </a:xfrm>
        </p:grpSpPr>
        <p:sp>
          <p:nvSpPr>
            <p:cNvPr id="24" name="TextBox 23">
              <a:extLst>
                <a:ext uri="{FF2B5EF4-FFF2-40B4-BE49-F238E27FC236}">
                  <a16:creationId xmlns:a16="http://schemas.microsoft.com/office/drawing/2014/main" id="{78F36502-9807-4C98-B9A2-ABD97541E497}"/>
                </a:ext>
              </a:extLst>
            </p:cNvPr>
            <p:cNvSpPr txBox="1">
              <a:spLocks/>
            </p:cNvSpPr>
            <p:nvPr>
              <p:custDataLst>
                <p:tags r:id="rId15"/>
              </p:custDataLst>
            </p:nvPr>
          </p:nvSpPr>
          <p:spPr>
            <a:xfrm>
              <a:off x="542036" y="4045197"/>
              <a:ext cx="57698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Engineering Practices</a:t>
              </a:r>
            </a:p>
          </p:txBody>
        </p:sp>
        <p:sp>
          <p:nvSpPr>
            <p:cNvPr id="29" name="TextBox 28">
              <a:extLst>
                <a:ext uri="{FF2B5EF4-FFF2-40B4-BE49-F238E27FC236}">
                  <a16:creationId xmlns:a16="http://schemas.microsoft.com/office/drawing/2014/main" id="{2D49D8F9-1293-408E-B0B7-50F008590947}"/>
                </a:ext>
              </a:extLst>
            </p:cNvPr>
            <p:cNvSpPr txBox="1">
              <a:spLocks/>
            </p:cNvSpPr>
            <p:nvPr>
              <p:custDataLst>
                <p:tags r:id="rId16"/>
              </p:custDataLst>
            </p:nvPr>
          </p:nvSpPr>
          <p:spPr>
            <a:xfrm>
              <a:off x="6981825" y="4045197"/>
              <a:ext cx="4655440"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Soft Skills</a:t>
              </a:r>
            </a:p>
          </p:txBody>
        </p:sp>
        <p:sp>
          <p:nvSpPr>
            <p:cNvPr id="25" name="TextBox 24">
              <a:extLst>
                <a:ext uri="{FF2B5EF4-FFF2-40B4-BE49-F238E27FC236}">
                  <a16:creationId xmlns:a16="http://schemas.microsoft.com/office/drawing/2014/main" id="{80559137-7E81-4EB7-9991-4D25DCA6D779}"/>
                </a:ext>
              </a:extLst>
            </p:cNvPr>
            <p:cNvSpPr txBox="1">
              <a:spLocks/>
            </p:cNvSpPr>
            <p:nvPr>
              <p:custDataLst>
                <p:tags r:id="rId17"/>
              </p:custDataLst>
            </p:nvPr>
          </p:nvSpPr>
          <p:spPr>
            <a:xfrm>
              <a:off x="542036" y="4381877"/>
              <a:ext cx="5769864" cy="65402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Writing of quality unit tests on their own</a:t>
              </a:r>
            </a:p>
            <a:p>
              <a:pPr lvl="1"/>
              <a:r>
                <a:rPr lang="en-GB" sz="1000" b="0" dirty="0">
                  <a:effectLst/>
                </a:rPr>
                <a:t>Understanding of basic design principles like SOLID, KISS, DRY, etc. Application of best practices for the programming language they use proactively asking feedback in code reviews and adopting their solutions</a:t>
              </a:r>
            </a:p>
          </p:txBody>
        </p:sp>
        <p:sp>
          <p:nvSpPr>
            <p:cNvPr id="31" name="TextBox 30">
              <a:extLst>
                <a:ext uri="{FF2B5EF4-FFF2-40B4-BE49-F238E27FC236}">
                  <a16:creationId xmlns:a16="http://schemas.microsoft.com/office/drawing/2014/main" id="{4DC49DF4-3F83-44A4-88F5-7F3DE1AA5E8E}"/>
                </a:ext>
              </a:extLst>
            </p:cNvPr>
            <p:cNvSpPr txBox="1">
              <a:spLocks/>
            </p:cNvSpPr>
            <p:nvPr>
              <p:custDataLst>
                <p:tags r:id="rId18"/>
              </p:custDataLst>
            </p:nvPr>
          </p:nvSpPr>
          <p:spPr>
            <a:xfrm>
              <a:off x="6981825" y="4381877"/>
              <a:ext cx="4655440" cy="50013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Decent command of </a:t>
              </a:r>
              <a:r>
                <a:rPr lang="en-GB" sz="1000" b="0" dirty="0" err="1">
                  <a:effectLst/>
                </a:rPr>
                <a:t>english</a:t>
              </a:r>
              <a:r>
                <a:rPr lang="en-GB" sz="1000" b="0" dirty="0">
                  <a:effectLst/>
                </a:rPr>
                <a:t> and willingness to use it enthusiasm/motivation/drive</a:t>
              </a:r>
            </a:p>
            <a:p>
              <a:pPr lvl="1"/>
              <a:r>
                <a:rPr lang="en-GB" sz="1000" b="0" dirty="0">
                  <a:effectLst/>
                </a:rPr>
                <a:t>Thirst for growth and more knowledge</a:t>
              </a:r>
            </a:p>
          </p:txBody>
        </p:sp>
        <p:cxnSp>
          <p:nvCxnSpPr>
            <p:cNvPr id="35" name="GreyLineSeparatorDefault 14">
              <a:extLst>
                <a:ext uri="{FF2B5EF4-FFF2-40B4-BE49-F238E27FC236}">
                  <a16:creationId xmlns:a16="http://schemas.microsoft.com/office/drawing/2014/main" id="{ADDB6B3A-67D4-889B-639B-1D1E84B5B5C1}"/>
                </a:ext>
              </a:extLst>
            </p:cNvPr>
            <p:cNvCxnSpPr>
              <a:cxnSpLocks/>
            </p:cNvCxnSpPr>
            <p:nvPr>
              <p:custDataLst>
                <p:tags r:id="rId19"/>
              </p:custDataLst>
            </p:nvPr>
          </p:nvCxnSpPr>
          <p:spPr>
            <a:xfrm>
              <a:off x="542036" y="4274313"/>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GreyLineSeparatorDefault 14">
              <a:extLst>
                <a:ext uri="{FF2B5EF4-FFF2-40B4-BE49-F238E27FC236}">
                  <a16:creationId xmlns:a16="http://schemas.microsoft.com/office/drawing/2014/main" id="{5FB380DF-9CD6-8190-05BF-7D90C1CAEA47}"/>
                </a:ext>
              </a:extLst>
            </p:cNvPr>
            <p:cNvCxnSpPr>
              <a:cxnSpLocks/>
            </p:cNvCxnSpPr>
            <p:nvPr>
              <p:custDataLst>
                <p:tags r:id="rId20"/>
              </p:custDataLst>
            </p:nvPr>
          </p:nvCxnSpPr>
          <p:spPr>
            <a:xfrm>
              <a:off x="6981825" y="4274313"/>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C7CABF36-2DC8-7C68-BCC1-9245DEEB3EE6}"/>
              </a:ext>
            </a:extLst>
          </p:cNvPr>
          <p:cNvGrpSpPr/>
          <p:nvPr/>
        </p:nvGrpSpPr>
        <p:grpSpPr>
          <a:xfrm>
            <a:off x="542036" y="4552829"/>
            <a:ext cx="11095229" cy="836820"/>
            <a:chOff x="542036" y="5249472"/>
            <a:chExt cx="11095229" cy="836820"/>
          </a:xfrm>
        </p:grpSpPr>
        <p:sp>
          <p:nvSpPr>
            <p:cNvPr id="27" name="TextBox 26">
              <a:extLst>
                <a:ext uri="{FF2B5EF4-FFF2-40B4-BE49-F238E27FC236}">
                  <a16:creationId xmlns:a16="http://schemas.microsoft.com/office/drawing/2014/main" id="{71B182A9-CE6A-49FC-AF95-B27814CE4294}"/>
                </a:ext>
              </a:extLst>
            </p:cNvPr>
            <p:cNvSpPr txBox="1">
              <a:spLocks/>
            </p:cNvSpPr>
            <p:nvPr>
              <p:custDataLst>
                <p:tags r:id="rId9"/>
              </p:custDataLst>
            </p:nvPr>
          </p:nvSpPr>
          <p:spPr>
            <a:xfrm>
              <a:off x="542036" y="5586155"/>
              <a:ext cx="5769864" cy="50013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Involved in initiatives on the team-level</a:t>
              </a:r>
            </a:p>
            <a:p>
              <a:pPr lvl="1"/>
              <a:r>
                <a:rPr lang="en-GB" sz="1000" b="0" dirty="0">
                  <a:effectLst/>
                </a:rPr>
                <a:t>Responsibility for individual task(s) that contribute to a given feature good overall understanding of the components they work on contribution to discussions on the team-level</a:t>
              </a:r>
            </a:p>
          </p:txBody>
        </p:sp>
        <p:sp>
          <p:nvSpPr>
            <p:cNvPr id="26" name="TextBox 25">
              <a:extLst>
                <a:ext uri="{FF2B5EF4-FFF2-40B4-BE49-F238E27FC236}">
                  <a16:creationId xmlns:a16="http://schemas.microsoft.com/office/drawing/2014/main" id="{8E8D44BE-9FD5-45DD-992F-008C811085D1}"/>
                </a:ext>
              </a:extLst>
            </p:cNvPr>
            <p:cNvSpPr txBox="1">
              <a:spLocks/>
            </p:cNvSpPr>
            <p:nvPr>
              <p:custDataLst>
                <p:tags r:id="rId10"/>
              </p:custDataLst>
            </p:nvPr>
          </p:nvSpPr>
          <p:spPr>
            <a:xfrm>
              <a:off x="542036" y="5249472"/>
              <a:ext cx="57698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Ownership</a:t>
              </a:r>
            </a:p>
          </p:txBody>
        </p:sp>
        <p:sp>
          <p:nvSpPr>
            <p:cNvPr id="33" name="TextBox 32">
              <a:extLst>
                <a:ext uri="{FF2B5EF4-FFF2-40B4-BE49-F238E27FC236}">
                  <a16:creationId xmlns:a16="http://schemas.microsoft.com/office/drawing/2014/main" id="{54466EA4-C683-493F-8E99-81CFD4E7CF2C}"/>
                </a:ext>
              </a:extLst>
            </p:cNvPr>
            <p:cNvSpPr txBox="1">
              <a:spLocks/>
            </p:cNvSpPr>
            <p:nvPr>
              <p:custDataLst>
                <p:tags r:id="rId11"/>
              </p:custDataLst>
            </p:nvPr>
          </p:nvSpPr>
          <p:spPr>
            <a:xfrm>
              <a:off x="6981825" y="5249472"/>
              <a:ext cx="4655440"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Impact</a:t>
              </a:r>
            </a:p>
          </p:txBody>
        </p:sp>
        <p:sp>
          <p:nvSpPr>
            <p:cNvPr id="34" name="TextBox 33">
              <a:extLst>
                <a:ext uri="{FF2B5EF4-FFF2-40B4-BE49-F238E27FC236}">
                  <a16:creationId xmlns:a16="http://schemas.microsoft.com/office/drawing/2014/main" id="{0C01130F-F8EA-48B5-8317-579EB06C0432}"/>
                </a:ext>
              </a:extLst>
            </p:cNvPr>
            <p:cNvSpPr txBox="1">
              <a:spLocks/>
            </p:cNvSpPr>
            <p:nvPr>
              <p:custDataLst>
                <p:tags r:id="rId12"/>
              </p:custDataLst>
            </p:nvPr>
          </p:nvSpPr>
          <p:spPr>
            <a:xfrm>
              <a:off x="6981825" y="5586155"/>
              <a:ext cx="4655440"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Generally they are expected to have impact in their team they are focused on growing and getting more productive</a:t>
              </a:r>
            </a:p>
          </p:txBody>
        </p:sp>
        <p:cxnSp>
          <p:nvCxnSpPr>
            <p:cNvPr id="36" name="GreyLineSeparatorDefault 14">
              <a:extLst>
                <a:ext uri="{FF2B5EF4-FFF2-40B4-BE49-F238E27FC236}">
                  <a16:creationId xmlns:a16="http://schemas.microsoft.com/office/drawing/2014/main" id="{DBDF5098-7B8E-5CBC-78F7-2C226B7E0096}"/>
                </a:ext>
              </a:extLst>
            </p:cNvPr>
            <p:cNvCxnSpPr>
              <a:cxnSpLocks/>
            </p:cNvCxnSpPr>
            <p:nvPr>
              <p:custDataLst>
                <p:tags r:id="rId13"/>
              </p:custDataLst>
            </p:nvPr>
          </p:nvCxnSpPr>
          <p:spPr>
            <a:xfrm>
              <a:off x="542036" y="5478588"/>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GreyLineSeparatorDefault 14">
              <a:extLst>
                <a:ext uri="{FF2B5EF4-FFF2-40B4-BE49-F238E27FC236}">
                  <a16:creationId xmlns:a16="http://schemas.microsoft.com/office/drawing/2014/main" id="{8A1E1572-6603-C3D2-D3A8-21FECE6990AC}"/>
                </a:ext>
              </a:extLst>
            </p:cNvPr>
            <p:cNvCxnSpPr>
              <a:cxnSpLocks/>
            </p:cNvCxnSpPr>
            <p:nvPr>
              <p:custDataLst>
                <p:tags r:id="rId14"/>
              </p:custDataLst>
            </p:nvPr>
          </p:nvCxnSpPr>
          <p:spPr>
            <a:xfrm>
              <a:off x="6981825" y="5478588"/>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58DB3334-F584-8B65-1BB6-0D625DBDE29B}"/>
              </a:ext>
            </a:extLst>
          </p:cNvPr>
          <p:cNvSpPr txBox="1"/>
          <p:nvPr/>
        </p:nvSpPr>
        <p:spPr>
          <a:xfrm>
            <a:off x="554736" y="1395598"/>
            <a:ext cx="769239" cy="20005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300" b="1" dirty="0"/>
              <a:t>Summary</a:t>
            </a:r>
          </a:p>
        </p:txBody>
      </p:sp>
    </p:spTree>
    <p:extLst>
      <p:ext uri="{BB962C8B-B14F-4D97-AF65-F5344CB8AC3E}">
        <p14:creationId xmlns:p14="http://schemas.microsoft.com/office/powerpoint/2010/main" val="2430668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0ED9E31-2C25-1576-F627-7C0D337DFDDB}"/>
              </a:ext>
            </a:extLst>
          </p:cNvPr>
          <p:cNvGraphicFramePr>
            <a:graphicFrameLocks noChangeAspect="1"/>
          </p:cNvGraphicFramePr>
          <p:nvPr>
            <p:custDataLst>
              <p:tags r:id="rId1"/>
            </p:custDataLst>
            <p:extLst>
              <p:ext uri="{D42A27DB-BD31-4B8C-83A1-F6EECF244321}">
                <p14:modId xmlns:p14="http://schemas.microsoft.com/office/powerpoint/2010/main" val="36267745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4" imgW="7772400" imgH="10058400" progId="TCLayout.ActiveDocument.1">
                  <p:embed/>
                </p:oleObj>
              </mc:Choice>
              <mc:Fallback>
                <p:oleObj name="think-cell Slide" r:id="rId24" imgW="7772400" imgH="10058400" progId="TCLayout.ActiveDocument.1">
                  <p:embed/>
                  <p:pic>
                    <p:nvPicPr>
                      <p:cNvPr id="6" name="Object 5" hidden="1">
                        <a:extLst>
                          <a:ext uri="{FF2B5EF4-FFF2-40B4-BE49-F238E27FC236}">
                            <a16:creationId xmlns:a16="http://schemas.microsoft.com/office/drawing/2014/main" id="{00ED9E31-2C25-1576-F627-7C0D337DFDDB}"/>
                          </a:ext>
                        </a:extLst>
                      </p:cNvPr>
                      <p:cNvPicPr/>
                      <p:nvPr/>
                    </p:nvPicPr>
                    <p:blipFill>
                      <a:blip r:embed="rId25"/>
                      <a:stretch>
                        <a:fillRect/>
                      </a:stretch>
                    </p:blipFill>
                    <p:spPr>
                      <a:xfrm>
                        <a:off x="1588" y="1588"/>
                        <a:ext cx="1227"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12A0A725-7B09-4E2C-9291-325639D75125}"/>
              </a:ext>
            </a:extLst>
          </p:cNvPr>
          <p:cNvSpPr>
            <a:spLocks noGrp="1"/>
          </p:cNvSpPr>
          <p:nvPr>
            <p:ph type="title"/>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GB" dirty="0"/>
              <a:t>2. Engineering level – </a:t>
            </a:r>
            <a:r>
              <a:rPr lang="en-GB" dirty="0" err="1"/>
              <a:t>Medior</a:t>
            </a:r>
            <a:r>
              <a:rPr lang="en-GB" dirty="0"/>
              <a:t> Engineer</a:t>
            </a:r>
          </a:p>
        </p:txBody>
      </p:sp>
      <p:sp>
        <p:nvSpPr>
          <p:cNvPr id="7" name="Text Placeholder 6">
            <a:extLst>
              <a:ext uri="{FF2B5EF4-FFF2-40B4-BE49-F238E27FC236}">
                <a16:creationId xmlns:a16="http://schemas.microsoft.com/office/drawing/2014/main" id="{401DD953-22C0-7B6A-789E-BE4519820B2C}"/>
              </a:ext>
            </a:extLst>
          </p:cNvPr>
          <p:cNvSpPr>
            <a:spLocks noGrp="1"/>
          </p:cNvSpPr>
          <p:nvPr>
            <p:ph type="body" sz="quarter" idx="17"/>
          </p:nvPr>
        </p:nvSpPr>
        <p:spPr/>
        <p:txBody>
          <a:bodyPr/>
          <a:lstStyle/>
          <a:p>
            <a:endParaRPr lang="en-GB"/>
          </a:p>
        </p:txBody>
      </p:sp>
      <p:sp>
        <p:nvSpPr>
          <p:cNvPr id="9" name="TextBox 8">
            <a:extLst>
              <a:ext uri="{FF2B5EF4-FFF2-40B4-BE49-F238E27FC236}">
                <a16:creationId xmlns:a16="http://schemas.microsoft.com/office/drawing/2014/main" id="{50413D68-A83A-2F32-AEE2-8ED50D70BCCF}"/>
              </a:ext>
            </a:extLst>
          </p:cNvPr>
          <p:cNvSpPr txBox="1">
            <a:spLocks/>
          </p:cNvSpPr>
          <p:nvPr/>
        </p:nvSpPr>
        <p:spPr bwMode="gray">
          <a:xfrm>
            <a:off x="554737" y="1813848"/>
            <a:ext cx="11071751" cy="203133"/>
          </a:xfrm>
          <a:prstGeom prst="rect">
            <a:avLst/>
          </a:prstGeom>
        </p:spPr>
        <p:txBody>
          <a:bodyPr vert="horz" wrap="square" lIns="0" tIns="0" rIns="0" bIns="18288" rtlCol="0" anchor="b" anchorCtr="0">
            <a:spAutoFit/>
          </a:bodyPr>
          <a:lstStyle>
            <a:lvl1pPr marL="0" lvl="0" indent="0" defTabSz="895350" eaLnBrk="1" latinLnBrk="0" hangingPunct="1">
              <a:lnSpc>
                <a:spcPct val="100000"/>
              </a:lnSpc>
              <a:spcAft>
                <a:spcPts val="400"/>
              </a:spcAft>
              <a:buClr>
                <a:schemeClr val="tx2"/>
              </a:buClr>
              <a:buSzPct val="100000"/>
              <a:defRPr lang="en-US" b="0" baseline="0" dirty="0">
                <a:latin typeface="+mn-lt"/>
              </a:defRPr>
            </a:lvl1pPr>
            <a:lvl2pPr marL="193675" lvl="1" indent="-192088" defTabSz="895350" eaLnBrk="1" latinLnBrk="0" hangingPunct="1">
              <a:lnSpc>
                <a:spcPct val="100000"/>
              </a:lnSpc>
              <a:spcAft>
                <a:spcPts val="400"/>
              </a:spcAft>
              <a:buClr>
                <a:schemeClr val="tx1"/>
              </a:buClr>
              <a:buSzPct val="125000"/>
              <a:buFont typeface="Arial" charset="0"/>
              <a:buChar char="▪"/>
              <a:defRPr lang="en-US" b="0" baseline="0" dirty="0">
                <a:latin typeface="+mn-lt"/>
              </a:defRPr>
            </a:lvl2pPr>
            <a:lvl3pPr marL="457200" lvl="2" indent="-261938" defTabSz="895350" eaLnBrk="1" latinLnBrk="0" hangingPunct="1">
              <a:lnSpc>
                <a:spcPct val="100000"/>
              </a:lnSpc>
              <a:spcAft>
                <a:spcPts val="400"/>
              </a:spcAft>
              <a:buClr>
                <a:schemeClr val="tx1"/>
              </a:buClr>
              <a:buSzPct val="120000"/>
              <a:buFont typeface="Arial" charset="0"/>
              <a:buChar char="–"/>
              <a:defRPr lang="en-US" baseline="0" dirty="0">
                <a:latin typeface="+mn-lt"/>
              </a:defRPr>
            </a:lvl3pPr>
            <a:lvl4pPr marL="614363" lvl="3" indent="-155575" defTabSz="895350" eaLnBrk="1" latinLnBrk="0" hangingPunct="1">
              <a:lnSpc>
                <a:spcPct val="100000"/>
              </a:lnSpc>
              <a:spcAft>
                <a:spcPts val="400"/>
              </a:spcAft>
              <a:buClr>
                <a:schemeClr val="tx1"/>
              </a:buClr>
              <a:buSzPct val="120000"/>
              <a:buFont typeface="Arial" charset="0"/>
              <a:buChar char="▫"/>
              <a:defRPr lang="en-US" baseline="0" dirty="0">
                <a:latin typeface="+mn-lt"/>
              </a:defRPr>
            </a:lvl4pPr>
            <a:lvl5pPr marL="749808" lvl="4" indent="-130175" defTabSz="895350" eaLnBrk="1" latinLnBrk="0" hangingPunct="1">
              <a:lnSpc>
                <a:spcPct val="100000"/>
              </a:lnSpc>
              <a:spcAft>
                <a:spcPts val="400"/>
              </a:spcAft>
              <a:buClr>
                <a:schemeClr val="tx1"/>
              </a:buClr>
              <a:buSzPct val="89000"/>
              <a:buFont typeface="Arial" charset="0"/>
              <a:buChar char="-"/>
              <a:tabLst/>
              <a:defRPr lang="en-US" baseline="0" dirty="0">
                <a:latin typeface="+mn-lt"/>
              </a:defRPr>
            </a:lvl5pPr>
            <a:lvl6pPr marL="1306655" indent="-226849" defTabSz="1560283" fontAlgn="base">
              <a:spcBef>
                <a:spcPct val="0"/>
              </a:spcBef>
              <a:spcAft>
                <a:spcPct val="0"/>
              </a:spcAft>
              <a:buClr>
                <a:schemeClr val="tx2"/>
              </a:buClr>
              <a:buSzPct val="89000"/>
              <a:buFont typeface="Arial" charset="0"/>
              <a:buChar char="-"/>
              <a:defRPr lang="x-none" sz="2789" baseline="0">
                <a:latin typeface="+mn-lt"/>
              </a:defRPr>
            </a:lvl6pPr>
            <a:lvl7pPr marL="1306655" indent="-226849" defTabSz="1560283" fontAlgn="base">
              <a:spcBef>
                <a:spcPct val="0"/>
              </a:spcBef>
              <a:spcAft>
                <a:spcPct val="0"/>
              </a:spcAft>
              <a:buClr>
                <a:schemeClr val="tx2"/>
              </a:buClr>
              <a:buSzPct val="89000"/>
              <a:buFont typeface="Arial" charset="0"/>
              <a:buChar char="-"/>
              <a:defRPr lang="x-none" sz="2789" baseline="0">
                <a:latin typeface="+mn-lt"/>
              </a:defRPr>
            </a:lvl7pPr>
            <a:lvl8pPr marL="1306655" indent="-226849" defTabSz="1560283" fontAlgn="base">
              <a:spcBef>
                <a:spcPct val="0"/>
              </a:spcBef>
              <a:spcAft>
                <a:spcPct val="0"/>
              </a:spcAft>
              <a:buClr>
                <a:schemeClr val="tx2"/>
              </a:buClr>
              <a:buSzPct val="89000"/>
              <a:buFont typeface="Arial" charset="0"/>
              <a:buChar char="-"/>
              <a:defRPr lang="x-none" sz="2789" baseline="0">
                <a:latin typeface="+mn-lt"/>
              </a:defRPr>
            </a:lvl8pPr>
            <a:lvl9pPr marL="1306655" indent="-226849" defTabSz="1560283" fontAlgn="base">
              <a:spcBef>
                <a:spcPct val="0"/>
              </a:spcBef>
              <a:spcAft>
                <a:spcPct val="0"/>
              </a:spcAft>
              <a:buClr>
                <a:schemeClr val="tx2"/>
              </a:buClr>
              <a:buSzPct val="89000"/>
              <a:buFont typeface="Arial" charset="0"/>
              <a:buChar char="-"/>
              <a:defRPr lang="x-none" sz="2789" baseline="0">
                <a:latin typeface="+mn-lt"/>
              </a:defRPr>
            </a:lvl9pPr>
          </a:lstStyle>
          <a:p>
            <a:r>
              <a:rPr lang="en-GB" sz="1200" b="1" dirty="0">
                <a:effectLst/>
              </a:rPr>
              <a:t>Expectations (in addition to those for a Junior):</a:t>
            </a:r>
          </a:p>
        </p:txBody>
      </p:sp>
      <p:pic>
        <p:nvPicPr>
          <p:cNvPr id="14" name="CustomIcon">
            <a:extLst>
              <a:ext uri="{FF2B5EF4-FFF2-40B4-BE49-F238E27FC236}">
                <a16:creationId xmlns:a16="http://schemas.microsoft.com/office/drawing/2014/main" id="{E4393AE8-845F-DA2F-270C-A55468D36DE5}"/>
              </a:ext>
            </a:extLst>
          </p:cNvPr>
          <p:cNvPicPr>
            <a:picLocks noChangeAspect="1"/>
          </p:cNvPicPr>
          <p:nvPr>
            <p:custDataLst>
              <p:tags r:id="rId2"/>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1260728" y="1651221"/>
            <a:ext cx="365760" cy="365760"/>
          </a:xfrm>
          <a:prstGeom prst="rect">
            <a:avLst/>
          </a:prstGeom>
        </p:spPr>
      </p:pic>
      <p:sp>
        <p:nvSpPr>
          <p:cNvPr id="34" name="TextBox 33">
            <a:extLst>
              <a:ext uri="{FF2B5EF4-FFF2-40B4-BE49-F238E27FC236}">
                <a16:creationId xmlns:a16="http://schemas.microsoft.com/office/drawing/2014/main" id="{AEC13935-D92C-930C-0143-97F6DD590EFA}"/>
              </a:ext>
            </a:extLst>
          </p:cNvPr>
          <p:cNvSpPr txBox="1">
            <a:spLocks/>
          </p:cNvSpPr>
          <p:nvPr>
            <p:custDataLst>
              <p:tags r:id="rId3"/>
            </p:custDataLst>
          </p:nvPr>
        </p:nvSpPr>
        <p:spPr>
          <a:xfrm>
            <a:off x="1390650" y="1395598"/>
            <a:ext cx="10246614"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100" b="0" dirty="0" err="1">
                <a:effectLst/>
              </a:rPr>
              <a:t>Medior</a:t>
            </a:r>
            <a:r>
              <a:rPr lang="en-GB" sz="1100" b="0" dirty="0">
                <a:effectLst/>
              </a:rPr>
              <a:t> engineers make up the majority of overall engineers in the company.</a:t>
            </a:r>
          </a:p>
        </p:txBody>
      </p:sp>
      <p:grpSp>
        <p:nvGrpSpPr>
          <p:cNvPr id="49" name="Group 48">
            <a:extLst>
              <a:ext uri="{FF2B5EF4-FFF2-40B4-BE49-F238E27FC236}">
                <a16:creationId xmlns:a16="http://schemas.microsoft.com/office/drawing/2014/main" id="{5A94D758-BB6F-0D41-5BBB-BFE8CACEAF40}"/>
              </a:ext>
            </a:extLst>
          </p:cNvPr>
          <p:cNvGrpSpPr/>
          <p:nvPr/>
        </p:nvGrpSpPr>
        <p:grpSpPr>
          <a:xfrm>
            <a:off x="542036" y="2051489"/>
            <a:ext cx="11095229" cy="4158811"/>
            <a:chOff x="542036" y="2051489"/>
            <a:chExt cx="11095229" cy="4158811"/>
          </a:xfrm>
        </p:grpSpPr>
        <p:sp>
          <p:nvSpPr>
            <p:cNvPr id="19" name="TextBox 18">
              <a:extLst>
                <a:ext uri="{FF2B5EF4-FFF2-40B4-BE49-F238E27FC236}">
                  <a16:creationId xmlns:a16="http://schemas.microsoft.com/office/drawing/2014/main" id="{E8EEA09A-46FF-4D26-9A03-237A060CBD2E}"/>
                </a:ext>
              </a:extLst>
            </p:cNvPr>
            <p:cNvSpPr txBox="1">
              <a:spLocks/>
            </p:cNvSpPr>
            <p:nvPr>
              <p:custDataLst>
                <p:tags r:id="rId4"/>
              </p:custDataLst>
            </p:nvPr>
          </p:nvSpPr>
          <p:spPr>
            <a:xfrm>
              <a:off x="542036" y="2339679"/>
              <a:ext cx="5769864" cy="73096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Good understanding of CI/CD processes</a:t>
              </a:r>
            </a:p>
            <a:p>
              <a:pPr lvl="1"/>
              <a:r>
                <a:rPr lang="en-GB" sz="1000" b="0" dirty="0">
                  <a:effectLst/>
                </a:rPr>
                <a:t>Good understanding of architecture owned by team</a:t>
              </a:r>
            </a:p>
            <a:p>
              <a:pPr lvl="1"/>
              <a:r>
                <a:rPr lang="en-GB" sz="1000" b="0" dirty="0">
                  <a:effectLst/>
                </a:rPr>
                <a:t>Good high-level understanding of overall architecture</a:t>
              </a:r>
            </a:p>
            <a:p>
              <a:pPr lvl="1"/>
              <a:r>
                <a:rPr lang="en-GB" sz="1000" b="0" dirty="0">
                  <a:effectLst/>
                </a:rPr>
                <a:t>Understanding of features and capabilities of the infrastructural components used by team</a:t>
              </a:r>
            </a:p>
          </p:txBody>
        </p:sp>
        <p:sp>
          <p:nvSpPr>
            <p:cNvPr id="26" name="TextBox 25">
              <a:extLst>
                <a:ext uri="{FF2B5EF4-FFF2-40B4-BE49-F238E27FC236}">
                  <a16:creationId xmlns:a16="http://schemas.microsoft.com/office/drawing/2014/main" id="{6FA724DB-E5F8-4DE4-96B2-991AF7B4781B}"/>
                </a:ext>
              </a:extLst>
            </p:cNvPr>
            <p:cNvSpPr txBox="1">
              <a:spLocks/>
            </p:cNvSpPr>
            <p:nvPr>
              <p:custDataLst>
                <p:tags r:id="rId5"/>
              </p:custDataLst>
            </p:nvPr>
          </p:nvSpPr>
          <p:spPr>
            <a:xfrm>
              <a:off x="6981825" y="2339679"/>
              <a:ext cx="4655440" cy="126957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Good understanding of the product(s) their team contributes to</a:t>
              </a:r>
            </a:p>
            <a:p>
              <a:pPr lvl="1"/>
              <a:r>
                <a:rPr lang="en-GB" sz="1000" b="0" dirty="0">
                  <a:effectLst/>
                </a:rPr>
                <a:t>Actively propose and drive improvements on the team level</a:t>
              </a:r>
            </a:p>
            <a:p>
              <a:pPr lvl="1"/>
              <a:r>
                <a:rPr lang="en-GB" sz="1000" b="0" dirty="0">
                  <a:effectLst/>
                </a:rPr>
                <a:t>Mainly operate on levels 2 &amp; 3 of helpfulness (see appendix A)</a:t>
              </a:r>
            </a:p>
            <a:p>
              <a:pPr lvl="1"/>
              <a:r>
                <a:rPr lang="en-GB" sz="1000" b="0" dirty="0">
                  <a:effectLst/>
                </a:rPr>
                <a:t>Actively resolve ambiguity on a feature level</a:t>
              </a:r>
            </a:p>
            <a:p>
              <a:pPr lvl="1"/>
              <a:r>
                <a:rPr lang="en-GB" sz="1000" b="0" dirty="0">
                  <a:effectLst/>
                </a:rPr>
                <a:t>Understanding of common technical trade-offs encountered in their team basic capacity to balance pragmatism and perfectionism</a:t>
              </a:r>
            </a:p>
            <a:p>
              <a:pPr lvl="1"/>
              <a:r>
                <a:rPr lang="en-GB" sz="1000" b="0" dirty="0">
                  <a:effectLst/>
                </a:rPr>
                <a:t>Good understanding of the product(s) their team contributes to</a:t>
              </a:r>
            </a:p>
          </p:txBody>
        </p:sp>
        <p:sp>
          <p:nvSpPr>
            <p:cNvPr id="3" name="TextBox 2">
              <a:extLst>
                <a:ext uri="{FF2B5EF4-FFF2-40B4-BE49-F238E27FC236}">
                  <a16:creationId xmlns:a16="http://schemas.microsoft.com/office/drawing/2014/main" id="{64BF1185-E0F5-E8CF-8689-8E8FBED424AD}"/>
                </a:ext>
              </a:extLst>
            </p:cNvPr>
            <p:cNvSpPr txBox="1">
              <a:spLocks/>
            </p:cNvSpPr>
            <p:nvPr>
              <p:custDataLst>
                <p:tags r:id="rId6"/>
              </p:custDataLst>
            </p:nvPr>
          </p:nvSpPr>
          <p:spPr>
            <a:xfrm>
              <a:off x="6981825" y="2095522"/>
              <a:ext cx="4655440"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Problem Solving</a:t>
              </a:r>
            </a:p>
          </p:txBody>
        </p:sp>
        <p:sp>
          <p:nvSpPr>
            <p:cNvPr id="8" name="TextBox 7">
              <a:extLst>
                <a:ext uri="{FF2B5EF4-FFF2-40B4-BE49-F238E27FC236}">
                  <a16:creationId xmlns:a16="http://schemas.microsoft.com/office/drawing/2014/main" id="{3A7D130C-8E67-415D-D39A-2A2500D3FCF1}"/>
                </a:ext>
              </a:extLst>
            </p:cNvPr>
            <p:cNvSpPr txBox="1">
              <a:spLocks/>
            </p:cNvSpPr>
            <p:nvPr>
              <p:custDataLst>
                <p:tags r:id="rId7"/>
              </p:custDataLst>
            </p:nvPr>
          </p:nvSpPr>
          <p:spPr>
            <a:xfrm>
              <a:off x="554736" y="2095522"/>
              <a:ext cx="57698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Technical Delivery</a:t>
              </a:r>
            </a:p>
          </p:txBody>
        </p:sp>
        <p:sp>
          <p:nvSpPr>
            <p:cNvPr id="11" name="Line 14">
              <a:extLst>
                <a:ext uri="{FF2B5EF4-FFF2-40B4-BE49-F238E27FC236}">
                  <a16:creationId xmlns:a16="http://schemas.microsoft.com/office/drawing/2014/main" id="{1834ECDC-2D15-9FFC-6E2D-0F6278F033CE}"/>
                </a:ext>
              </a:extLst>
            </p:cNvPr>
            <p:cNvSpPr>
              <a:spLocks noChangeShapeType="1"/>
            </p:cNvSpPr>
            <p:nvPr/>
          </p:nvSpPr>
          <p:spPr bwMode="gray">
            <a:xfrm flipV="1">
              <a:off x="554737" y="2051489"/>
              <a:ext cx="11071751" cy="0"/>
            </a:xfrm>
            <a:prstGeom prst="line">
              <a:avLst/>
            </a:prstGeom>
            <a:ln w="12700">
              <a:solidFill>
                <a:srgbClr val="7F7F7F"/>
              </a:solidFill>
              <a:prstDash val="solid"/>
            </a:ln>
          </p:spPr>
          <p:style>
            <a:lnRef idx="1">
              <a:schemeClr val="accent1"/>
            </a:lnRef>
            <a:fillRef idx="0">
              <a:schemeClr val="accent1"/>
            </a:fillRef>
            <a:effectRef idx="0">
              <a:schemeClr val="accent1"/>
            </a:effectRef>
            <a:fontRef idx="minor">
              <a:schemeClr val="tx1"/>
            </a:fontRef>
          </p:style>
          <p:txBody>
            <a:bodyPr wrap="square" lIns="89626" tIns="44813" rIns="89626" bIns="18288" anchor="b" anchorCtr="0">
              <a:spAutoFit/>
            </a:bodyPr>
            <a:lstStyle/>
            <a:p>
              <a:endParaRPr lang="en-US" sz="1050" dirty="0">
                <a:cs typeface="Arial" panose="020B0604020202020204" pitchFamily="34" charset="0"/>
                <a:sym typeface="Arial" panose="020B0604020202020204" pitchFamily="34" charset="0"/>
              </a:endParaRPr>
            </a:p>
          </p:txBody>
        </p:sp>
        <p:cxnSp>
          <p:nvCxnSpPr>
            <p:cNvPr id="16" name="GreyLineSeparatorDefault 14">
              <a:extLst>
                <a:ext uri="{FF2B5EF4-FFF2-40B4-BE49-F238E27FC236}">
                  <a16:creationId xmlns:a16="http://schemas.microsoft.com/office/drawing/2014/main" id="{C7B02927-2AC4-306D-7BFA-8CA0CCA378C1}"/>
                </a:ext>
              </a:extLst>
            </p:cNvPr>
            <p:cNvCxnSpPr>
              <a:cxnSpLocks/>
            </p:cNvCxnSpPr>
            <p:nvPr>
              <p:custDataLst>
                <p:tags r:id="rId8"/>
              </p:custDataLst>
            </p:nvPr>
          </p:nvCxnSpPr>
          <p:spPr>
            <a:xfrm>
              <a:off x="542036" y="2305171"/>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GreyLineSeparatorDefault 14">
              <a:extLst>
                <a:ext uri="{FF2B5EF4-FFF2-40B4-BE49-F238E27FC236}">
                  <a16:creationId xmlns:a16="http://schemas.microsoft.com/office/drawing/2014/main" id="{DD0BBBF4-0BC9-EBCA-DE2F-53135B6D2A01}"/>
                </a:ext>
              </a:extLst>
            </p:cNvPr>
            <p:cNvCxnSpPr>
              <a:cxnSpLocks/>
            </p:cNvCxnSpPr>
            <p:nvPr>
              <p:custDataLst>
                <p:tags r:id="rId9"/>
              </p:custDataLst>
            </p:nvPr>
          </p:nvCxnSpPr>
          <p:spPr>
            <a:xfrm>
              <a:off x="6969125" y="2305171"/>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B7240CC9-1387-B3BF-E356-FF399FD1D488}"/>
                </a:ext>
              </a:extLst>
            </p:cNvPr>
            <p:cNvGrpSpPr/>
            <p:nvPr/>
          </p:nvGrpSpPr>
          <p:grpSpPr>
            <a:xfrm>
              <a:off x="6969125" y="3739185"/>
              <a:ext cx="4668140" cy="1747676"/>
              <a:chOff x="6969125" y="3870280"/>
              <a:chExt cx="4668140" cy="1747676"/>
            </a:xfrm>
          </p:grpSpPr>
          <p:sp>
            <p:nvSpPr>
              <p:cNvPr id="27" name="TextBox 26">
                <a:extLst>
                  <a:ext uri="{FF2B5EF4-FFF2-40B4-BE49-F238E27FC236}">
                    <a16:creationId xmlns:a16="http://schemas.microsoft.com/office/drawing/2014/main" id="{2FDDB8EF-3374-40CD-9DCD-CC36D96C8EEF}"/>
                  </a:ext>
                </a:extLst>
              </p:cNvPr>
              <p:cNvSpPr txBox="1">
                <a:spLocks/>
              </p:cNvSpPr>
              <p:nvPr>
                <p:custDataLst>
                  <p:tags r:id="rId19"/>
                </p:custDataLst>
              </p:nvPr>
            </p:nvSpPr>
            <p:spPr>
              <a:xfrm>
                <a:off x="6981825" y="3870280"/>
                <a:ext cx="4655440"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Soft Skills</a:t>
                </a:r>
              </a:p>
            </p:txBody>
          </p:sp>
          <p:sp>
            <p:nvSpPr>
              <p:cNvPr id="28" name="TextBox 27">
                <a:extLst>
                  <a:ext uri="{FF2B5EF4-FFF2-40B4-BE49-F238E27FC236}">
                    <a16:creationId xmlns:a16="http://schemas.microsoft.com/office/drawing/2014/main" id="{6C5ECEA4-5556-48A7-BAD3-46AAA1F7AB7A}"/>
                  </a:ext>
                </a:extLst>
              </p:cNvPr>
              <p:cNvSpPr txBox="1">
                <a:spLocks/>
              </p:cNvSpPr>
              <p:nvPr>
                <p:custDataLst>
                  <p:tags r:id="rId20"/>
                </p:custDataLst>
              </p:nvPr>
            </p:nvSpPr>
            <p:spPr>
              <a:xfrm>
                <a:off x="6981825" y="4156017"/>
                <a:ext cx="4655440" cy="146193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Enthusiastic mentoring</a:t>
                </a:r>
              </a:p>
              <a:p>
                <a:pPr lvl="1"/>
                <a:r>
                  <a:rPr lang="en-GB" sz="1000" b="0" dirty="0">
                    <a:effectLst/>
                  </a:rPr>
                  <a:t>Strong integrity</a:t>
                </a:r>
              </a:p>
              <a:p>
                <a:pPr lvl="1"/>
                <a:r>
                  <a:rPr lang="en-GB" sz="1000" b="0" dirty="0">
                    <a:effectLst/>
                  </a:rPr>
                  <a:t>Adopting communication style to given audience and situation</a:t>
                </a:r>
              </a:p>
              <a:p>
                <a:pPr lvl="1"/>
                <a:r>
                  <a:rPr lang="en-GB" sz="1000" b="0" dirty="0">
                    <a:effectLst/>
                  </a:rPr>
                  <a:t>Constantly try to understand position of others and accept that their own view isn't perfect active conflict resolution even when they are not part of the conflict</a:t>
                </a:r>
              </a:p>
              <a:p>
                <a:pPr lvl="1"/>
                <a:r>
                  <a:rPr lang="en-GB" sz="1000" b="0" dirty="0">
                    <a:effectLst/>
                  </a:rPr>
                  <a:t>Strong display of disagree and commit </a:t>
                </a:r>
                <a:r>
                  <a:rPr lang="en-GB" sz="1000" b="0" dirty="0" err="1">
                    <a:effectLst/>
                  </a:rPr>
                  <a:t>behaviors</a:t>
                </a:r>
                <a:endParaRPr lang="en-GB" sz="1000" dirty="0"/>
              </a:p>
              <a:p>
                <a:pPr lvl="1"/>
                <a:r>
                  <a:rPr lang="en-GB" sz="1000" b="0" dirty="0">
                    <a:effectLst/>
                  </a:rPr>
                  <a:t>Can say no to management when needed</a:t>
                </a:r>
              </a:p>
              <a:p>
                <a:pPr lvl="1"/>
                <a:r>
                  <a:rPr lang="en-GB" sz="1000" b="0" dirty="0">
                    <a:effectLst/>
                  </a:rPr>
                  <a:t>Good relationships and partners in other departments</a:t>
                </a:r>
              </a:p>
            </p:txBody>
          </p:sp>
          <p:cxnSp>
            <p:nvCxnSpPr>
              <p:cNvPr id="35" name="GreyLineSeparatorDefault 14">
                <a:extLst>
                  <a:ext uri="{FF2B5EF4-FFF2-40B4-BE49-F238E27FC236}">
                    <a16:creationId xmlns:a16="http://schemas.microsoft.com/office/drawing/2014/main" id="{A4C80A09-BD64-4B17-0AD3-42C49ABD3EC8}"/>
                  </a:ext>
                </a:extLst>
              </p:cNvPr>
              <p:cNvCxnSpPr>
                <a:cxnSpLocks/>
              </p:cNvCxnSpPr>
              <p:nvPr>
                <p:custDataLst>
                  <p:tags r:id="rId21"/>
                </p:custDataLst>
              </p:nvPr>
            </p:nvCxnSpPr>
            <p:spPr>
              <a:xfrm>
                <a:off x="6969125" y="4073996"/>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EB3638C-65E1-3F95-F87A-0039022ACDEE}"/>
                </a:ext>
              </a:extLst>
            </p:cNvPr>
            <p:cNvGrpSpPr/>
            <p:nvPr/>
          </p:nvGrpSpPr>
          <p:grpSpPr>
            <a:xfrm>
              <a:off x="6969125" y="5616788"/>
              <a:ext cx="4668140" cy="593512"/>
              <a:chOff x="6969125" y="5688249"/>
              <a:chExt cx="4668140" cy="593512"/>
            </a:xfrm>
          </p:grpSpPr>
          <p:sp>
            <p:nvSpPr>
              <p:cNvPr id="29" name="TextBox 28">
                <a:extLst>
                  <a:ext uri="{FF2B5EF4-FFF2-40B4-BE49-F238E27FC236}">
                    <a16:creationId xmlns:a16="http://schemas.microsoft.com/office/drawing/2014/main" id="{04E73865-8D9A-49F4-8AE4-504D4699BF0E}"/>
                  </a:ext>
                </a:extLst>
              </p:cNvPr>
              <p:cNvSpPr txBox="1">
                <a:spLocks/>
              </p:cNvSpPr>
              <p:nvPr>
                <p:custDataLst>
                  <p:tags r:id="rId16"/>
                </p:custDataLst>
              </p:nvPr>
            </p:nvSpPr>
            <p:spPr>
              <a:xfrm>
                <a:off x="6981825" y="5688249"/>
                <a:ext cx="4655440"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Impact</a:t>
                </a:r>
              </a:p>
            </p:txBody>
          </p:sp>
          <p:sp>
            <p:nvSpPr>
              <p:cNvPr id="31" name="TextBox 30">
                <a:extLst>
                  <a:ext uri="{FF2B5EF4-FFF2-40B4-BE49-F238E27FC236}">
                    <a16:creationId xmlns:a16="http://schemas.microsoft.com/office/drawing/2014/main" id="{0C67F531-072C-4B02-9832-CD3BEE141303}"/>
                  </a:ext>
                </a:extLst>
              </p:cNvPr>
              <p:cNvSpPr txBox="1">
                <a:spLocks/>
              </p:cNvSpPr>
              <p:nvPr>
                <p:custDataLst>
                  <p:tags r:id="rId17"/>
                </p:custDataLst>
              </p:nvPr>
            </p:nvSpPr>
            <p:spPr>
              <a:xfrm>
                <a:off x="6981825" y="5973984"/>
                <a:ext cx="4655440"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Strong impact and contribution on above-team level, particularly in the engineering</a:t>
                </a:r>
              </a:p>
            </p:txBody>
          </p:sp>
          <p:cxnSp>
            <p:nvCxnSpPr>
              <p:cNvPr id="36" name="GreyLineSeparatorDefault 14">
                <a:extLst>
                  <a:ext uri="{FF2B5EF4-FFF2-40B4-BE49-F238E27FC236}">
                    <a16:creationId xmlns:a16="http://schemas.microsoft.com/office/drawing/2014/main" id="{1BA5AF19-3A4D-9E29-D0FB-3187C4E7C36A}"/>
                  </a:ext>
                </a:extLst>
              </p:cNvPr>
              <p:cNvCxnSpPr>
                <a:cxnSpLocks/>
              </p:cNvCxnSpPr>
              <p:nvPr>
                <p:custDataLst>
                  <p:tags r:id="rId18"/>
                </p:custDataLst>
              </p:nvPr>
            </p:nvCxnSpPr>
            <p:spPr>
              <a:xfrm>
                <a:off x="6969125" y="5901490"/>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6BFC097D-CFCE-01D0-9EBE-C465FAB19E5F}"/>
                </a:ext>
              </a:extLst>
            </p:cNvPr>
            <p:cNvGrpSpPr/>
            <p:nvPr/>
          </p:nvGrpSpPr>
          <p:grpSpPr>
            <a:xfrm>
              <a:off x="542036" y="3158202"/>
              <a:ext cx="5769864" cy="1597689"/>
              <a:chOff x="542036" y="3335573"/>
              <a:chExt cx="5769864" cy="1597689"/>
            </a:xfrm>
          </p:grpSpPr>
          <p:sp>
            <p:nvSpPr>
              <p:cNvPr id="21" name="TextBox 20">
                <a:extLst>
                  <a:ext uri="{FF2B5EF4-FFF2-40B4-BE49-F238E27FC236}">
                    <a16:creationId xmlns:a16="http://schemas.microsoft.com/office/drawing/2014/main" id="{2A00E5D2-F479-42A5-9D99-B66C267DDFB0}"/>
                  </a:ext>
                </a:extLst>
              </p:cNvPr>
              <p:cNvSpPr txBox="1">
                <a:spLocks/>
              </p:cNvSpPr>
              <p:nvPr>
                <p:custDataLst>
                  <p:tags r:id="rId13"/>
                </p:custDataLst>
              </p:nvPr>
            </p:nvSpPr>
            <p:spPr>
              <a:xfrm>
                <a:off x="542036" y="3335573"/>
                <a:ext cx="5769864"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Engineering Practices</a:t>
                </a:r>
              </a:p>
            </p:txBody>
          </p:sp>
          <p:sp>
            <p:nvSpPr>
              <p:cNvPr id="23" name="TextBox 22">
                <a:extLst>
                  <a:ext uri="{FF2B5EF4-FFF2-40B4-BE49-F238E27FC236}">
                    <a16:creationId xmlns:a16="http://schemas.microsoft.com/office/drawing/2014/main" id="{FE82C236-FA98-4D33-A3B2-9FAB4860742F}"/>
                  </a:ext>
                </a:extLst>
              </p:cNvPr>
              <p:cNvSpPr txBox="1">
                <a:spLocks/>
              </p:cNvSpPr>
              <p:nvPr>
                <p:custDataLst>
                  <p:tags r:id="rId14"/>
                </p:custDataLst>
              </p:nvPr>
            </p:nvSpPr>
            <p:spPr>
              <a:xfrm>
                <a:off x="542036" y="3625212"/>
                <a:ext cx="5769864" cy="130805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Writing of quality integration tests on their own</a:t>
                </a:r>
              </a:p>
              <a:p>
                <a:pPr lvl="1"/>
                <a:r>
                  <a:rPr lang="en-GB" sz="1000" b="0" dirty="0">
                    <a:effectLst/>
                  </a:rPr>
                  <a:t>Breaking down implementation into smaller deliverables</a:t>
                </a:r>
              </a:p>
              <a:p>
                <a:pPr lvl="1"/>
                <a:r>
                  <a:rPr lang="en-GB" sz="1000" b="0" dirty="0">
                    <a:effectLst/>
                  </a:rPr>
                  <a:t>Strong participation in code reviews</a:t>
                </a:r>
              </a:p>
              <a:p>
                <a:pPr lvl="1"/>
                <a:r>
                  <a:rPr lang="en-GB" sz="1000" b="0" dirty="0">
                    <a:effectLst/>
                  </a:rPr>
                  <a:t>Good understanding of software design on a component level</a:t>
                </a:r>
              </a:p>
              <a:p>
                <a:pPr lvl="1"/>
                <a:r>
                  <a:rPr lang="en-GB" sz="1000" b="0" dirty="0">
                    <a:effectLst/>
                  </a:rPr>
                  <a:t>Basic understanding of API design</a:t>
                </a:r>
              </a:p>
              <a:p>
                <a:pPr lvl="1"/>
                <a:r>
                  <a:rPr lang="en-GB" sz="1000" b="0" dirty="0">
                    <a:effectLst/>
                  </a:rPr>
                  <a:t>Consideration for evolution on the component level</a:t>
                </a:r>
              </a:p>
              <a:p>
                <a:pPr lvl="1"/>
                <a:r>
                  <a:rPr lang="en-GB" sz="1000" b="0" dirty="0">
                    <a:effectLst/>
                  </a:rPr>
                  <a:t>Actively identifying technical debt as part of their work and improving the state</a:t>
                </a:r>
              </a:p>
            </p:txBody>
          </p:sp>
          <p:cxnSp>
            <p:nvCxnSpPr>
              <p:cNvPr id="37" name="GreyLineSeparatorDefault 14">
                <a:extLst>
                  <a:ext uri="{FF2B5EF4-FFF2-40B4-BE49-F238E27FC236}">
                    <a16:creationId xmlns:a16="http://schemas.microsoft.com/office/drawing/2014/main" id="{20417290-2D5C-BB2E-5001-EE04CDB0D307}"/>
                  </a:ext>
                </a:extLst>
              </p:cNvPr>
              <p:cNvCxnSpPr>
                <a:cxnSpLocks/>
              </p:cNvCxnSpPr>
              <p:nvPr>
                <p:custDataLst>
                  <p:tags r:id="rId15"/>
                </p:custDataLst>
              </p:nvPr>
            </p:nvCxnSpPr>
            <p:spPr>
              <a:xfrm>
                <a:off x="542036" y="3559294"/>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F1E967D2-90E5-0C75-A7D3-AA3E7C910E84}"/>
                </a:ext>
              </a:extLst>
            </p:cNvPr>
            <p:cNvGrpSpPr/>
            <p:nvPr/>
          </p:nvGrpSpPr>
          <p:grpSpPr>
            <a:xfrm>
              <a:off x="542036" y="4843446"/>
              <a:ext cx="5769864" cy="1366854"/>
              <a:chOff x="542036" y="5007457"/>
              <a:chExt cx="5769864" cy="1366854"/>
            </a:xfrm>
          </p:grpSpPr>
          <p:sp>
            <p:nvSpPr>
              <p:cNvPr id="24" name="TextBox 23">
                <a:extLst>
                  <a:ext uri="{FF2B5EF4-FFF2-40B4-BE49-F238E27FC236}">
                    <a16:creationId xmlns:a16="http://schemas.microsoft.com/office/drawing/2014/main" id="{180EAA1A-D1B7-45C7-8AB2-B920E7C40071}"/>
                  </a:ext>
                </a:extLst>
              </p:cNvPr>
              <p:cNvSpPr txBox="1">
                <a:spLocks/>
              </p:cNvSpPr>
              <p:nvPr>
                <p:custDataLst>
                  <p:tags r:id="rId10"/>
                </p:custDataLst>
              </p:nvPr>
            </p:nvSpPr>
            <p:spPr>
              <a:xfrm>
                <a:off x="542036" y="5007457"/>
                <a:ext cx="57698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Ownership</a:t>
                </a:r>
              </a:p>
            </p:txBody>
          </p:sp>
          <p:sp>
            <p:nvSpPr>
              <p:cNvPr id="25" name="TextBox 24">
                <a:extLst>
                  <a:ext uri="{FF2B5EF4-FFF2-40B4-BE49-F238E27FC236}">
                    <a16:creationId xmlns:a16="http://schemas.microsoft.com/office/drawing/2014/main" id="{D5C4A46A-AAF7-49BE-9FB2-51B60A92343F}"/>
                  </a:ext>
                </a:extLst>
              </p:cNvPr>
              <p:cNvSpPr txBox="1">
                <a:spLocks/>
              </p:cNvSpPr>
              <p:nvPr>
                <p:custDataLst>
                  <p:tags r:id="rId11"/>
                </p:custDataLst>
              </p:nvPr>
            </p:nvSpPr>
            <p:spPr>
              <a:xfrm>
                <a:off x="542036" y="5297093"/>
                <a:ext cx="5769864" cy="107721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Responsibility for full feature(s) that contribute to team goals participation in on-call rotations if needed</a:t>
                </a:r>
              </a:p>
              <a:p>
                <a:pPr lvl="1"/>
                <a:r>
                  <a:rPr lang="en-GB" sz="1000" b="0" dirty="0">
                    <a:effectLst/>
                  </a:rPr>
                  <a:t>Holistic view of all the components in the team</a:t>
                </a:r>
              </a:p>
              <a:p>
                <a:pPr lvl="1"/>
                <a:r>
                  <a:rPr lang="en-GB" sz="1000" b="0" dirty="0">
                    <a:effectLst/>
                  </a:rPr>
                  <a:t>Ownership of individual initiatives in the team</a:t>
                </a:r>
              </a:p>
              <a:p>
                <a:pPr lvl="1"/>
                <a:r>
                  <a:rPr lang="en-GB" sz="1000" b="0" dirty="0">
                    <a:effectLst/>
                  </a:rPr>
                  <a:t>Active participation in team-level discussions</a:t>
                </a:r>
              </a:p>
              <a:p>
                <a:pPr lvl="1"/>
                <a:r>
                  <a:rPr lang="en-GB" sz="1000" b="0" dirty="0">
                    <a:effectLst/>
                  </a:rPr>
                  <a:t>Actively influence team roadmap</a:t>
                </a:r>
              </a:p>
            </p:txBody>
          </p:sp>
          <p:cxnSp>
            <p:nvCxnSpPr>
              <p:cNvPr id="38" name="GreyLineSeparatorDefault 14">
                <a:extLst>
                  <a:ext uri="{FF2B5EF4-FFF2-40B4-BE49-F238E27FC236}">
                    <a16:creationId xmlns:a16="http://schemas.microsoft.com/office/drawing/2014/main" id="{D3293910-E656-6FD1-7B12-317F0F9D8D7C}"/>
                  </a:ext>
                </a:extLst>
              </p:cNvPr>
              <p:cNvCxnSpPr>
                <a:cxnSpLocks/>
              </p:cNvCxnSpPr>
              <p:nvPr>
                <p:custDataLst>
                  <p:tags r:id="rId12"/>
                </p:custDataLst>
              </p:nvPr>
            </p:nvCxnSpPr>
            <p:spPr>
              <a:xfrm>
                <a:off x="542036" y="5230223"/>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grpSp>
      <p:sp>
        <p:nvSpPr>
          <p:cNvPr id="48" name="TextBox 47">
            <a:extLst>
              <a:ext uri="{FF2B5EF4-FFF2-40B4-BE49-F238E27FC236}">
                <a16:creationId xmlns:a16="http://schemas.microsoft.com/office/drawing/2014/main" id="{6AEC52B5-CA28-4B64-B587-F37F4C45324C}"/>
              </a:ext>
            </a:extLst>
          </p:cNvPr>
          <p:cNvSpPr txBox="1"/>
          <p:nvPr/>
        </p:nvSpPr>
        <p:spPr>
          <a:xfrm>
            <a:off x="554736" y="1395598"/>
            <a:ext cx="769239" cy="20005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300" b="1" dirty="0"/>
              <a:t>Summary</a:t>
            </a:r>
          </a:p>
        </p:txBody>
      </p:sp>
    </p:spTree>
    <p:extLst>
      <p:ext uri="{BB962C8B-B14F-4D97-AF65-F5344CB8AC3E}">
        <p14:creationId xmlns:p14="http://schemas.microsoft.com/office/powerpoint/2010/main" val="4278885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0ED9E31-2C25-1576-F627-7C0D337DFDDB}"/>
              </a:ext>
            </a:extLst>
          </p:cNvPr>
          <p:cNvGraphicFramePr>
            <a:graphicFrameLocks noChangeAspect="1"/>
          </p:cNvGraphicFramePr>
          <p:nvPr>
            <p:custDataLst>
              <p:tags r:id="rId1"/>
            </p:custDataLst>
            <p:extLst>
              <p:ext uri="{D42A27DB-BD31-4B8C-83A1-F6EECF244321}">
                <p14:modId xmlns:p14="http://schemas.microsoft.com/office/powerpoint/2010/main" val="2621447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4" imgW="7772400" imgH="10058400" progId="TCLayout.ActiveDocument.1">
                  <p:embed/>
                </p:oleObj>
              </mc:Choice>
              <mc:Fallback>
                <p:oleObj name="think-cell Slide" r:id="rId24" imgW="7772400" imgH="10058400" progId="TCLayout.ActiveDocument.1">
                  <p:embed/>
                  <p:pic>
                    <p:nvPicPr>
                      <p:cNvPr id="6" name="Object 5" hidden="1">
                        <a:extLst>
                          <a:ext uri="{FF2B5EF4-FFF2-40B4-BE49-F238E27FC236}">
                            <a16:creationId xmlns:a16="http://schemas.microsoft.com/office/drawing/2014/main" id="{00ED9E31-2C25-1576-F627-7C0D337DFDDB}"/>
                          </a:ext>
                        </a:extLst>
                      </p:cNvPr>
                      <p:cNvPicPr/>
                      <p:nvPr/>
                    </p:nvPicPr>
                    <p:blipFill>
                      <a:blip r:embed="rId25"/>
                      <a:stretch>
                        <a:fillRect/>
                      </a:stretch>
                    </p:blipFill>
                    <p:spPr>
                      <a:xfrm>
                        <a:off x="1588" y="1588"/>
                        <a:ext cx="1227"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DB8593E1-3DD1-4BFD-8F8D-B1D758275051}"/>
              </a:ext>
            </a:extLst>
          </p:cNvPr>
          <p:cNvSpPr>
            <a:spLocks noGrp="1"/>
          </p:cNvSpPr>
          <p:nvPr>
            <p:ph type="title"/>
          </p:nvPr>
        </p:nvSpPr>
        <p:spPr>
          <a:xfrm>
            <a:off x="554736" y="556102"/>
            <a:ext cx="11082528" cy="357790"/>
          </a:xfrm>
          <a:noFill/>
          <a:ln/>
          <a:extLst>
            <a:ext uri="{909E8E84-426E-40DD-AFC4-6F175D3DCCD1}">
              <a14:hiddenFill xmlns:a14="http://schemas.microsoft.com/office/drawing/2010/main">
                <a:solidFill>
                  <a:srgbClr val="FFFFFF"/>
                </a:solidFill>
              </a14:hiddenFill>
            </a:ext>
          </a:extLst>
        </p:spPr>
        <p:txBody>
          <a:bodyPr vert="horz" wrap="square" anchor="b" anchorCtr="0">
            <a:noAutofit/>
          </a:bodyPr>
          <a:lstStyle/>
          <a:p>
            <a:r>
              <a:rPr lang="en-GB" dirty="0"/>
              <a:t>3. Engineering level – Senior Engineer</a:t>
            </a:r>
          </a:p>
        </p:txBody>
      </p:sp>
      <p:sp>
        <p:nvSpPr>
          <p:cNvPr id="7" name="Text Placeholder 6">
            <a:extLst>
              <a:ext uri="{FF2B5EF4-FFF2-40B4-BE49-F238E27FC236}">
                <a16:creationId xmlns:a16="http://schemas.microsoft.com/office/drawing/2014/main" id="{B46AC72E-0B5A-20CA-75DD-2252C27CF45B}"/>
              </a:ext>
            </a:extLst>
          </p:cNvPr>
          <p:cNvSpPr>
            <a:spLocks noGrp="1"/>
          </p:cNvSpPr>
          <p:nvPr>
            <p:ph type="body" sz="quarter" idx="17"/>
          </p:nvPr>
        </p:nvSpPr>
        <p:spPr/>
        <p:txBody>
          <a:bodyPr/>
          <a:lstStyle/>
          <a:p>
            <a:endParaRPr lang="en-GB"/>
          </a:p>
        </p:txBody>
      </p:sp>
      <p:sp>
        <p:nvSpPr>
          <p:cNvPr id="26" name="TextBox 25">
            <a:extLst>
              <a:ext uri="{FF2B5EF4-FFF2-40B4-BE49-F238E27FC236}">
                <a16:creationId xmlns:a16="http://schemas.microsoft.com/office/drawing/2014/main" id="{65627198-6977-4596-918F-5D04876B4208}"/>
              </a:ext>
            </a:extLst>
          </p:cNvPr>
          <p:cNvSpPr txBox="1">
            <a:spLocks/>
          </p:cNvSpPr>
          <p:nvPr>
            <p:custDataLst>
              <p:tags r:id="rId2"/>
            </p:custDataLst>
          </p:nvPr>
        </p:nvSpPr>
        <p:spPr>
          <a:xfrm>
            <a:off x="542036" y="2339679"/>
            <a:ext cx="5769864" cy="107721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Mastery of the main programming language</a:t>
            </a:r>
            <a:endParaRPr lang="en-GB" sz="1000" dirty="0"/>
          </a:p>
          <a:p>
            <a:pPr lvl="1"/>
            <a:r>
              <a:rPr lang="en-GB" sz="1000" b="0" dirty="0">
                <a:effectLst/>
              </a:rPr>
              <a:t>Good knowledge of two additional programming languages</a:t>
            </a:r>
          </a:p>
          <a:p>
            <a:pPr lvl="1"/>
            <a:r>
              <a:rPr lang="en-GB" sz="1000" b="0" dirty="0">
                <a:effectLst/>
              </a:rPr>
              <a:t>Good understanding of overall architecture</a:t>
            </a:r>
          </a:p>
          <a:p>
            <a:pPr lvl="1"/>
            <a:r>
              <a:rPr lang="en-GB" sz="1000" b="0" dirty="0">
                <a:effectLst/>
              </a:rPr>
              <a:t>Driving and improving the architecture on the team-level</a:t>
            </a:r>
          </a:p>
          <a:p>
            <a:pPr lvl="1"/>
            <a:r>
              <a:rPr lang="en-GB" sz="1000" b="0" dirty="0">
                <a:effectLst/>
              </a:rPr>
              <a:t>Good understanding of infrastructure capabilities that goes beyond the components and tech used in their team improving productivity of their team</a:t>
            </a:r>
          </a:p>
        </p:txBody>
      </p:sp>
      <p:sp>
        <p:nvSpPr>
          <p:cNvPr id="28" name="TextBox 27">
            <a:extLst>
              <a:ext uri="{FF2B5EF4-FFF2-40B4-BE49-F238E27FC236}">
                <a16:creationId xmlns:a16="http://schemas.microsoft.com/office/drawing/2014/main" id="{3EF40DA3-FFB7-40DD-8368-BC7AB8708BDE}"/>
              </a:ext>
            </a:extLst>
          </p:cNvPr>
          <p:cNvSpPr txBox="1">
            <a:spLocks/>
          </p:cNvSpPr>
          <p:nvPr>
            <p:custDataLst>
              <p:tags r:id="rId3"/>
            </p:custDataLst>
          </p:nvPr>
        </p:nvSpPr>
        <p:spPr>
          <a:xfrm>
            <a:off x="542036" y="3705087"/>
            <a:ext cx="5769864" cy="107721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Holistic view of testing and CI/CD</a:t>
            </a:r>
          </a:p>
          <a:p>
            <a:pPr lvl="1"/>
            <a:r>
              <a:rPr lang="en-GB" sz="1000" b="0" dirty="0">
                <a:effectLst/>
              </a:rPr>
              <a:t>Strong expertise in iterative development and balancing risks</a:t>
            </a:r>
          </a:p>
          <a:p>
            <a:pPr lvl="1"/>
            <a:r>
              <a:rPr lang="en-GB" sz="1000" b="0" dirty="0">
                <a:effectLst/>
              </a:rPr>
              <a:t>Mastery of software design on component and API levels</a:t>
            </a:r>
          </a:p>
          <a:p>
            <a:pPr lvl="1"/>
            <a:r>
              <a:rPr lang="en-GB" sz="1000" b="0" dirty="0">
                <a:effectLst/>
              </a:rPr>
              <a:t>Good knowledge of software architecture based on the infrastructure available</a:t>
            </a:r>
          </a:p>
          <a:p>
            <a:pPr lvl="1"/>
            <a:r>
              <a:rPr lang="en-GB" sz="1000" b="0" dirty="0">
                <a:effectLst/>
              </a:rPr>
              <a:t>Active championing of existing engineering best practices and establishing of new ones managing bigger chunks of technical debt</a:t>
            </a:r>
          </a:p>
        </p:txBody>
      </p:sp>
      <p:sp>
        <p:nvSpPr>
          <p:cNvPr id="33" name="TextBox 32">
            <a:extLst>
              <a:ext uri="{FF2B5EF4-FFF2-40B4-BE49-F238E27FC236}">
                <a16:creationId xmlns:a16="http://schemas.microsoft.com/office/drawing/2014/main" id="{9A31700B-9959-4E36-842F-575101E8659A}"/>
              </a:ext>
            </a:extLst>
          </p:cNvPr>
          <p:cNvSpPr txBox="1">
            <a:spLocks/>
          </p:cNvSpPr>
          <p:nvPr>
            <p:custDataLst>
              <p:tags r:id="rId4"/>
            </p:custDataLst>
          </p:nvPr>
        </p:nvSpPr>
        <p:spPr>
          <a:xfrm>
            <a:off x="6981825" y="2095522"/>
            <a:ext cx="4655440"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Problem Solving</a:t>
            </a:r>
          </a:p>
        </p:txBody>
      </p:sp>
      <p:sp>
        <p:nvSpPr>
          <p:cNvPr id="34" name="TextBox 33">
            <a:extLst>
              <a:ext uri="{FF2B5EF4-FFF2-40B4-BE49-F238E27FC236}">
                <a16:creationId xmlns:a16="http://schemas.microsoft.com/office/drawing/2014/main" id="{749DFEF6-800E-428E-9CBE-04E6D84969A7}"/>
              </a:ext>
            </a:extLst>
          </p:cNvPr>
          <p:cNvSpPr txBox="1">
            <a:spLocks/>
          </p:cNvSpPr>
          <p:nvPr>
            <p:custDataLst>
              <p:tags r:id="rId5"/>
            </p:custDataLst>
          </p:nvPr>
        </p:nvSpPr>
        <p:spPr>
          <a:xfrm>
            <a:off x="6981825" y="2339679"/>
            <a:ext cx="4655440" cy="142346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Constantly operate on level 3 of helpfulness and above (see appendix A) deep understanding of trade-offs relevant in their teams</a:t>
            </a:r>
          </a:p>
          <a:p>
            <a:pPr lvl="1"/>
            <a:r>
              <a:rPr lang="en-GB" sz="1000" b="0" dirty="0">
                <a:effectLst/>
              </a:rPr>
              <a:t>Constructive scepticism and feedback to all levels of management consistently drive resolution of ambiguity on team level</a:t>
            </a:r>
          </a:p>
          <a:p>
            <a:pPr lvl="1"/>
            <a:r>
              <a:rPr lang="en-GB" sz="1000" b="0" dirty="0">
                <a:effectLst/>
              </a:rPr>
              <a:t>Deep understanding of the product(s) their team contributes to</a:t>
            </a:r>
          </a:p>
          <a:p>
            <a:pPr lvl="1"/>
            <a:r>
              <a:rPr lang="en-GB" sz="1000" b="0" dirty="0">
                <a:effectLst/>
              </a:rPr>
              <a:t>Good overview of all products in the company</a:t>
            </a:r>
          </a:p>
          <a:p>
            <a:pPr lvl="1"/>
            <a:r>
              <a:rPr lang="en-GB" sz="1000" b="0" dirty="0">
                <a:effectLst/>
              </a:rPr>
              <a:t>Proposing product improvements</a:t>
            </a:r>
          </a:p>
          <a:p>
            <a:pPr lvl="1"/>
            <a:r>
              <a:rPr lang="en-GB" sz="1000" b="0" dirty="0">
                <a:effectLst/>
              </a:rPr>
              <a:t>Actively influence roadmaps of engineering teams</a:t>
            </a:r>
          </a:p>
        </p:txBody>
      </p:sp>
      <p:sp>
        <p:nvSpPr>
          <p:cNvPr id="31" name="TextBox 30">
            <a:extLst>
              <a:ext uri="{FF2B5EF4-FFF2-40B4-BE49-F238E27FC236}">
                <a16:creationId xmlns:a16="http://schemas.microsoft.com/office/drawing/2014/main" id="{42C05656-DBBB-482C-ABDF-5A603855F556}"/>
              </a:ext>
            </a:extLst>
          </p:cNvPr>
          <p:cNvSpPr txBox="1">
            <a:spLocks/>
          </p:cNvSpPr>
          <p:nvPr>
            <p:custDataLst>
              <p:tags r:id="rId6"/>
            </p:custDataLst>
          </p:nvPr>
        </p:nvSpPr>
        <p:spPr>
          <a:xfrm>
            <a:off x="542036" y="5101269"/>
            <a:ext cx="5769864" cy="123110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Responsibility for the full life-cycle of the components in the team</a:t>
            </a:r>
          </a:p>
          <a:p>
            <a:pPr lvl="1"/>
            <a:r>
              <a:rPr lang="en-GB" sz="1000" b="0" dirty="0">
                <a:effectLst/>
              </a:rPr>
              <a:t>Driving discussions both on the team level and between the teams connecting relevant people on beyond-team level</a:t>
            </a:r>
          </a:p>
          <a:p>
            <a:pPr lvl="1"/>
            <a:r>
              <a:rPr lang="en-GB" sz="1000" b="0" dirty="0">
                <a:effectLst/>
              </a:rPr>
              <a:t>Publicly visible contributions, </a:t>
            </a:r>
            <a:r>
              <a:rPr lang="en-GB" sz="1000" b="0" dirty="0" err="1">
                <a:effectLst/>
              </a:rPr>
              <a:t>e.G.</a:t>
            </a:r>
            <a:r>
              <a:rPr lang="en-GB" sz="1000" b="0" dirty="0">
                <a:effectLst/>
              </a:rPr>
              <a:t> Blog posts, public speaking, open source deep involvement in recruitment process</a:t>
            </a:r>
          </a:p>
          <a:p>
            <a:pPr lvl="1"/>
            <a:r>
              <a:rPr lang="en-GB" sz="1000" b="0" dirty="0">
                <a:effectLst/>
              </a:rPr>
              <a:t>Ensuring team ownership and business continuity in their team</a:t>
            </a:r>
          </a:p>
          <a:p>
            <a:pPr lvl="1"/>
            <a:r>
              <a:rPr lang="en-GB" sz="1000" b="0" dirty="0">
                <a:effectLst/>
              </a:rPr>
              <a:t>Ownership of individual initiatives beyond team level</a:t>
            </a:r>
          </a:p>
        </p:txBody>
      </p:sp>
      <p:sp>
        <p:nvSpPr>
          <p:cNvPr id="41" name="TextBox 40">
            <a:extLst>
              <a:ext uri="{FF2B5EF4-FFF2-40B4-BE49-F238E27FC236}">
                <a16:creationId xmlns:a16="http://schemas.microsoft.com/office/drawing/2014/main" id="{07AF0531-B7B6-4E01-8403-61EB47019377}"/>
              </a:ext>
            </a:extLst>
          </p:cNvPr>
          <p:cNvSpPr txBox="1">
            <a:spLocks/>
          </p:cNvSpPr>
          <p:nvPr>
            <p:custDataLst>
              <p:tags r:id="rId7"/>
            </p:custDataLst>
          </p:nvPr>
        </p:nvSpPr>
        <p:spPr>
          <a:xfrm>
            <a:off x="554736" y="2095522"/>
            <a:ext cx="57698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Technical Delivery</a:t>
            </a:r>
          </a:p>
        </p:txBody>
      </p:sp>
      <p:sp>
        <p:nvSpPr>
          <p:cNvPr id="43" name="TextBox 42">
            <a:extLst>
              <a:ext uri="{FF2B5EF4-FFF2-40B4-BE49-F238E27FC236}">
                <a16:creationId xmlns:a16="http://schemas.microsoft.com/office/drawing/2014/main" id="{7C740850-0487-4FDA-A973-B902F61B0214}"/>
              </a:ext>
            </a:extLst>
          </p:cNvPr>
          <p:cNvSpPr txBox="1">
            <a:spLocks/>
          </p:cNvSpPr>
          <p:nvPr/>
        </p:nvSpPr>
        <p:spPr bwMode="gray">
          <a:xfrm>
            <a:off x="554737" y="1813848"/>
            <a:ext cx="11071751" cy="203133"/>
          </a:xfrm>
          <a:prstGeom prst="rect">
            <a:avLst/>
          </a:prstGeom>
        </p:spPr>
        <p:txBody>
          <a:bodyPr vert="horz" wrap="square" lIns="0" tIns="0" rIns="0" bIns="18288" rtlCol="0" anchor="b" anchorCtr="0">
            <a:spAutoFit/>
          </a:bodyPr>
          <a:lstStyle>
            <a:lvl1pPr marL="0" lvl="0" indent="0" defTabSz="895350" eaLnBrk="1" latinLnBrk="0" hangingPunct="1">
              <a:lnSpc>
                <a:spcPct val="100000"/>
              </a:lnSpc>
              <a:spcAft>
                <a:spcPts val="400"/>
              </a:spcAft>
              <a:buClr>
                <a:schemeClr val="tx2"/>
              </a:buClr>
              <a:buSzPct val="100000"/>
              <a:defRPr lang="en-US" b="0" baseline="0" dirty="0">
                <a:latin typeface="+mn-lt"/>
              </a:defRPr>
            </a:lvl1pPr>
            <a:lvl2pPr marL="193675" lvl="1" indent="-192088" defTabSz="895350" eaLnBrk="1" latinLnBrk="0" hangingPunct="1">
              <a:lnSpc>
                <a:spcPct val="100000"/>
              </a:lnSpc>
              <a:spcAft>
                <a:spcPts val="400"/>
              </a:spcAft>
              <a:buClr>
                <a:schemeClr val="tx1"/>
              </a:buClr>
              <a:buSzPct val="125000"/>
              <a:buFont typeface="Arial" charset="0"/>
              <a:buChar char="▪"/>
              <a:defRPr lang="en-US" b="0" baseline="0" dirty="0">
                <a:latin typeface="+mn-lt"/>
              </a:defRPr>
            </a:lvl2pPr>
            <a:lvl3pPr marL="457200" lvl="2" indent="-261938" defTabSz="895350" eaLnBrk="1" latinLnBrk="0" hangingPunct="1">
              <a:lnSpc>
                <a:spcPct val="100000"/>
              </a:lnSpc>
              <a:spcAft>
                <a:spcPts val="400"/>
              </a:spcAft>
              <a:buClr>
                <a:schemeClr val="tx1"/>
              </a:buClr>
              <a:buSzPct val="120000"/>
              <a:buFont typeface="Arial" charset="0"/>
              <a:buChar char="–"/>
              <a:defRPr lang="en-US" baseline="0" dirty="0">
                <a:latin typeface="+mn-lt"/>
              </a:defRPr>
            </a:lvl3pPr>
            <a:lvl4pPr marL="614363" lvl="3" indent="-155575" defTabSz="895350" eaLnBrk="1" latinLnBrk="0" hangingPunct="1">
              <a:lnSpc>
                <a:spcPct val="100000"/>
              </a:lnSpc>
              <a:spcAft>
                <a:spcPts val="400"/>
              </a:spcAft>
              <a:buClr>
                <a:schemeClr val="tx1"/>
              </a:buClr>
              <a:buSzPct val="120000"/>
              <a:buFont typeface="Arial" charset="0"/>
              <a:buChar char="▫"/>
              <a:defRPr lang="en-US" baseline="0" dirty="0">
                <a:latin typeface="+mn-lt"/>
              </a:defRPr>
            </a:lvl4pPr>
            <a:lvl5pPr marL="749808" lvl="4" indent="-130175" defTabSz="895350" eaLnBrk="1" latinLnBrk="0" hangingPunct="1">
              <a:lnSpc>
                <a:spcPct val="100000"/>
              </a:lnSpc>
              <a:spcAft>
                <a:spcPts val="400"/>
              </a:spcAft>
              <a:buClr>
                <a:schemeClr val="tx1"/>
              </a:buClr>
              <a:buSzPct val="89000"/>
              <a:buFont typeface="Arial" charset="0"/>
              <a:buChar char="-"/>
              <a:tabLst/>
              <a:defRPr lang="en-US" baseline="0" dirty="0">
                <a:latin typeface="+mn-lt"/>
              </a:defRPr>
            </a:lvl5pPr>
            <a:lvl6pPr marL="1306655" indent="-226849" defTabSz="1560283" fontAlgn="base">
              <a:spcBef>
                <a:spcPct val="0"/>
              </a:spcBef>
              <a:spcAft>
                <a:spcPct val="0"/>
              </a:spcAft>
              <a:buClr>
                <a:schemeClr val="tx2"/>
              </a:buClr>
              <a:buSzPct val="89000"/>
              <a:buFont typeface="Arial" charset="0"/>
              <a:buChar char="-"/>
              <a:defRPr lang="x-none" sz="2789" baseline="0">
                <a:latin typeface="+mn-lt"/>
              </a:defRPr>
            </a:lvl6pPr>
            <a:lvl7pPr marL="1306655" indent="-226849" defTabSz="1560283" fontAlgn="base">
              <a:spcBef>
                <a:spcPct val="0"/>
              </a:spcBef>
              <a:spcAft>
                <a:spcPct val="0"/>
              </a:spcAft>
              <a:buClr>
                <a:schemeClr val="tx2"/>
              </a:buClr>
              <a:buSzPct val="89000"/>
              <a:buFont typeface="Arial" charset="0"/>
              <a:buChar char="-"/>
              <a:defRPr lang="x-none" sz="2789" baseline="0">
                <a:latin typeface="+mn-lt"/>
              </a:defRPr>
            </a:lvl7pPr>
            <a:lvl8pPr marL="1306655" indent="-226849" defTabSz="1560283" fontAlgn="base">
              <a:spcBef>
                <a:spcPct val="0"/>
              </a:spcBef>
              <a:spcAft>
                <a:spcPct val="0"/>
              </a:spcAft>
              <a:buClr>
                <a:schemeClr val="tx2"/>
              </a:buClr>
              <a:buSzPct val="89000"/>
              <a:buFont typeface="Arial" charset="0"/>
              <a:buChar char="-"/>
              <a:defRPr lang="x-none" sz="2789" baseline="0">
                <a:latin typeface="+mn-lt"/>
              </a:defRPr>
            </a:lvl8pPr>
            <a:lvl9pPr marL="1306655" indent="-226849" defTabSz="1560283" fontAlgn="base">
              <a:spcBef>
                <a:spcPct val="0"/>
              </a:spcBef>
              <a:spcAft>
                <a:spcPct val="0"/>
              </a:spcAft>
              <a:buClr>
                <a:schemeClr val="tx2"/>
              </a:buClr>
              <a:buSzPct val="89000"/>
              <a:buFont typeface="Arial" charset="0"/>
              <a:buChar char="-"/>
              <a:defRPr lang="x-none" sz="2789" baseline="0">
                <a:latin typeface="+mn-lt"/>
              </a:defRPr>
            </a:lvl9pPr>
          </a:lstStyle>
          <a:p>
            <a:r>
              <a:rPr lang="en-GB" sz="1200" b="1" dirty="0">
                <a:effectLst/>
              </a:rPr>
              <a:t>Expectations (in addition to those for a </a:t>
            </a:r>
            <a:r>
              <a:rPr lang="en-GB" sz="1200" b="1" dirty="0" err="1">
                <a:effectLst/>
              </a:rPr>
              <a:t>Medior</a:t>
            </a:r>
            <a:r>
              <a:rPr lang="en-GB" sz="1200" b="1" dirty="0">
                <a:effectLst/>
              </a:rPr>
              <a:t>):</a:t>
            </a:r>
          </a:p>
        </p:txBody>
      </p:sp>
      <p:sp>
        <p:nvSpPr>
          <p:cNvPr id="44" name="Line 14">
            <a:extLst>
              <a:ext uri="{FF2B5EF4-FFF2-40B4-BE49-F238E27FC236}">
                <a16:creationId xmlns:a16="http://schemas.microsoft.com/office/drawing/2014/main" id="{6A691C7E-37CE-4227-A180-9A1F5A88108D}"/>
              </a:ext>
            </a:extLst>
          </p:cNvPr>
          <p:cNvSpPr>
            <a:spLocks noChangeShapeType="1"/>
          </p:cNvSpPr>
          <p:nvPr/>
        </p:nvSpPr>
        <p:spPr bwMode="gray">
          <a:xfrm flipV="1">
            <a:off x="554737" y="2051489"/>
            <a:ext cx="11071751" cy="0"/>
          </a:xfrm>
          <a:prstGeom prst="line">
            <a:avLst/>
          </a:prstGeom>
          <a:ln w="12700">
            <a:solidFill>
              <a:srgbClr val="7F7F7F"/>
            </a:solidFill>
            <a:prstDash val="solid"/>
          </a:ln>
        </p:spPr>
        <p:style>
          <a:lnRef idx="1">
            <a:schemeClr val="accent1"/>
          </a:lnRef>
          <a:fillRef idx="0">
            <a:schemeClr val="accent1"/>
          </a:fillRef>
          <a:effectRef idx="0">
            <a:schemeClr val="accent1"/>
          </a:effectRef>
          <a:fontRef idx="minor">
            <a:schemeClr val="tx1"/>
          </a:fontRef>
        </p:style>
        <p:txBody>
          <a:bodyPr wrap="square" lIns="89626" tIns="44813" rIns="89626" bIns="18288" anchor="b" anchorCtr="0">
            <a:spAutoFit/>
          </a:bodyPr>
          <a:lstStyle/>
          <a:p>
            <a:endParaRPr lang="en-US" sz="1050" dirty="0">
              <a:cs typeface="Arial" panose="020B0604020202020204" pitchFamily="34" charset="0"/>
              <a:sym typeface="Arial" panose="020B0604020202020204" pitchFamily="34" charset="0"/>
            </a:endParaRPr>
          </a:p>
        </p:txBody>
      </p:sp>
      <p:sp>
        <p:nvSpPr>
          <p:cNvPr id="45" name="TextBox 44">
            <a:extLst>
              <a:ext uri="{FF2B5EF4-FFF2-40B4-BE49-F238E27FC236}">
                <a16:creationId xmlns:a16="http://schemas.microsoft.com/office/drawing/2014/main" id="{3E6978BE-44A8-4419-98BF-780D355DD14D}"/>
              </a:ext>
            </a:extLst>
          </p:cNvPr>
          <p:cNvSpPr txBox="1">
            <a:spLocks/>
          </p:cNvSpPr>
          <p:nvPr>
            <p:custDataLst>
              <p:tags r:id="rId8"/>
            </p:custDataLst>
          </p:nvPr>
        </p:nvSpPr>
        <p:spPr>
          <a:xfrm>
            <a:off x="554736" y="3451405"/>
            <a:ext cx="5769864"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Engineering Practices</a:t>
            </a:r>
          </a:p>
        </p:txBody>
      </p:sp>
      <p:sp>
        <p:nvSpPr>
          <p:cNvPr id="46" name="TextBox 45">
            <a:extLst>
              <a:ext uri="{FF2B5EF4-FFF2-40B4-BE49-F238E27FC236}">
                <a16:creationId xmlns:a16="http://schemas.microsoft.com/office/drawing/2014/main" id="{45C1F9D1-84EE-42C3-ADED-B99D34E3DE8B}"/>
              </a:ext>
            </a:extLst>
          </p:cNvPr>
          <p:cNvSpPr txBox="1">
            <a:spLocks/>
          </p:cNvSpPr>
          <p:nvPr>
            <p:custDataLst>
              <p:tags r:id="rId9"/>
            </p:custDataLst>
          </p:nvPr>
        </p:nvSpPr>
        <p:spPr>
          <a:xfrm>
            <a:off x="542036" y="4854913"/>
            <a:ext cx="5769864" cy="21544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Ownership</a:t>
            </a:r>
          </a:p>
        </p:txBody>
      </p:sp>
      <p:sp>
        <p:nvSpPr>
          <p:cNvPr id="48" name="TextBox 47">
            <a:extLst>
              <a:ext uri="{FF2B5EF4-FFF2-40B4-BE49-F238E27FC236}">
                <a16:creationId xmlns:a16="http://schemas.microsoft.com/office/drawing/2014/main" id="{CDD5C285-4AD8-4DE8-8305-7A5077B49A33}"/>
              </a:ext>
            </a:extLst>
          </p:cNvPr>
          <p:cNvSpPr txBox="1">
            <a:spLocks/>
          </p:cNvSpPr>
          <p:nvPr>
            <p:custDataLst>
              <p:tags r:id="rId10"/>
            </p:custDataLst>
          </p:nvPr>
        </p:nvSpPr>
        <p:spPr>
          <a:xfrm>
            <a:off x="1390650" y="1395598"/>
            <a:ext cx="10246614" cy="33855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100" b="0" dirty="0">
                <a:effectLst/>
              </a:rPr>
              <a:t>Senior engineers are more focused on Soft Skills than their juniors. They guide the future of the engineering components and architecture and provide guidance for less senior engineers.</a:t>
            </a:r>
          </a:p>
        </p:txBody>
      </p:sp>
      <p:pic>
        <p:nvPicPr>
          <p:cNvPr id="9" name="CustomIcon">
            <a:extLst>
              <a:ext uri="{FF2B5EF4-FFF2-40B4-BE49-F238E27FC236}">
                <a16:creationId xmlns:a16="http://schemas.microsoft.com/office/drawing/2014/main" id="{02D542B7-A2AE-E2B7-2994-443F4F9CA7E1}"/>
              </a:ext>
            </a:extLst>
          </p:cNvPr>
          <p:cNvPicPr>
            <a:picLocks noChangeAspect="1"/>
          </p:cNvPicPr>
          <p:nvPr>
            <p:custDataLst>
              <p:tags r:id="rId11"/>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1260728" y="1651221"/>
            <a:ext cx="365760" cy="365760"/>
          </a:xfrm>
          <a:prstGeom prst="rect">
            <a:avLst/>
          </a:prstGeom>
        </p:spPr>
      </p:pic>
      <p:cxnSp>
        <p:nvCxnSpPr>
          <p:cNvPr id="14" name="GreyLineSeparatorDefault 14">
            <a:extLst>
              <a:ext uri="{FF2B5EF4-FFF2-40B4-BE49-F238E27FC236}">
                <a16:creationId xmlns:a16="http://schemas.microsoft.com/office/drawing/2014/main" id="{EDE1E8FF-9C92-B025-3D6F-950E6EDA1BFD}"/>
              </a:ext>
            </a:extLst>
          </p:cNvPr>
          <p:cNvCxnSpPr>
            <a:cxnSpLocks/>
          </p:cNvCxnSpPr>
          <p:nvPr>
            <p:custDataLst>
              <p:tags r:id="rId12"/>
            </p:custDataLst>
          </p:nvPr>
        </p:nvCxnSpPr>
        <p:spPr>
          <a:xfrm>
            <a:off x="542036" y="5066765"/>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GreyLineSeparatorDefault 14">
            <a:extLst>
              <a:ext uri="{FF2B5EF4-FFF2-40B4-BE49-F238E27FC236}">
                <a16:creationId xmlns:a16="http://schemas.microsoft.com/office/drawing/2014/main" id="{D78254BE-59D3-BFFC-DBBB-23D30468E1D5}"/>
              </a:ext>
            </a:extLst>
          </p:cNvPr>
          <p:cNvCxnSpPr>
            <a:cxnSpLocks/>
          </p:cNvCxnSpPr>
          <p:nvPr>
            <p:custDataLst>
              <p:tags r:id="rId13"/>
            </p:custDataLst>
          </p:nvPr>
        </p:nvCxnSpPr>
        <p:spPr>
          <a:xfrm>
            <a:off x="542036" y="3670579"/>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GreyLineSeparatorDefault 14">
            <a:extLst>
              <a:ext uri="{FF2B5EF4-FFF2-40B4-BE49-F238E27FC236}">
                <a16:creationId xmlns:a16="http://schemas.microsoft.com/office/drawing/2014/main" id="{1613202E-2BCF-8162-33DC-EC793C64F472}"/>
              </a:ext>
            </a:extLst>
          </p:cNvPr>
          <p:cNvCxnSpPr>
            <a:cxnSpLocks/>
          </p:cNvCxnSpPr>
          <p:nvPr>
            <p:custDataLst>
              <p:tags r:id="rId14"/>
            </p:custDataLst>
          </p:nvPr>
        </p:nvCxnSpPr>
        <p:spPr>
          <a:xfrm>
            <a:off x="542036" y="2305171"/>
            <a:ext cx="5769864"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FA474985-AF1C-728F-A6C5-127E8C4BC06F}"/>
              </a:ext>
            </a:extLst>
          </p:cNvPr>
          <p:cNvGrpSpPr/>
          <p:nvPr/>
        </p:nvGrpSpPr>
        <p:grpSpPr>
          <a:xfrm>
            <a:off x="6994524" y="4522835"/>
            <a:ext cx="4655440" cy="1298216"/>
            <a:chOff x="6994524" y="4522835"/>
            <a:chExt cx="4655440" cy="1298216"/>
          </a:xfrm>
        </p:grpSpPr>
        <p:sp>
          <p:nvSpPr>
            <p:cNvPr id="38" name="TextBox 37">
              <a:extLst>
                <a:ext uri="{FF2B5EF4-FFF2-40B4-BE49-F238E27FC236}">
                  <a16:creationId xmlns:a16="http://schemas.microsoft.com/office/drawing/2014/main" id="{62D36833-18FF-4CBB-8117-52C8A799043B}"/>
                </a:ext>
              </a:extLst>
            </p:cNvPr>
            <p:cNvSpPr txBox="1">
              <a:spLocks/>
            </p:cNvSpPr>
            <p:nvPr>
              <p:custDataLst>
                <p:tags r:id="rId19"/>
              </p:custDataLst>
            </p:nvPr>
          </p:nvSpPr>
          <p:spPr>
            <a:xfrm>
              <a:off x="6994524" y="4782305"/>
              <a:ext cx="4655440" cy="103874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Can communicate with non-technical stakeholders</a:t>
              </a:r>
            </a:p>
            <a:p>
              <a:pPr lvl="1"/>
              <a:r>
                <a:rPr lang="en-GB" sz="1000" b="0" dirty="0">
                  <a:effectLst/>
                </a:rPr>
                <a:t>Communicate opportunities they spot in the team</a:t>
              </a:r>
            </a:p>
            <a:p>
              <a:pPr lvl="1"/>
              <a:r>
                <a:rPr lang="en-GB" sz="1000" b="0" dirty="0">
                  <a:effectLst/>
                </a:rPr>
                <a:t>Participate in reviewing candidate submissions for hiring process are helpful to more junior members and build trust with them accepting ideas that come from others</a:t>
              </a:r>
            </a:p>
            <a:p>
              <a:pPr lvl="1"/>
              <a:r>
                <a:rPr lang="en-GB" sz="1000" b="0" dirty="0">
                  <a:effectLst/>
                </a:rPr>
                <a:t>Are expected to have strong impact in their teams</a:t>
              </a:r>
            </a:p>
          </p:txBody>
        </p:sp>
        <p:sp>
          <p:nvSpPr>
            <p:cNvPr id="37" name="TextBox 36">
              <a:extLst>
                <a:ext uri="{FF2B5EF4-FFF2-40B4-BE49-F238E27FC236}">
                  <a16:creationId xmlns:a16="http://schemas.microsoft.com/office/drawing/2014/main" id="{52D8756A-340F-4F2F-A279-A946BB633DA8}"/>
                </a:ext>
              </a:extLst>
            </p:cNvPr>
            <p:cNvSpPr txBox="1">
              <a:spLocks/>
            </p:cNvSpPr>
            <p:nvPr>
              <p:custDataLst>
                <p:tags r:id="rId20"/>
              </p:custDataLst>
            </p:nvPr>
          </p:nvSpPr>
          <p:spPr>
            <a:xfrm>
              <a:off x="6994524" y="4522835"/>
              <a:ext cx="4655440"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Impact</a:t>
              </a:r>
            </a:p>
          </p:txBody>
        </p:sp>
        <p:cxnSp>
          <p:nvCxnSpPr>
            <p:cNvPr id="18" name="GreyLineSeparatorDefault 14">
              <a:extLst>
                <a:ext uri="{FF2B5EF4-FFF2-40B4-BE49-F238E27FC236}">
                  <a16:creationId xmlns:a16="http://schemas.microsoft.com/office/drawing/2014/main" id="{8976B0A9-B768-7404-DF14-9EB2DBFD89DB}"/>
                </a:ext>
              </a:extLst>
            </p:cNvPr>
            <p:cNvCxnSpPr>
              <a:cxnSpLocks/>
            </p:cNvCxnSpPr>
            <p:nvPr>
              <p:custDataLst>
                <p:tags r:id="rId21"/>
              </p:custDataLst>
            </p:nvPr>
          </p:nvCxnSpPr>
          <p:spPr>
            <a:xfrm>
              <a:off x="6994524" y="4742686"/>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0EAEC1F7-E910-454F-3F55-AC9D039E0DDC}"/>
              </a:ext>
            </a:extLst>
          </p:cNvPr>
          <p:cNvGrpSpPr/>
          <p:nvPr/>
        </p:nvGrpSpPr>
        <p:grpSpPr>
          <a:xfrm>
            <a:off x="6981825" y="3930791"/>
            <a:ext cx="4655440" cy="424399"/>
            <a:chOff x="6981825" y="3866428"/>
            <a:chExt cx="4655440" cy="424399"/>
          </a:xfrm>
        </p:grpSpPr>
        <p:sp>
          <p:nvSpPr>
            <p:cNvPr id="35" name="TextBox 34">
              <a:extLst>
                <a:ext uri="{FF2B5EF4-FFF2-40B4-BE49-F238E27FC236}">
                  <a16:creationId xmlns:a16="http://schemas.microsoft.com/office/drawing/2014/main" id="{3A4DC0F7-85F8-4DFA-9B53-E15D0D4A8A85}"/>
                </a:ext>
              </a:extLst>
            </p:cNvPr>
            <p:cNvSpPr txBox="1">
              <a:spLocks/>
            </p:cNvSpPr>
            <p:nvPr>
              <p:custDataLst>
                <p:tags r:id="rId16"/>
              </p:custDataLst>
            </p:nvPr>
          </p:nvSpPr>
          <p:spPr>
            <a:xfrm>
              <a:off x="6981825" y="3866428"/>
              <a:ext cx="4655440"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dirty="0">
                  <a:effectLst/>
                </a:rPr>
                <a:t>Soft Skills</a:t>
              </a:r>
            </a:p>
          </p:txBody>
        </p:sp>
        <p:sp>
          <p:nvSpPr>
            <p:cNvPr id="36" name="TextBox 35">
              <a:extLst>
                <a:ext uri="{FF2B5EF4-FFF2-40B4-BE49-F238E27FC236}">
                  <a16:creationId xmlns:a16="http://schemas.microsoft.com/office/drawing/2014/main" id="{83AEB199-4582-4095-BC39-B3CE5932ECE9}"/>
                </a:ext>
              </a:extLst>
            </p:cNvPr>
            <p:cNvSpPr txBox="1">
              <a:spLocks/>
            </p:cNvSpPr>
            <p:nvPr>
              <p:custDataLst>
                <p:tags r:id="rId17"/>
              </p:custDataLst>
            </p:nvPr>
          </p:nvSpPr>
          <p:spPr>
            <a:xfrm>
              <a:off x="6981825" y="4136939"/>
              <a:ext cx="4655440" cy="15388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000" b="0" dirty="0">
                  <a:effectLst/>
                </a:rPr>
                <a:t>Capable of facilitating meetings and presenting in demo’s</a:t>
              </a:r>
            </a:p>
          </p:txBody>
        </p:sp>
        <p:cxnSp>
          <p:nvCxnSpPr>
            <p:cNvPr id="19" name="GreyLineSeparatorDefault 14">
              <a:extLst>
                <a:ext uri="{FF2B5EF4-FFF2-40B4-BE49-F238E27FC236}">
                  <a16:creationId xmlns:a16="http://schemas.microsoft.com/office/drawing/2014/main" id="{E0B14E72-1FC0-C8E2-38AF-55D5F6F228D7}"/>
                </a:ext>
              </a:extLst>
            </p:cNvPr>
            <p:cNvCxnSpPr>
              <a:cxnSpLocks/>
            </p:cNvCxnSpPr>
            <p:nvPr>
              <p:custDataLst>
                <p:tags r:id="rId18"/>
              </p:custDataLst>
            </p:nvPr>
          </p:nvCxnSpPr>
          <p:spPr>
            <a:xfrm>
              <a:off x="6981825" y="4073598"/>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20" name="GreyLineSeparatorDefault 14">
            <a:extLst>
              <a:ext uri="{FF2B5EF4-FFF2-40B4-BE49-F238E27FC236}">
                <a16:creationId xmlns:a16="http://schemas.microsoft.com/office/drawing/2014/main" id="{5F1386BF-CD52-7AD6-21AE-2EED999BC6F5}"/>
              </a:ext>
            </a:extLst>
          </p:cNvPr>
          <p:cNvCxnSpPr>
            <a:cxnSpLocks/>
          </p:cNvCxnSpPr>
          <p:nvPr>
            <p:custDataLst>
              <p:tags r:id="rId15"/>
            </p:custDataLst>
          </p:nvPr>
        </p:nvCxnSpPr>
        <p:spPr>
          <a:xfrm>
            <a:off x="6969125" y="2305171"/>
            <a:ext cx="465544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8859E5B-89D3-7CA7-94D0-A11F4CD95A62}"/>
              </a:ext>
            </a:extLst>
          </p:cNvPr>
          <p:cNvSpPr txBox="1"/>
          <p:nvPr/>
        </p:nvSpPr>
        <p:spPr>
          <a:xfrm>
            <a:off x="554736" y="1395598"/>
            <a:ext cx="769239" cy="20005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300" b="1" dirty="0"/>
              <a:t>Summary</a:t>
            </a:r>
          </a:p>
        </p:txBody>
      </p:sp>
    </p:spTree>
    <p:extLst>
      <p:ext uri="{BB962C8B-B14F-4D97-AF65-F5344CB8AC3E}">
        <p14:creationId xmlns:p14="http://schemas.microsoft.com/office/powerpoint/2010/main" val="1398376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4E371C-C182-D771-2DC3-F60988647AD4}"/>
              </a:ext>
            </a:extLst>
          </p:cNvPr>
          <p:cNvGraphicFramePr>
            <a:graphicFrameLocks noChangeAspect="1"/>
          </p:cNvGraphicFramePr>
          <p:nvPr>
            <p:custDataLst>
              <p:tags r:id="rId1"/>
            </p:custDataLst>
            <p:extLst>
              <p:ext uri="{D42A27DB-BD31-4B8C-83A1-F6EECF244321}">
                <p14:modId xmlns:p14="http://schemas.microsoft.com/office/powerpoint/2010/main" val="33977666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ct 4" hidden="1">
                        <a:extLst>
                          <a:ext uri="{FF2B5EF4-FFF2-40B4-BE49-F238E27FC236}">
                            <a16:creationId xmlns:a16="http://schemas.microsoft.com/office/drawing/2014/main" id="{2F4E371C-C182-D771-2DC3-F60988647AD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F8FBEA2-A89E-3C3E-F845-D2BCAD0FB1E1}"/>
              </a:ext>
            </a:extLst>
          </p:cNvPr>
          <p:cNvSpPr>
            <a:spLocks noGrp="1"/>
          </p:cNvSpPr>
          <p:nvPr>
            <p:ph type="title"/>
          </p:nvPr>
        </p:nvSpPr>
        <p:spPr>
          <a:xfrm>
            <a:off x="554736" y="4415038"/>
            <a:ext cx="3728506" cy="715581"/>
          </a:xfrm>
        </p:spPr>
        <p:txBody>
          <a:bodyPr vert="horz" wrap="square">
            <a:spAutoFit/>
          </a:bodyPr>
          <a:lstStyle/>
          <a:p>
            <a:r>
              <a:rPr lang="en-US" dirty="0"/>
              <a:t>Job advertisement template</a:t>
            </a:r>
            <a:endParaRPr lang="en-NL" dirty="0"/>
          </a:p>
        </p:txBody>
      </p:sp>
      <p:sp>
        <p:nvSpPr>
          <p:cNvPr id="3" name="Text Placeholder 2">
            <a:extLst>
              <a:ext uri="{FF2B5EF4-FFF2-40B4-BE49-F238E27FC236}">
                <a16:creationId xmlns:a16="http://schemas.microsoft.com/office/drawing/2014/main" id="{AE0814AC-2A5E-5172-B561-D32A1DEA9432}"/>
              </a:ext>
            </a:extLst>
          </p:cNvPr>
          <p:cNvSpPr>
            <a:spLocks noGrp="1"/>
          </p:cNvSpPr>
          <p:nvPr>
            <p:ph type="body" sz="quarter" idx="17"/>
          </p:nvPr>
        </p:nvSpPr>
        <p:spPr/>
        <p:txBody>
          <a:bodyPr/>
          <a:lstStyle/>
          <a:p>
            <a:endParaRPr lang="en-NL"/>
          </a:p>
        </p:txBody>
      </p:sp>
    </p:spTree>
    <p:extLst>
      <p:ext uri="{BB962C8B-B14F-4D97-AF65-F5344CB8AC3E}">
        <p14:creationId xmlns:p14="http://schemas.microsoft.com/office/powerpoint/2010/main" val="89159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F940D9D-B3A9-EF1A-1B47-684F9A273EBD}"/>
              </a:ext>
            </a:extLst>
          </p:cNvPr>
          <p:cNvGraphicFramePr>
            <a:graphicFrameLocks noChangeAspect="1"/>
          </p:cNvGraphicFramePr>
          <p:nvPr>
            <p:custDataLst>
              <p:tags r:id="rId1"/>
            </p:custDataLst>
            <p:extLst>
              <p:ext uri="{D42A27DB-BD31-4B8C-83A1-F6EECF244321}">
                <p14:modId xmlns:p14="http://schemas.microsoft.com/office/powerpoint/2010/main" val="4651879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6" imgW="7772400" imgH="10058400" progId="TCLayout.ActiveDocument.1">
                  <p:embed/>
                </p:oleObj>
              </mc:Choice>
              <mc:Fallback>
                <p:oleObj name="think-cell Slide" r:id="rId6" imgW="7772400" imgH="10058400" progId="TCLayout.ActiveDocument.1">
                  <p:embed/>
                  <p:pic>
                    <p:nvPicPr>
                      <p:cNvPr id="6" name="Object 5" hidden="1">
                        <a:extLst>
                          <a:ext uri="{FF2B5EF4-FFF2-40B4-BE49-F238E27FC236}">
                            <a16:creationId xmlns:a16="http://schemas.microsoft.com/office/drawing/2014/main" id="{0F940D9D-B3A9-EF1A-1B47-684F9A273EBD}"/>
                          </a:ext>
                        </a:extLst>
                      </p:cNvPr>
                      <p:cNvPicPr/>
                      <p:nvPr/>
                    </p:nvPicPr>
                    <p:blipFill>
                      <a:blip r:embed="rId7"/>
                      <a:stretch>
                        <a:fillRect/>
                      </a:stretch>
                    </p:blipFill>
                    <p:spPr>
                      <a:xfrm>
                        <a:off x="1588" y="1588"/>
                        <a:ext cx="1227"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E88BCD0D-4A1A-A9AB-9EEF-18E88288136D}"/>
              </a:ext>
            </a:extLst>
          </p:cNvPr>
          <p:cNvSpPr>
            <a:spLocks noGrp="1"/>
          </p:cNvSpPr>
          <p:nvPr>
            <p:ph type="title"/>
            <p:custDataLst>
              <p:tags r:id="rId2"/>
            </p:custDataLst>
          </p:nvPr>
        </p:nvSpPr>
        <p:spPr>
          <a:xfrm>
            <a:off x="554736" y="1873735"/>
            <a:ext cx="2514600" cy="1030475"/>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GB" sz="2400" dirty="0" err="1"/>
              <a:t>xCorp</a:t>
            </a:r>
            <a:r>
              <a:rPr lang="en-GB" sz="2400" dirty="0"/>
              <a:t> context and job advertisement</a:t>
            </a:r>
          </a:p>
        </p:txBody>
      </p:sp>
      <p:sp>
        <p:nvSpPr>
          <p:cNvPr id="8" name="Text Placeholder 7">
            <a:extLst>
              <a:ext uri="{FF2B5EF4-FFF2-40B4-BE49-F238E27FC236}">
                <a16:creationId xmlns:a16="http://schemas.microsoft.com/office/drawing/2014/main" id="{8B636D88-BC24-F2DB-C522-5F3FB1BC48CF}"/>
              </a:ext>
            </a:extLst>
          </p:cNvPr>
          <p:cNvSpPr>
            <a:spLocks noGrp="1"/>
          </p:cNvSpPr>
          <p:nvPr>
            <p:ph type="body" sz="quarter" idx="17"/>
          </p:nvPr>
        </p:nvSpPr>
        <p:spPr/>
        <p:txBody>
          <a:bodyPr/>
          <a:lstStyle/>
          <a:p>
            <a:endParaRPr lang="en-GB"/>
          </a:p>
        </p:txBody>
      </p:sp>
      <p:sp>
        <p:nvSpPr>
          <p:cNvPr id="11" name="TextBox 10">
            <a:extLst>
              <a:ext uri="{FF2B5EF4-FFF2-40B4-BE49-F238E27FC236}">
                <a16:creationId xmlns:a16="http://schemas.microsoft.com/office/drawing/2014/main" id="{62D6B2F7-C989-019A-C68D-0E0D0C378CB1}"/>
              </a:ext>
            </a:extLst>
          </p:cNvPr>
          <p:cNvSpPr txBox="1">
            <a:spLocks/>
          </p:cNvSpPr>
          <p:nvPr/>
        </p:nvSpPr>
        <p:spPr>
          <a:xfrm>
            <a:off x="4000501" y="1566151"/>
            <a:ext cx="7634287" cy="264688"/>
          </a:xfrm>
          <a:prstGeom prst="rect">
            <a:avLst/>
          </a:prstGeom>
        </p:spPr>
        <p:txBody>
          <a:bodyPr vert="horz" wrap="square" lIns="0" tIns="0" rIns="0" bIns="18288" rtlCol="0" anchor="b"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850"/>
              </a:spcAft>
              <a:buClr>
                <a:schemeClr val="tx1"/>
              </a:buClr>
            </a:pPr>
            <a:r>
              <a:rPr lang="en-GB" b="1" dirty="0">
                <a:effectLst/>
                <a:ea typeface="Times New Roman" panose="02020603050405020304" pitchFamily="18" charset="0"/>
                <a:cs typeface="Times New Roman" panose="02020603050405020304" pitchFamily="18" charset="0"/>
              </a:rPr>
              <a:t>Company context</a:t>
            </a:r>
          </a:p>
        </p:txBody>
      </p:sp>
      <p:sp>
        <p:nvSpPr>
          <p:cNvPr id="10" name="TextBox 9">
            <a:extLst>
              <a:ext uri="{FF2B5EF4-FFF2-40B4-BE49-F238E27FC236}">
                <a16:creationId xmlns:a16="http://schemas.microsoft.com/office/drawing/2014/main" id="{92EF26E0-6CD1-4D48-A26A-28102066076C}"/>
              </a:ext>
            </a:extLst>
          </p:cNvPr>
          <p:cNvSpPr txBox="1">
            <a:spLocks/>
          </p:cNvSpPr>
          <p:nvPr/>
        </p:nvSpPr>
        <p:spPr>
          <a:xfrm>
            <a:off x="4000501" y="1945345"/>
            <a:ext cx="7634287" cy="215444"/>
          </a:xfrm>
          <a:prstGeom prst="rect">
            <a:avLst/>
          </a:prstGeom>
        </p:spPr>
        <p:txBody>
          <a:bodyPr vert="horz" wrap="square" lIns="0" tIns="0" rIns="0" bIns="0" rtlCol="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850"/>
              </a:spcAft>
            </a:pPr>
            <a:r>
              <a:rPr lang="en-GB" sz="1400" dirty="0">
                <a:effectLst/>
                <a:ea typeface="Times New Roman" panose="02020603050405020304" pitchFamily="18" charset="0"/>
                <a:cs typeface="Times New Roman" panose="02020603050405020304" pitchFamily="18" charset="0"/>
              </a:rPr>
              <a:t>[INSERT COMPANY CONTEXT]</a:t>
            </a:r>
            <a:endParaRPr lang="en-NL" sz="1400" dirty="0">
              <a:ea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DD85B63-6FCA-4E87-8137-2DBD1BD673ED}"/>
              </a:ext>
            </a:extLst>
          </p:cNvPr>
          <p:cNvSpPr txBox="1">
            <a:spLocks/>
          </p:cNvSpPr>
          <p:nvPr/>
        </p:nvSpPr>
        <p:spPr>
          <a:xfrm>
            <a:off x="4000501" y="4156377"/>
            <a:ext cx="7634287" cy="861774"/>
          </a:xfrm>
          <a:prstGeom prst="rect">
            <a:avLst/>
          </a:prstGeom>
        </p:spPr>
        <p:txBody>
          <a:bodyPr vert="horz" wrap="square" lIns="0" tIns="0" rIns="0" bIns="0" rtlCol="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850"/>
              </a:spcAft>
            </a:pPr>
            <a:r>
              <a:rPr lang="en-GB" sz="1400" dirty="0">
                <a:effectLst/>
                <a:ea typeface="Times New Roman" panose="02020603050405020304" pitchFamily="18" charset="0"/>
                <a:cs typeface="Times New Roman" panose="02020603050405020304" pitchFamily="18" charset="0"/>
              </a:rPr>
              <a:t>We are seeking a talented and experienced Full-Stack Developer with expertise in [INSERT TECH STACK HERE] to join our team. The successful candidate will be responsible for developing and maintaining our web-based applications, creating high-quality code, and ensuring that all projects are delivered on time and to the highest standards</a:t>
            </a:r>
            <a:endParaRPr lang="en-NL" sz="1400" dirty="0">
              <a:effectLst/>
              <a:ea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3D5909-6BEE-456E-87EF-D8A5C66806C4}"/>
              </a:ext>
            </a:extLst>
          </p:cNvPr>
          <p:cNvSpPr txBox="1">
            <a:spLocks/>
          </p:cNvSpPr>
          <p:nvPr/>
        </p:nvSpPr>
        <p:spPr>
          <a:xfrm>
            <a:off x="4000501" y="3804711"/>
            <a:ext cx="7634287" cy="264688"/>
          </a:xfrm>
          <a:prstGeom prst="rect">
            <a:avLst/>
          </a:prstGeom>
        </p:spPr>
        <p:txBody>
          <a:bodyPr vert="horz" wrap="square" lIns="0" tIns="0" rIns="0" bIns="18288" rtlCol="0" anchor="b" anchorCtr="0">
            <a:spAutoFit/>
          </a:bodyPr>
          <a:lstStyle>
            <a:lvl1pPr lvl="0" indent="0" defTabSz="914377">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594" lvl="1" indent="-228594" defTabSz="914377">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38901" lvl="2" indent="-210307" defTabSz="914377">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4345" lvl="3" indent="-155444"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3796" lvl="4" indent="-146300" defTabSz="914377">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24" indent="-171446" defTabSz="914377">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850"/>
              </a:spcAft>
              <a:buClr>
                <a:schemeClr val="tx1"/>
              </a:buClr>
            </a:pPr>
            <a:r>
              <a:rPr lang="en-GB" b="1" dirty="0">
                <a:effectLst/>
                <a:ea typeface="Times New Roman" panose="02020603050405020304" pitchFamily="18" charset="0"/>
                <a:cs typeface="Times New Roman" panose="02020603050405020304" pitchFamily="18" charset="0"/>
              </a:rPr>
              <a:t>Job </a:t>
            </a:r>
            <a:r>
              <a:rPr lang="en-GB" b="1" dirty="0">
                <a:ea typeface="Times New Roman" panose="02020603050405020304" pitchFamily="18" charset="0"/>
                <a:cs typeface="Times New Roman" panose="02020603050405020304" pitchFamily="18" charset="0"/>
              </a:rPr>
              <a:t>a</a:t>
            </a:r>
            <a:r>
              <a:rPr lang="en-GB" b="1" dirty="0">
                <a:effectLst/>
                <a:ea typeface="Times New Roman" panose="02020603050405020304" pitchFamily="18" charset="0"/>
                <a:cs typeface="Times New Roman" panose="02020603050405020304" pitchFamily="18" charset="0"/>
              </a:rPr>
              <a:t>dvertisement</a:t>
            </a:r>
            <a:endParaRPr lang="en-NL" dirty="0">
              <a:effectLst/>
              <a:ea typeface="Times New Roman" panose="02020603050405020304" pitchFamily="18" charset="0"/>
              <a:cs typeface="Times New Roman" panose="02020603050405020304" pitchFamily="18" charset="0"/>
            </a:endParaRPr>
          </a:p>
        </p:txBody>
      </p:sp>
      <p:cxnSp>
        <p:nvCxnSpPr>
          <p:cNvPr id="9" name="LineSeparatorDefault 13">
            <a:extLst>
              <a:ext uri="{FF2B5EF4-FFF2-40B4-BE49-F238E27FC236}">
                <a16:creationId xmlns:a16="http://schemas.microsoft.com/office/drawing/2014/main" id="{D5CFFA1F-EFF9-4E27-BF99-C9E8999888C3}"/>
              </a:ext>
            </a:extLst>
          </p:cNvPr>
          <p:cNvCxnSpPr>
            <a:cxnSpLocks/>
          </p:cNvCxnSpPr>
          <p:nvPr>
            <p:custDataLst>
              <p:tags r:id="rId3"/>
            </p:custDataLst>
          </p:nvPr>
        </p:nvCxnSpPr>
        <p:spPr>
          <a:xfrm>
            <a:off x="4000501" y="4093838"/>
            <a:ext cx="7634287" cy="0"/>
          </a:xfrm>
          <a:prstGeom prst="straightConnector1">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LineSeparatorDefault 13">
            <a:extLst>
              <a:ext uri="{FF2B5EF4-FFF2-40B4-BE49-F238E27FC236}">
                <a16:creationId xmlns:a16="http://schemas.microsoft.com/office/drawing/2014/main" id="{6D3D9B9E-8E50-4243-AF7E-3BCCE4CB5DBA}"/>
              </a:ext>
            </a:extLst>
          </p:cNvPr>
          <p:cNvCxnSpPr>
            <a:cxnSpLocks/>
          </p:cNvCxnSpPr>
          <p:nvPr>
            <p:custDataLst>
              <p:tags r:id="rId4"/>
            </p:custDataLst>
          </p:nvPr>
        </p:nvCxnSpPr>
        <p:spPr>
          <a:xfrm>
            <a:off x="4000501" y="1854080"/>
            <a:ext cx="7634287" cy="0"/>
          </a:xfrm>
          <a:prstGeom prst="straightConnector1">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F0C62120-5723-4B3E-8B96-54A8316E9B79}"/>
              </a:ext>
            </a:extLst>
          </p:cNvPr>
          <p:cNvGrpSpPr/>
          <p:nvPr/>
        </p:nvGrpSpPr>
        <p:grpSpPr>
          <a:xfrm>
            <a:off x="554736" y="3343046"/>
            <a:ext cx="2337946" cy="2080026"/>
            <a:chOff x="617168" y="440902"/>
            <a:chExt cx="1954582" cy="1738954"/>
          </a:xfrm>
        </p:grpSpPr>
        <p:sp>
          <p:nvSpPr>
            <p:cNvPr id="18" name="Freeform: Shape 17">
              <a:extLst>
                <a:ext uri="{FF2B5EF4-FFF2-40B4-BE49-F238E27FC236}">
                  <a16:creationId xmlns:a16="http://schemas.microsoft.com/office/drawing/2014/main" id="{2E8CDF9F-6FBB-478D-B4A7-D4E5F3D4FFDB}"/>
                </a:ext>
              </a:extLst>
            </p:cNvPr>
            <p:cNvSpPr/>
            <p:nvPr/>
          </p:nvSpPr>
          <p:spPr bwMode="gray">
            <a:xfrm>
              <a:off x="2192684" y="581107"/>
              <a:ext cx="52792" cy="14329"/>
            </a:xfrm>
            <a:custGeom>
              <a:avLst/>
              <a:gdLst>
                <a:gd name="connsiteX0" fmla="*/ 35805 w 36647"/>
                <a:gd name="connsiteY0" fmla="*/ 5224 h 9947"/>
                <a:gd name="connsiteX1" fmla="*/ 34841 w 36647"/>
                <a:gd name="connsiteY1" fmla="*/ 4986 h 9947"/>
                <a:gd name="connsiteX2" fmla="*/ 3956 w 36647"/>
                <a:gd name="connsiteY2" fmla="*/ 8761 h 9947"/>
                <a:gd name="connsiteX3" fmla="*/ 527 w 36647"/>
                <a:gd name="connsiteY3" fmla="*/ 9927 h 9947"/>
                <a:gd name="connsiteX4" fmla="*/ 932 w 36647"/>
                <a:gd name="connsiteY4" fmla="*/ 8106 h 9947"/>
                <a:gd name="connsiteX5" fmla="*/ 35448 w 36647"/>
                <a:gd name="connsiteY5" fmla="*/ 1676 h 9947"/>
                <a:gd name="connsiteX6" fmla="*/ 35805 w 36647"/>
                <a:gd name="connsiteY6" fmla="*/ 5224 h 9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47" h="9947">
                  <a:moveTo>
                    <a:pt x="35805" y="5224"/>
                  </a:moveTo>
                  <a:lnTo>
                    <a:pt x="34841" y="4986"/>
                  </a:lnTo>
                  <a:cubicBezTo>
                    <a:pt x="15779" y="-645"/>
                    <a:pt x="3575" y="9106"/>
                    <a:pt x="3956" y="8761"/>
                  </a:cubicBezTo>
                  <a:cubicBezTo>
                    <a:pt x="2860" y="9534"/>
                    <a:pt x="1360" y="10058"/>
                    <a:pt x="527" y="9927"/>
                  </a:cubicBezTo>
                  <a:cubicBezTo>
                    <a:pt x="-295" y="9784"/>
                    <a:pt x="-151" y="8963"/>
                    <a:pt x="932" y="8106"/>
                  </a:cubicBezTo>
                  <a:cubicBezTo>
                    <a:pt x="813" y="8463"/>
                    <a:pt x="12397" y="-4515"/>
                    <a:pt x="35448" y="1676"/>
                  </a:cubicBezTo>
                  <a:cubicBezTo>
                    <a:pt x="37008" y="2153"/>
                    <a:pt x="36960" y="5463"/>
                    <a:pt x="35805" y="5224"/>
                  </a:cubicBezTo>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Shape 18">
              <a:extLst>
                <a:ext uri="{FF2B5EF4-FFF2-40B4-BE49-F238E27FC236}">
                  <a16:creationId xmlns:a16="http://schemas.microsoft.com/office/drawing/2014/main" id="{CEDE51D0-F53B-4EF4-BDED-DC0221FA87B4}"/>
                </a:ext>
              </a:extLst>
            </p:cNvPr>
            <p:cNvSpPr/>
            <p:nvPr/>
          </p:nvSpPr>
          <p:spPr bwMode="gray">
            <a:xfrm>
              <a:off x="1687511" y="1077223"/>
              <a:ext cx="18900" cy="1068311"/>
            </a:xfrm>
            <a:custGeom>
              <a:avLst/>
              <a:gdLst>
                <a:gd name="connsiteX0" fmla="*/ 0 w 13120"/>
                <a:gd name="connsiteY0" fmla="*/ 741606 h 741605"/>
                <a:gd name="connsiteX1" fmla="*/ 13120 w 13120"/>
                <a:gd name="connsiteY1" fmla="*/ 741606 h 741605"/>
                <a:gd name="connsiteX2" fmla="*/ 13120 w 13120"/>
                <a:gd name="connsiteY2" fmla="*/ 0 h 741605"/>
                <a:gd name="connsiteX3" fmla="*/ 0 w 13120"/>
                <a:gd name="connsiteY3" fmla="*/ 0 h 741605"/>
                <a:gd name="connsiteX4" fmla="*/ 0 w 13120"/>
                <a:gd name="connsiteY4" fmla="*/ 741606 h 741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0" h="741605">
                  <a:moveTo>
                    <a:pt x="0" y="741606"/>
                  </a:moveTo>
                  <a:lnTo>
                    <a:pt x="13120" y="741606"/>
                  </a:lnTo>
                  <a:lnTo>
                    <a:pt x="13120" y="0"/>
                  </a:lnTo>
                  <a:lnTo>
                    <a:pt x="0" y="0"/>
                  </a:lnTo>
                  <a:lnTo>
                    <a:pt x="0" y="741606"/>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Shape 19">
              <a:extLst>
                <a:ext uri="{FF2B5EF4-FFF2-40B4-BE49-F238E27FC236}">
                  <a16:creationId xmlns:a16="http://schemas.microsoft.com/office/drawing/2014/main" id="{CADF7DBE-C80C-4A45-A654-BA6D5655FB35}"/>
                </a:ext>
              </a:extLst>
            </p:cNvPr>
            <p:cNvSpPr/>
            <p:nvPr/>
          </p:nvSpPr>
          <p:spPr bwMode="gray">
            <a:xfrm>
              <a:off x="1478452" y="1073607"/>
              <a:ext cx="437018" cy="1071927"/>
            </a:xfrm>
            <a:custGeom>
              <a:avLst/>
              <a:gdLst>
                <a:gd name="connsiteX0" fmla="*/ 290513 w 303371"/>
                <a:gd name="connsiteY0" fmla="*/ 744117 h 744116"/>
                <a:gd name="connsiteX1" fmla="*/ 151674 w 303371"/>
                <a:gd name="connsiteY1" fmla="*/ 35412 h 744116"/>
                <a:gd name="connsiteX2" fmla="*/ 12859 w 303371"/>
                <a:gd name="connsiteY2" fmla="*/ 744117 h 744116"/>
                <a:gd name="connsiteX3" fmla="*/ 0 w 303371"/>
                <a:gd name="connsiteY3" fmla="*/ 741606 h 744116"/>
                <a:gd name="connsiteX4" fmla="*/ 145244 w 303371"/>
                <a:gd name="connsiteY4" fmla="*/ 0 h 744116"/>
                <a:gd name="connsiteX5" fmla="*/ 158115 w 303371"/>
                <a:gd name="connsiteY5" fmla="*/ 0 h 744116"/>
                <a:gd name="connsiteX6" fmla="*/ 303371 w 303371"/>
                <a:gd name="connsiteY6" fmla="*/ 741606 h 744116"/>
                <a:gd name="connsiteX7" fmla="*/ 290513 w 303371"/>
                <a:gd name="connsiteY7" fmla="*/ 744117 h 74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371" h="744116">
                  <a:moveTo>
                    <a:pt x="290513" y="744117"/>
                  </a:moveTo>
                  <a:lnTo>
                    <a:pt x="151674" y="35412"/>
                  </a:lnTo>
                  <a:lnTo>
                    <a:pt x="12859" y="744117"/>
                  </a:lnTo>
                  <a:lnTo>
                    <a:pt x="0" y="741606"/>
                  </a:lnTo>
                  <a:lnTo>
                    <a:pt x="145244" y="0"/>
                  </a:lnTo>
                  <a:lnTo>
                    <a:pt x="158115" y="0"/>
                  </a:lnTo>
                  <a:lnTo>
                    <a:pt x="303371" y="741606"/>
                  </a:lnTo>
                  <a:lnTo>
                    <a:pt x="290513" y="744117"/>
                  </a:lnTo>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Shape 20">
              <a:extLst>
                <a:ext uri="{FF2B5EF4-FFF2-40B4-BE49-F238E27FC236}">
                  <a16:creationId xmlns:a16="http://schemas.microsoft.com/office/drawing/2014/main" id="{467827D2-A90C-4BF7-A675-16301FBB2BBF}"/>
                </a:ext>
              </a:extLst>
            </p:cNvPr>
            <p:cNvSpPr/>
            <p:nvPr/>
          </p:nvSpPr>
          <p:spPr bwMode="gray">
            <a:xfrm>
              <a:off x="1548070" y="1822285"/>
              <a:ext cx="297804" cy="18900"/>
            </a:xfrm>
            <a:custGeom>
              <a:avLst/>
              <a:gdLst>
                <a:gd name="connsiteX0" fmla="*/ 0 w 206731"/>
                <a:gd name="connsiteY0" fmla="*/ 13120 h 13120"/>
                <a:gd name="connsiteX1" fmla="*/ 206732 w 206731"/>
                <a:gd name="connsiteY1" fmla="*/ 13120 h 13120"/>
                <a:gd name="connsiteX2" fmla="*/ 206732 w 206731"/>
                <a:gd name="connsiteY2" fmla="*/ 0 h 13120"/>
                <a:gd name="connsiteX3" fmla="*/ 0 w 206731"/>
                <a:gd name="connsiteY3" fmla="*/ 0 h 13120"/>
                <a:gd name="connsiteX4" fmla="*/ 0 w 206731"/>
                <a:gd name="connsiteY4" fmla="*/ 13120 h 13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731" h="13120">
                  <a:moveTo>
                    <a:pt x="0" y="13120"/>
                  </a:moveTo>
                  <a:lnTo>
                    <a:pt x="206732" y="13120"/>
                  </a:lnTo>
                  <a:lnTo>
                    <a:pt x="206732" y="0"/>
                  </a:lnTo>
                  <a:lnTo>
                    <a:pt x="0" y="0"/>
                  </a:lnTo>
                  <a:lnTo>
                    <a:pt x="0" y="13120"/>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Shape 21">
              <a:extLst>
                <a:ext uri="{FF2B5EF4-FFF2-40B4-BE49-F238E27FC236}">
                  <a16:creationId xmlns:a16="http://schemas.microsoft.com/office/drawing/2014/main" id="{C7741AF1-FD07-4A5B-94D2-EAB648F90C65}"/>
                </a:ext>
              </a:extLst>
            </p:cNvPr>
            <p:cNvSpPr/>
            <p:nvPr/>
          </p:nvSpPr>
          <p:spPr bwMode="gray">
            <a:xfrm>
              <a:off x="1397994" y="682533"/>
              <a:ext cx="597955" cy="945404"/>
            </a:xfrm>
            <a:custGeom>
              <a:avLst/>
              <a:gdLst>
                <a:gd name="connsiteX0" fmla="*/ 0 w 415091"/>
                <a:gd name="connsiteY0" fmla="*/ 656286 h 656285"/>
                <a:gd name="connsiteX1" fmla="*/ 415091 w 415091"/>
                <a:gd name="connsiteY1" fmla="*/ 656286 h 656285"/>
                <a:gd name="connsiteX2" fmla="*/ 415091 w 415091"/>
                <a:gd name="connsiteY2" fmla="*/ 0 h 656285"/>
                <a:gd name="connsiteX3" fmla="*/ 0 w 415091"/>
                <a:gd name="connsiteY3" fmla="*/ 0 h 656285"/>
                <a:gd name="connsiteX4" fmla="*/ 0 w 415091"/>
                <a:gd name="connsiteY4" fmla="*/ 656286 h 656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091" h="656285">
                  <a:moveTo>
                    <a:pt x="0" y="656286"/>
                  </a:moveTo>
                  <a:lnTo>
                    <a:pt x="415091" y="656286"/>
                  </a:lnTo>
                  <a:lnTo>
                    <a:pt x="415091" y="0"/>
                  </a:lnTo>
                  <a:lnTo>
                    <a:pt x="0" y="0"/>
                  </a:lnTo>
                  <a:lnTo>
                    <a:pt x="0" y="656286"/>
                  </a:lnTo>
                  <a:close/>
                </a:path>
              </a:pathLst>
            </a:custGeom>
            <a:solidFill>
              <a:schemeClr val="bg1"/>
            </a:solidFill>
            <a:ln w="3175" cap="flat">
              <a:solidFill>
                <a:srgbClr val="4D4D4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Shape 22">
              <a:extLst>
                <a:ext uri="{FF2B5EF4-FFF2-40B4-BE49-F238E27FC236}">
                  <a16:creationId xmlns:a16="http://schemas.microsoft.com/office/drawing/2014/main" id="{C1A7A95A-D069-49A3-BB1F-CF8E82F42017}"/>
                </a:ext>
              </a:extLst>
            </p:cNvPr>
            <p:cNvSpPr/>
            <p:nvPr/>
          </p:nvSpPr>
          <p:spPr bwMode="gray">
            <a:xfrm>
              <a:off x="1640962" y="901200"/>
              <a:ext cx="65089" cy="138685"/>
            </a:xfrm>
            <a:custGeom>
              <a:avLst/>
              <a:gdLst>
                <a:gd name="connsiteX0" fmla="*/ 45184 w 45184"/>
                <a:gd name="connsiteY0" fmla="*/ 0 h 96273"/>
                <a:gd name="connsiteX1" fmla="*/ 0 w 45184"/>
                <a:gd name="connsiteY1" fmla="*/ 11265 h 96273"/>
                <a:gd name="connsiteX2" fmla="*/ 45184 w 45184"/>
                <a:gd name="connsiteY2" fmla="*/ 96274 h 96273"/>
                <a:gd name="connsiteX3" fmla="*/ 45184 w 45184"/>
                <a:gd name="connsiteY3" fmla="*/ 0 h 96273"/>
              </a:gdLst>
              <a:ahLst/>
              <a:cxnLst>
                <a:cxn ang="0">
                  <a:pos x="connsiteX0" y="connsiteY0"/>
                </a:cxn>
                <a:cxn ang="0">
                  <a:pos x="connsiteX1" y="connsiteY1"/>
                </a:cxn>
                <a:cxn ang="0">
                  <a:pos x="connsiteX2" y="connsiteY2"/>
                </a:cxn>
                <a:cxn ang="0">
                  <a:pos x="connsiteX3" y="connsiteY3"/>
                </a:cxn>
              </a:cxnLst>
              <a:rect l="l" t="t" r="r" b="b"/>
              <a:pathLst>
                <a:path w="45184" h="96273">
                  <a:moveTo>
                    <a:pt x="45184" y="0"/>
                  </a:moveTo>
                  <a:cubicBezTo>
                    <a:pt x="28861" y="0"/>
                    <a:pt x="14418" y="3596"/>
                    <a:pt x="0" y="11265"/>
                  </a:cubicBezTo>
                  <a:lnTo>
                    <a:pt x="45184" y="96274"/>
                  </a:lnTo>
                  <a:lnTo>
                    <a:pt x="45184" y="0"/>
                  </a:lnTo>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Shape 23">
              <a:extLst>
                <a:ext uri="{FF2B5EF4-FFF2-40B4-BE49-F238E27FC236}">
                  <a16:creationId xmlns:a16="http://schemas.microsoft.com/office/drawing/2014/main" id="{2AA4F56C-5706-45F5-A917-44B94D8C0876}"/>
                </a:ext>
              </a:extLst>
            </p:cNvPr>
            <p:cNvSpPr/>
            <p:nvPr/>
          </p:nvSpPr>
          <p:spPr bwMode="gray">
            <a:xfrm>
              <a:off x="1558069" y="923907"/>
              <a:ext cx="137932" cy="122444"/>
            </a:xfrm>
            <a:custGeom>
              <a:avLst/>
              <a:gdLst>
                <a:gd name="connsiteX0" fmla="*/ 50554 w 95750"/>
                <a:gd name="connsiteY0" fmla="*/ 0 h 84999"/>
                <a:gd name="connsiteX1" fmla="*/ 0 w 95750"/>
                <a:gd name="connsiteY1" fmla="*/ 74940 h 84999"/>
                <a:gd name="connsiteX2" fmla="*/ 95750 w 95750"/>
                <a:gd name="connsiteY2" fmla="*/ 85000 h 84999"/>
                <a:gd name="connsiteX3" fmla="*/ 50554 w 95750"/>
                <a:gd name="connsiteY3" fmla="*/ 0 h 84999"/>
              </a:gdLst>
              <a:ahLst/>
              <a:cxnLst>
                <a:cxn ang="0">
                  <a:pos x="connsiteX0" y="connsiteY0"/>
                </a:cxn>
                <a:cxn ang="0">
                  <a:pos x="connsiteX1" y="connsiteY1"/>
                </a:cxn>
                <a:cxn ang="0">
                  <a:pos x="connsiteX2" y="connsiteY2"/>
                </a:cxn>
                <a:cxn ang="0">
                  <a:pos x="connsiteX3" y="connsiteY3"/>
                </a:cxn>
              </a:cxnLst>
              <a:rect l="l" t="t" r="r" b="b"/>
              <a:pathLst>
                <a:path w="95750" h="84999">
                  <a:moveTo>
                    <a:pt x="50554" y="0"/>
                  </a:moveTo>
                  <a:cubicBezTo>
                    <a:pt x="21681" y="15348"/>
                    <a:pt x="3417" y="42412"/>
                    <a:pt x="0" y="74940"/>
                  </a:cubicBezTo>
                  <a:lnTo>
                    <a:pt x="95750" y="85000"/>
                  </a:lnTo>
                  <a:lnTo>
                    <a:pt x="50554" y="0"/>
                  </a:lnTo>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Shape 24">
              <a:extLst>
                <a:ext uri="{FF2B5EF4-FFF2-40B4-BE49-F238E27FC236}">
                  <a16:creationId xmlns:a16="http://schemas.microsoft.com/office/drawing/2014/main" id="{30996CD4-5B8B-4AFD-8BF5-93FD3BAC9D05}"/>
                </a:ext>
              </a:extLst>
            </p:cNvPr>
            <p:cNvSpPr/>
            <p:nvPr/>
          </p:nvSpPr>
          <p:spPr bwMode="gray">
            <a:xfrm>
              <a:off x="1560777" y="1045528"/>
              <a:ext cx="172356" cy="153205"/>
            </a:xfrm>
            <a:custGeom>
              <a:avLst/>
              <a:gdLst>
                <a:gd name="connsiteX0" fmla="*/ 621 w 119647"/>
                <a:gd name="connsiteY0" fmla="*/ 0 h 106353"/>
                <a:gd name="connsiteX1" fmla="*/ 2954 w 119647"/>
                <a:gd name="connsiteY1" fmla="*/ 33360 h 106353"/>
                <a:gd name="connsiteX2" fmla="*/ 119648 w 119647"/>
                <a:gd name="connsiteY2" fmla="*/ 103468 h 106353"/>
                <a:gd name="connsiteX3" fmla="*/ 96371 w 119647"/>
                <a:gd name="connsiteY3" fmla="*/ 10064 h 106353"/>
                <a:gd name="connsiteX4" fmla="*/ 621 w 119647"/>
                <a:gd name="connsiteY4" fmla="*/ 0 h 106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647" h="106353">
                  <a:moveTo>
                    <a:pt x="621" y="0"/>
                  </a:moveTo>
                  <a:cubicBezTo>
                    <a:pt x="-653" y="12157"/>
                    <a:pt x="-10" y="21482"/>
                    <a:pt x="2954" y="33360"/>
                  </a:cubicBezTo>
                  <a:cubicBezTo>
                    <a:pt x="15813" y="84952"/>
                    <a:pt x="68070" y="116337"/>
                    <a:pt x="119648" y="103468"/>
                  </a:cubicBezTo>
                  <a:lnTo>
                    <a:pt x="96371" y="10064"/>
                  </a:lnTo>
                  <a:lnTo>
                    <a:pt x="621" y="0"/>
                  </a:lnTo>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Shape 25">
              <a:extLst>
                <a:ext uri="{FF2B5EF4-FFF2-40B4-BE49-F238E27FC236}">
                  <a16:creationId xmlns:a16="http://schemas.microsoft.com/office/drawing/2014/main" id="{BDD136AE-15E9-4350-ACCE-7F0CFCBBFB3D}"/>
                </a:ext>
              </a:extLst>
            </p:cNvPr>
            <p:cNvSpPr/>
            <p:nvPr/>
          </p:nvSpPr>
          <p:spPr bwMode="gray">
            <a:xfrm>
              <a:off x="1716856" y="921353"/>
              <a:ext cx="138669" cy="273222"/>
            </a:xfrm>
            <a:custGeom>
              <a:avLst/>
              <a:gdLst>
                <a:gd name="connsiteX0" fmla="*/ 0 w 96262"/>
                <a:gd name="connsiteY0" fmla="*/ 0 h 189667"/>
                <a:gd name="connsiteX1" fmla="*/ 0 w 96262"/>
                <a:gd name="connsiteY1" fmla="*/ 96264 h 189667"/>
                <a:gd name="connsiteX2" fmla="*/ 23289 w 96262"/>
                <a:gd name="connsiteY2" fmla="*/ 189668 h 189667"/>
                <a:gd name="connsiteX3" fmla="*/ 96262 w 96262"/>
                <a:gd name="connsiteY3" fmla="*/ 96264 h 189667"/>
                <a:gd name="connsiteX4" fmla="*/ 0 w 96262"/>
                <a:gd name="connsiteY4" fmla="*/ 0 h 189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62" h="189667">
                  <a:moveTo>
                    <a:pt x="0" y="0"/>
                  </a:moveTo>
                  <a:lnTo>
                    <a:pt x="0" y="96264"/>
                  </a:lnTo>
                  <a:lnTo>
                    <a:pt x="23289" y="189668"/>
                  </a:lnTo>
                  <a:cubicBezTo>
                    <a:pt x="66925" y="178784"/>
                    <a:pt x="96262" y="141243"/>
                    <a:pt x="96262" y="96264"/>
                  </a:cubicBezTo>
                  <a:cubicBezTo>
                    <a:pt x="96262" y="43099"/>
                    <a:pt x="53161" y="0"/>
                    <a:pt x="0" y="0"/>
                  </a:cubicBezTo>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7" name="Freeform: Shape 26">
              <a:extLst>
                <a:ext uri="{FF2B5EF4-FFF2-40B4-BE49-F238E27FC236}">
                  <a16:creationId xmlns:a16="http://schemas.microsoft.com/office/drawing/2014/main" id="{0F28D1CE-48DE-46D8-A28D-96652CDFAD8E}"/>
                </a:ext>
              </a:extLst>
            </p:cNvPr>
            <p:cNvSpPr/>
            <p:nvPr/>
          </p:nvSpPr>
          <p:spPr bwMode="gray">
            <a:xfrm>
              <a:off x="1466514" y="1134529"/>
              <a:ext cx="85053" cy="28989"/>
            </a:xfrm>
            <a:custGeom>
              <a:avLst/>
              <a:gdLst>
                <a:gd name="connsiteX0" fmla="*/ 0 w 59042"/>
                <a:gd name="connsiteY0" fmla="*/ 20124 h 20124"/>
                <a:gd name="connsiteX1" fmla="*/ 59043 w 59042"/>
                <a:gd name="connsiteY1" fmla="*/ 20124 h 20124"/>
                <a:gd name="connsiteX2" fmla="*/ 59043 w 59042"/>
                <a:gd name="connsiteY2" fmla="*/ 0 h 20124"/>
                <a:gd name="connsiteX3" fmla="*/ 0 w 59042"/>
                <a:gd name="connsiteY3" fmla="*/ 0 h 20124"/>
                <a:gd name="connsiteX4" fmla="*/ 0 w 59042"/>
                <a:gd name="connsiteY4" fmla="*/ 20124 h 20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2" h="20124">
                  <a:moveTo>
                    <a:pt x="0" y="20124"/>
                  </a:moveTo>
                  <a:lnTo>
                    <a:pt x="59043" y="20124"/>
                  </a:lnTo>
                  <a:lnTo>
                    <a:pt x="59043" y="0"/>
                  </a:lnTo>
                  <a:lnTo>
                    <a:pt x="0" y="0"/>
                  </a:lnTo>
                  <a:lnTo>
                    <a:pt x="0" y="20124"/>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Shape 27">
              <a:extLst>
                <a:ext uri="{FF2B5EF4-FFF2-40B4-BE49-F238E27FC236}">
                  <a16:creationId xmlns:a16="http://schemas.microsoft.com/office/drawing/2014/main" id="{ACC5D20B-0CCB-4F03-A822-D69748700093}"/>
                </a:ext>
              </a:extLst>
            </p:cNvPr>
            <p:cNvSpPr/>
            <p:nvPr/>
          </p:nvSpPr>
          <p:spPr bwMode="gray">
            <a:xfrm>
              <a:off x="1471711" y="950168"/>
              <a:ext cx="85053" cy="28982"/>
            </a:xfrm>
            <a:custGeom>
              <a:avLst/>
              <a:gdLst>
                <a:gd name="connsiteX0" fmla="*/ 0 w 59042"/>
                <a:gd name="connsiteY0" fmla="*/ 20120 h 20119"/>
                <a:gd name="connsiteX1" fmla="*/ 59043 w 59042"/>
                <a:gd name="connsiteY1" fmla="*/ 20120 h 20119"/>
                <a:gd name="connsiteX2" fmla="*/ 59043 w 59042"/>
                <a:gd name="connsiteY2" fmla="*/ 0 h 20119"/>
                <a:gd name="connsiteX3" fmla="*/ 0 w 59042"/>
                <a:gd name="connsiteY3" fmla="*/ 0 h 20119"/>
                <a:gd name="connsiteX4" fmla="*/ 0 w 59042"/>
                <a:gd name="connsiteY4" fmla="*/ 20120 h 20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2" h="20119">
                  <a:moveTo>
                    <a:pt x="0" y="20120"/>
                  </a:moveTo>
                  <a:lnTo>
                    <a:pt x="59043" y="20120"/>
                  </a:lnTo>
                  <a:lnTo>
                    <a:pt x="59043" y="0"/>
                  </a:lnTo>
                  <a:lnTo>
                    <a:pt x="0" y="0"/>
                  </a:lnTo>
                  <a:lnTo>
                    <a:pt x="0" y="20120"/>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29" name="Freeform: Shape 28">
              <a:extLst>
                <a:ext uri="{FF2B5EF4-FFF2-40B4-BE49-F238E27FC236}">
                  <a16:creationId xmlns:a16="http://schemas.microsoft.com/office/drawing/2014/main" id="{4D203723-9C13-4815-BF96-4CE4ADCADBC0}"/>
                </a:ext>
              </a:extLst>
            </p:cNvPr>
            <p:cNvSpPr/>
            <p:nvPr/>
          </p:nvSpPr>
          <p:spPr bwMode="gray">
            <a:xfrm>
              <a:off x="1596779" y="856266"/>
              <a:ext cx="85053" cy="28949"/>
            </a:xfrm>
            <a:custGeom>
              <a:avLst/>
              <a:gdLst>
                <a:gd name="connsiteX0" fmla="*/ 0 w 59042"/>
                <a:gd name="connsiteY0" fmla="*/ 20096 h 20096"/>
                <a:gd name="connsiteX1" fmla="*/ 59043 w 59042"/>
                <a:gd name="connsiteY1" fmla="*/ 20096 h 20096"/>
                <a:gd name="connsiteX2" fmla="*/ 59043 w 59042"/>
                <a:gd name="connsiteY2" fmla="*/ 0 h 20096"/>
                <a:gd name="connsiteX3" fmla="*/ 0 w 59042"/>
                <a:gd name="connsiteY3" fmla="*/ 0 h 20096"/>
                <a:gd name="connsiteX4" fmla="*/ 0 w 59042"/>
                <a:gd name="connsiteY4" fmla="*/ 20096 h 20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2" h="20096">
                  <a:moveTo>
                    <a:pt x="0" y="20096"/>
                  </a:moveTo>
                  <a:lnTo>
                    <a:pt x="59043" y="20096"/>
                  </a:lnTo>
                  <a:lnTo>
                    <a:pt x="59043" y="0"/>
                  </a:lnTo>
                  <a:lnTo>
                    <a:pt x="0" y="0"/>
                  </a:lnTo>
                  <a:lnTo>
                    <a:pt x="0" y="20096"/>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0" name="Freeform: Shape 29">
              <a:extLst>
                <a:ext uri="{FF2B5EF4-FFF2-40B4-BE49-F238E27FC236}">
                  <a16:creationId xmlns:a16="http://schemas.microsoft.com/office/drawing/2014/main" id="{49A1D7AA-04E4-4016-9F94-EFB71723C803}"/>
                </a:ext>
              </a:extLst>
            </p:cNvPr>
            <p:cNvSpPr/>
            <p:nvPr/>
          </p:nvSpPr>
          <p:spPr bwMode="gray">
            <a:xfrm>
              <a:off x="1842371" y="917307"/>
              <a:ext cx="85060" cy="28969"/>
            </a:xfrm>
            <a:custGeom>
              <a:avLst/>
              <a:gdLst>
                <a:gd name="connsiteX0" fmla="*/ 0 w 59047"/>
                <a:gd name="connsiteY0" fmla="*/ 20110 h 20110"/>
                <a:gd name="connsiteX1" fmla="*/ 59048 w 59047"/>
                <a:gd name="connsiteY1" fmla="*/ 20110 h 20110"/>
                <a:gd name="connsiteX2" fmla="*/ 59048 w 59047"/>
                <a:gd name="connsiteY2" fmla="*/ 0 h 20110"/>
                <a:gd name="connsiteX3" fmla="*/ 0 w 59047"/>
                <a:gd name="connsiteY3" fmla="*/ 0 h 20110"/>
                <a:gd name="connsiteX4" fmla="*/ 0 w 59047"/>
                <a:gd name="connsiteY4" fmla="*/ 20110 h 20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7" h="20110">
                  <a:moveTo>
                    <a:pt x="0" y="20110"/>
                  </a:moveTo>
                  <a:lnTo>
                    <a:pt x="59048" y="20110"/>
                  </a:lnTo>
                  <a:lnTo>
                    <a:pt x="59048" y="0"/>
                  </a:lnTo>
                  <a:lnTo>
                    <a:pt x="0" y="0"/>
                  </a:lnTo>
                  <a:lnTo>
                    <a:pt x="0" y="20110"/>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Shape 30">
              <a:extLst>
                <a:ext uri="{FF2B5EF4-FFF2-40B4-BE49-F238E27FC236}">
                  <a16:creationId xmlns:a16="http://schemas.microsoft.com/office/drawing/2014/main" id="{65B22C23-D1B1-4308-B863-D3A8F26E3994}"/>
                </a:ext>
              </a:extLst>
            </p:cNvPr>
            <p:cNvSpPr/>
            <p:nvPr/>
          </p:nvSpPr>
          <p:spPr bwMode="gray">
            <a:xfrm>
              <a:off x="1602954" y="1235599"/>
              <a:ext cx="45349" cy="271782"/>
            </a:xfrm>
            <a:custGeom>
              <a:avLst/>
              <a:gdLst>
                <a:gd name="connsiteX0" fmla="*/ 0 w 31481"/>
                <a:gd name="connsiteY0" fmla="*/ 188668 h 188667"/>
                <a:gd name="connsiteX1" fmla="*/ 31482 w 31481"/>
                <a:gd name="connsiteY1" fmla="*/ 188668 h 188667"/>
                <a:gd name="connsiteX2" fmla="*/ 31482 w 31481"/>
                <a:gd name="connsiteY2" fmla="*/ 0 h 188667"/>
                <a:gd name="connsiteX3" fmla="*/ 0 w 31481"/>
                <a:gd name="connsiteY3" fmla="*/ 0 h 188667"/>
                <a:gd name="connsiteX4" fmla="*/ 0 w 31481"/>
                <a:gd name="connsiteY4" fmla="*/ 188668 h 18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81" h="188667">
                  <a:moveTo>
                    <a:pt x="0" y="188668"/>
                  </a:moveTo>
                  <a:lnTo>
                    <a:pt x="31482" y="188668"/>
                  </a:lnTo>
                  <a:lnTo>
                    <a:pt x="31482" y="0"/>
                  </a:lnTo>
                  <a:lnTo>
                    <a:pt x="0" y="0"/>
                  </a:lnTo>
                  <a:lnTo>
                    <a:pt x="0" y="188668"/>
                  </a:lnTo>
                  <a:close/>
                </a:path>
              </a:pathLst>
            </a:custGeom>
            <a:solidFill>
              <a:srgbClr val="B3B3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Freeform: Shape 31">
              <a:extLst>
                <a:ext uri="{FF2B5EF4-FFF2-40B4-BE49-F238E27FC236}">
                  <a16:creationId xmlns:a16="http://schemas.microsoft.com/office/drawing/2014/main" id="{DD2F9AE0-3362-4B1A-A2CA-A8640BF02FBD}"/>
                </a:ext>
              </a:extLst>
            </p:cNvPr>
            <p:cNvSpPr/>
            <p:nvPr/>
          </p:nvSpPr>
          <p:spPr bwMode="gray">
            <a:xfrm>
              <a:off x="1552546" y="1303535"/>
              <a:ext cx="45364" cy="203848"/>
            </a:xfrm>
            <a:custGeom>
              <a:avLst/>
              <a:gdLst>
                <a:gd name="connsiteX0" fmla="*/ 0 w 31491"/>
                <a:gd name="connsiteY0" fmla="*/ 141508 h 141508"/>
                <a:gd name="connsiteX1" fmla="*/ 31491 w 31491"/>
                <a:gd name="connsiteY1" fmla="*/ 141508 h 141508"/>
                <a:gd name="connsiteX2" fmla="*/ 31491 w 31491"/>
                <a:gd name="connsiteY2" fmla="*/ 0 h 141508"/>
                <a:gd name="connsiteX3" fmla="*/ 0 w 31491"/>
                <a:gd name="connsiteY3" fmla="*/ 0 h 141508"/>
                <a:gd name="connsiteX4" fmla="*/ 0 w 31491"/>
                <a:gd name="connsiteY4" fmla="*/ 141508 h 141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 h="141508">
                  <a:moveTo>
                    <a:pt x="0" y="141508"/>
                  </a:moveTo>
                  <a:lnTo>
                    <a:pt x="31491" y="141508"/>
                  </a:lnTo>
                  <a:lnTo>
                    <a:pt x="31491" y="0"/>
                  </a:lnTo>
                  <a:lnTo>
                    <a:pt x="0" y="0"/>
                  </a:lnTo>
                  <a:lnTo>
                    <a:pt x="0" y="141508"/>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3" name="Freeform: Shape 32">
              <a:extLst>
                <a:ext uri="{FF2B5EF4-FFF2-40B4-BE49-F238E27FC236}">
                  <a16:creationId xmlns:a16="http://schemas.microsoft.com/office/drawing/2014/main" id="{29F92198-B1C8-49C7-A80E-15794CB68AA7}"/>
                </a:ext>
              </a:extLst>
            </p:cNvPr>
            <p:cNvSpPr/>
            <p:nvPr/>
          </p:nvSpPr>
          <p:spPr bwMode="gray">
            <a:xfrm>
              <a:off x="1502155" y="1371491"/>
              <a:ext cx="45349" cy="135890"/>
            </a:xfrm>
            <a:custGeom>
              <a:avLst/>
              <a:gdLst>
                <a:gd name="connsiteX0" fmla="*/ 0 w 31481"/>
                <a:gd name="connsiteY0" fmla="*/ 94334 h 94333"/>
                <a:gd name="connsiteX1" fmla="*/ 31482 w 31481"/>
                <a:gd name="connsiteY1" fmla="*/ 94334 h 94333"/>
                <a:gd name="connsiteX2" fmla="*/ 31482 w 31481"/>
                <a:gd name="connsiteY2" fmla="*/ 0 h 94333"/>
                <a:gd name="connsiteX3" fmla="*/ 0 w 31481"/>
                <a:gd name="connsiteY3" fmla="*/ 0 h 94333"/>
                <a:gd name="connsiteX4" fmla="*/ 0 w 31481"/>
                <a:gd name="connsiteY4" fmla="*/ 94334 h 9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81" h="94333">
                  <a:moveTo>
                    <a:pt x="0" y="94334"/>
                  </a:moveTo>
                  <a:lnTo>
                    <a:pt x="31482" y="94334"/>
                  </a:lnTo>
                  <a:lnTo>
                    <a:pt x="31482" y="0"/>
                  </a:lnTo>
                  <a:lnTo>
                    <a:pt x="0" y="0"/>
                  </a:lnTo>
                  <a:lnTo>
                    <a:pt x="0" y="94334"/>
                  </a:ln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Freeform: Shape 33">
              <a:extLst>
                <a:ext uri="{FF2B5EF4-FFF2-40B4-BE49-F238E27FC236}">
                  <a16:creationId xmlns:a16="http://schemas.microsoft.com/office/drawing/2014/main" id="{DC076BBB-6456-40D9-B723-14C5549974FD}"/>
                </a:ext>
              </a:extLst>
            </p:cNvPr>
            <p:cNvSpPr/>
            <p:nvPr/>
          </p:nvSpPr>
          <p:spPr bwMode="gray">
            <a:xfrm>
              <a:off x="1451747" y="1439447"/>
              <a:ext cx="45370" cy="67934"/>
            </a:xfrm>
            <a:custGeom>
              <a:avLst/>
              <a:gdLst>
                <a:gd name="connsiteX0" fmla="*/ 0 w 31495"/>
                <a:gd name="connsiteY0" fmla="*/ 47160 h 47159"/>
                <a:gd name="connsiteX1" fmla="*/ 31496 w 31495"/>
                <a:gd name="connsiteY1" fmla="*/ 47160 h 47159"/>
                <a:gd name="connsiteX2" fmla="*/ 31496 w 31495"/>
                <a:gd name="connsiteY2" fmla="*/ 0 h 47159"/>
                <a:gd name="connsiteX3" fmla="*/ 0 w 31495"/>
                <a:gd name="connsiteY3" fmla="*/ 0 h 47159"/>
                <a:gd name="connsiteX4" fmla="*/ 0 w 31495"/>
                <a:gd name="connsiteY4" fmla="*/ 47160 h 47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5" h="47159">
                  <a:moveTo>
                    <a:pt x="0" y="47160"/>
                  </a:moveTo>
                  <a:lnTo>
                    <a:pt x="31496" y="47160"/>
                  </a:lnTo>
                  <a:lnTo>
                    <a:pt x="31496" y="0"/>
                  </a:lnTo>
                  <a:lnTo>
                    <a:pt x="0" y="0"/>
                  </a:lnTo>
                  <a:lnTo>
                    <a:pt x="0" y="47160"/>
                  </a:ln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Shape 34">
              <a:extLst>
                <a:ext uri="{FF2B5EF4-FFF2-40B4-BE49-F238E27FC236}">
                  <a16:creationId xmlns:a16="http://schemas.microsoft.com/office/drawing/2014/main" id="{E91E08A5-A30E-4FB2-8C80-0D401F5574E4}"/>
                </a:ext>
              </a:extLst>
            </p:cNvPr>
            <p:cNvSpPr>
              <a:spLocks/>
            </p:cNvSpPr>
            <p:nvPr/>
          </p:nvSpPr>
          <p:spPr bwMode="gray">
            <a:xfrm>
              <a:off x="1689278" y="1305304"/>
              <a:ext cx="252895" cy="6263"/>
            </a:xfrm>
            <a:custGeom>
              <a:avLst/>
              <a:gdLst>
                <a:gd name="connsiteX0" fmla="*/ 0 w 175556"/>
                <a:gd name="connsiteY0" fmla="*/ 4349 h 4348"/>
                <a:gd name="connsiteX1" fmla="*/ 175557 w 175556"/>
                <a:gd name="connsiteY1" fmla="*/ 4349 h 4348"/>
                <a:gd name="connsiteX2" fmla="*/ 175557 w 175556"/>
                <a:gd name="connsiteY2" fmla="*/ 0 h 4348"/>
                <a:gd name="connsiteX3" fmla="*/ 0 w 175556"/>
                <a:gd name="connsiteY3" fmla="*/ 0 h 4348"/>
                <a:gd name="connsiteX4" fmla="*/ 0 w 175556"/>
                <a:gd name="connsiteY4" fmla="*/ 4349 h 4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48">
                  <a:moveTo>
                    <a:pt x="0" y="4349"/>
                  </a:moveTo>
                  <a:lnTo>
                    <a:pt x="175557" y="4349"/>
                  </a:lnTo>
                  <a:lnTo>
                    <a:pt x="175557" y="0"/>
                  </a:lnTo>
                  <a:lnTo>
                    <a:pt x="0" y="0"/>
                  </a:lnTo>
                  <a:lnTo>
                    <a:pt x="0" y="4349"/>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Freeform: Shape 35">
              <a:extLst>
                <a:ext uri="{FF2B5EF4-FFF2-40B4-BE49-F238E27FC236}">
                  <a16:creationId xmlns:a16="http://schemas.microsoft.com/office/drawing/2014/main" id="{B4EBCCE2-6608-43DC-ABE7-30510F13B56E}"/>
                </a:ext>
              </a:extLst>
            </p:cNvPr>
            <p:cNvSpPr>
              <a:spLocks/>
            </p:cNvSpPr>
            <p:nvPr/>
          </p:nvSpPr>
          <p:spPr bwMode="gray">
            <a:xfrm>
              <a:off x="1689278" y="1327151"/>
              <a:ext cx="252895" cy="6263"/>
            </a:xfrm>
            <a:custGeom>
              <a:avLst/>
              <a:gdLst>
                <a:gd name="connsiteX0" fmla="*/ 0 w 175556"/>
                <a:gd name="connsiteY0" fmla="*/ 4330 h 4329"/>
                <a:gd name="connsiteX1" fmla="*/ 175557 w 175556"/>
                <a:gd name="connsiteY1" fmla="*/ 4330 h 4329"/>
                <a:gd name="connsiteX2" fmla="*/ 175557 w 175556"/>
                <a:gd name="connsiteY2" fmla="*/ 0 h 4329"/>
                <a:gd name="connsiteX3" fmla="*/ 0 w 175556"/>
                <a:gd name="connsiteY3" fmla="*/ 0 h 4329"/>
                <a:gd name="connsiteX4" fmla="*/ 0 w 175556"/>
                <a:gd name="connsiteY4" fmla="*/ 4330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29">
                  <a:moveTo>
                    <a:pt x="0" y="4330"/>
                  </a:moveTo>
                  <a:lnTo>
                    <a:pt x="175557" y="4330"/>
                  </a:lnTo>
                  <a:lnTo>
                    <a:pt x="175557" y="0"/>
                  </a:lnTo>
                  <a:lnTo>
                    <a:pt x="0" y="0"/>
                  </a:lnTo>
                  <a:lnTo>
                    <a:pt x="0" y="4330"/>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7" name="Freeform: Shape 36">
              <a:extLst>
                <a:ext uri="{FF2B5EF4-FFF2-40B4-BE49-F238E27FC236}">
                  <a16:creationId xmlns:a16="http://schemas.microsoft.com/office/drawing/2014/main" id="{E929C8C9-CCCC-4260-A518-23E03E40D83B}"/>
                </a:ext>
              </a:extLst>
            </p:cNvPr>
            <p:cNvSpPr>
              <a:spLocks/>
            </p:cNvSpPr>
            <p:nvPr/>
          </p:nvSpPr>
          <p:spPr bwMode="gray">
            <a:xfrm>
              <a:off x="1689278" y="1348998"/>
              <a:ext cx="252895" cy="6263"/>
            </a:xfrm>
            <a:custGeom>
              <a:avLst/>
              <a:gdLst>
                <a:gd name="connsiteX0" fmla="*/ 0 w 175556"/>
                <a:gd name="connsiteY0" fmla="*/ 4321 h 4320"/>
                <a:gd name="connsiteX1" fmla="*/ 175557 w 175556"/>
                <a:gd name="connsiteY1" fmla="*/ 4321 h 4320"/>
                <a:gd name="connsiteX2" fmla="*/ 175557 w 175556"/>
                <a:gd name="connsiteY2" fmla="*/ 0 h 4320"/>
                <a:gd name="connsiteX3" fmla="*/ 0 w 175556"/>
                <a:gd name="connsiteY3" fmla="*/ 0 h 4320"/>
                <a:gd name="connsiteX4" fmla="*/ 0 w 175556"/>
                <a:gd name="connsiteY4" fmla="*/ 4321 h 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20">
                  <a:moveTo>
                    <a:pt x="0" y="4321"/>
                  </a:moveTo>
                  <a:lnTo>
                    <a:pt x="175557" y="4321"/>
                  </a:lnTo>
                  <a:lnTo>
                    <a:pt x="175557" y="0"/>
                  </a:lnTo>
                  <a:lnTo>
                    <a:pt x="0" y="0"/>
                  </a:lnTo>
                  <a:lnTo>
                    <a:pt x="0" y="4321"/>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8" name="Freeform: Shape 37">
              <a:extLst>
                <a:ext uri="{FF2B5EF4-FFF2-40B4-BE49-F238E27FC236}">
                  <a16:creationId xmlns:a16="http://schemas.microsoft.com/office/drawing/2014/main" id="{8FA2798B-EE60-4409-848A-6EA237C01020}"/>
                </a:ext>
              </a:extLst>
            </p:cNvPr>
            <p:cNvSpPr>
              <a:spLocks/>
            </p:cNvSpPr>
            <p:nvPr/>
          </p:nvSpPr>
          <p:spPr bwMode="gray">
            <a:xfrm>
              <a:off x="1689278" y="1370845"/>
              <a:ext cx="252895" cy="6263"/>
            </a:xfrm>
            <a:custGeom>
              <a:avLst/>
              <a:gdLst>
                <a:gd name="connsiteX0" fmla="*/ 0 w 175556"/>
                <a:gd name="connsiteY0" fmla="*/ 4335 h 4334"/>
                <a:gd name="connsiteX1" fmla="*/ 175557 w 175556"/>
                <a:gd name="connsiteY1" fmla="*/ 4335 h 4334"/>
                <a:gd name="connsiteX2" fmla="*/ 175557 w 175556"/>
                <a:gd name="connsiteY2" fmla="*/ 0 h 4334"/>
                <a:gd name="connsiteX3" fmla="*/ 0 w 175556"/>
                <a:gd name="connsiteY3" fmla="*/ 0 h 4334"/>
                <a:gd name="connsiteX4" fmla="*/ 0 w 175556"/>
                <a:gd name="connsiteY4" fmla="*/ 4335 h 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34">
                  <a:moveTo>
                    <a:pt x="0" y="4335"/>
                  </a:moveTo>
                  <a:lnTo>
                    <a:pt x="175557" y="4335"/>
                  </a:lnTo>
                  <a:lnTo>
                    <a:pt x="175557" y="0"/>
                  </a:lnTo>
                  <a:lnTo>
                    <a:pt x="0" y="0"/>
                  </a:lnTo>
                  <a:lnTo>
                    <a:pt x="0" y="4335"/>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Shape 38">
              <a:extLst>
                <a:ext uri="{FF2B5EF4-FFF2-40B4-BE49-F238E27FC236}">
                  <a16:creationId xmlns:a16="http://schemas.microsoft.com/office/drawing/2014/main" id="{558B572E-E252-4AF0-95B5-5E03D04DDBDB}"/>
                </a:ext>
              </a:extLst>
            </p:cNvPr>
            <p:cNvSpPr>
              <a:spLocks/>
            </p:cNvSpPr>
            <p:nvPr/>
          </p:nvSpPr>
          <p:spPr bwMode="gray">
            <a:xfrm>
              <a:off x="1689278" y="1392692"/>
              <a:ext cx="252895" cy="6263"/>
            </a:xfrm>
            <a:custGeom>
              <a:avLst/>
              <a:gdLst>
                <a:gd name="connsiteX0" fmla="*/ 0 w 175556"/>
                <a:gd name="connsiteY0" fmla="*/ 4335 h 4334"/>
                <a:gd name="connsiteX1" fmla="*/ 175557 w 175556"/>
                <a:gd name="connsiteY1" fmla="*/ 4335 h 4334"/>
                <a:gd name="connsiteX2" fmla="*/ 175557 w 175556"/>
                <a:gd name="connsiteY2" fmla="*/ 0 h 4334"/>
                <a:gd name="connsiteX3" fmla="*/ 0 w 175556"/>
                <a:gd name="connsiteY3" fmla="*/ 0 h 4334"/>
                <a:gd name="connsiteX4" fmla="*/ 0 w 175556"/>
                <a:gd name="connsiteY4" fmla="*/ 4335 h 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34">
                  <a:moveTo>
                    <a:pt x="0" y="4335"/>
                  </a:moveTo>
                  <a:lnTo>
                    <a:pt x="175557" y="4335"/>
                  </a:lnTo>
                  <a:lnTo>
                    <a:pt x="175557" y="0"/>
                  </a:lnTo>
                  <a:lnTo>
                    <a:pt x="0" y="0"/>
                  </a:lnTo>
                  <a:lnTo>
                    <a:pt x="0" y="4335"/>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0" name="Freeform: Shape 39">
              <a:extLst>
                <a:ext uri="{FF2B5EF4-FFF2-40B4-BE49-F238E27FC236}">
                  <a16:creationId xmlns:a16="http://schemas.microsoft.com/office/drawing/2014/main" id="{CD13EF93-511E-4C09-8459-B62963915840}"/>
                </a:ext>
              </a:extLst>
            </p:cNvPr>
            <p:cNvSpPr>
              <a:spLocks/>
            </p:cNvSpPr>
            <p:nvPr/>
          </p:nvSpPr>
          <p:spPr bwMode="gray">
            <a:xfrm>
              <a:off x="1689278" y="1414539"/>
              <a:ext cx="252895" cy="6263"/>
            </a:xfrm>
            <a:custGeom>
              <a:avLst/>
              <a:gdLst>
                <a:gd name="connsiteX0" fmla="*/ 0 w 175556"/>
                <a:gd name="connsiteY0" fmla="*/ 4344 h 4343"/>
                <a:gd name="connsiteX1" fmla="*/ 175557 w 175556"/>
                <a:gd name="connsiteY1" fmla="*/ 4344 h 4343"/>
                <a:gd name="connsiteX2" fmla="*/ 175557 w 175556"/>
                <a:gd name="connsiteY2" fmla="*/ 0 h 4343"/>
                <a:gd name="connsiteX3" fmla="*/ 0 w 175556"/>
                <a:gd name="connsiteY3" fmla="*/ 0 h 4343"/>
                <a:gd name="connsiteX4" fmla="*/ 0 w 175556"/>
                <a:gd name="connsiteY4" fmla="*/ 4344 h 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43">
                  <a:moveTo>
                    <a:pt x="0" y="4344"/>
                  </a:moveTo>
                  <a:lnTo>
                    <a:pt x="175557" y="4344"/>
                  </a:lnTo>
                  <a:lnTo>
                    <a:pt x="175557" y="0"/>
                  </a:lnTo>
                  <a:lnTo>
                    <a:pt x="0" y="0"/>
                  </a:lnTo>
                  <a:lnTo>
                    <a:pt x="0" y="4344"/>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1" name="Freeform: Shape 40">
              <a:extLst>
                <a:ext uri="{FF2B5EF4-FFF2-40B4-BE49-F238E27FC236}">
                  <a16:creationId xmlns:a16="http://schemas.microsoft.com/office/drawing/2014/main" id="{8FA46BF7-7D8F-424A-B9F8-87E3682D3A18}"/>
                </a:ext>
              </a:extLst>
            </p:cNvPr>
            <p:cNvSpPr>
              <a:spLocks/>
            </p:cNvSpPr>
            <p:nvPr/>
          </p:nvSpPr>
          <p:spPr bwMode="gray">
            <a:xfrm>
              <a:off x="1689278" y="1436387"/>
              <a:ext cx="252895" cy="6263"/>
            </a:xfrm>
            <a:custGeom>
              <a:avLst/>
              <a:gdLst>
                <a:gd name="connsiteX0" fmla="*/ 0 w 175556"/>
                <a:gd name="connsiteY0" fmla="*/ 4335 h 4334"/>
                <a:gd name="connsiteX1" fmla="*/ 175557 w 175556"/>
                <a:gd name="connsiteY1" fmla="*/ 4335 h 4334"/>
                <a:gd name="connsiteX2" fmla="*/ 175557 w 175556"/>
                <a:gd name="connsiteY2" fmla="*/ 0 h 4334"/>
                <a:gd name="connsiteX3" fmla="*/ 0 w 175556"/>
                <a:gd name="connsiteY3" fmla="*/ 0 h 4334"/>
                <a:gd name="connsiteX4" fmla="*/ 0 w 175556"/>
                <a:gd name="connsiteY4" fmla="*/ 4335 h 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34">
                  <a:moveTo>
                    <a:pt x="0" y="4335"/>
                  </a:moveTo>
                  <a:lnTo>
                    <a:pt x="175557" y="4335"/>
                  </a:lnTo>
                  <a:lnTo>
                    <a:pt x="175557" y="0"/>
                  </a:lnTo>
                  <a:lnTo>
                    <a:pt x="0" y="0"/>
                  </a:lnTo>
                  <a:lnTo>
                    <a:pt x="0" y="4335"/>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Freeform: Shape 41">
              <a:extLst>
                <a:ext uri="{FF2B5EF4-FFF2-40B4-BE49-F238E27FC236}">
                  <a16:creationId xmlns:a16="http://schemas.microsoft.com/office/drawing/2014/main" id="{721F4041-1A3F-443E-A0E4-800AFE071828}"/>
                </a:ext>
              </a:extLst>
            </p:cNvPr>
            <p:cNvSpPr>
              <a:spLocks/>
            </p:cNvSpPr>
            <p:nvPr/>
          </p:nvSpPr>
          <p:spPr bwMode="gray">
            <a:xfrm>
              <a:off x="1689278" y="1458234"/>
              <a:ext cx="252895" cy="6263"/>
            </a:xfrm>
            <a:custGeom>
              <a:avLst/>
              <a:gdLst>
                <a:gd name="connsiteX0" fmla="*/ 0 w 175556"/>
                <a:gd name="connsiteY0" fmla="*/ 4330 h 4329"/>
                <a:gd name="connsiteX1" fmla="*/ 175557 w 175556"/>
                <a:gd name="connsiteY1" fmla="*/ 4330 h 4329"/>
                <a:gd name="connsiteX2" fmla="*/ 175557 w 175556"/>
                <a:gd name="connsiteY2" fmla="*/ 0 h 4329"/>
                <a:gd name="connsiteX3" fmla="*/ 0 w 175556"/>
                <a:gd name="connsiteY3" fmla="*/ 0 h 4329"/>
                <a:gd name="connsiteX4" fmla="*/ 0 w 175556"/>
                <a:gd name="connsiteY4" fmla="*/ 4330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29">
                  <a:moveTo>
                    <a:pt x="0" y="4330"/>
                  </a:moveTo>
                  <a:lnTo>
                    <a:pt x="175557" y="4330"/>
                  </a:lnTo>
                  <a:lnTo>
                    <a:pt x="175557" y="0"/>
                  </a:lnTo>
                  <a:lnTo>
                    <a:pt x="0" y="0"/>
                  </a:lnTo>
                  <a:lnTo>
                    <a:pt x="0" y="4330"/>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3" name="Freeform: Shape 42">
              <a:extLst>
                <a:ext uri="{FF2B5EF4-FFF2-40B4-BE49-F238E27FC236}">
                  <a16:creationId xmlns:a16="http://schemas.microsoft.com/office/drawing/2014/main" id="{8259A3A1-2C8A-4C05-8C51-6747F611ACB1}"/>
                </a:ext>
              </a:extLst>
            </p:cNvPr>
            <p:cNvSpPr>
              <a:spLocks/>
            </p:cNvSpPr>
            <p:nvPr/>
          </p:nvSpPr>
          <p:spPr bwMode="gray">
            <a:xfrm>
              <a:off x="1689278" y="1480081"/>
              <a:ext cx="252895" cy="6263"/>
            </a:xfrm>
            <a:custGeom>
              <a:avLst/>
              <a:gdLst>
                <a:gd name="connsiteX0" fmla="*/ 0 w 175556"/>
                <a:gd name="connsiteY0" fmla="*/ 4335 h 4334"/>
                <a:gd name="connsiteX1" fmla="*/ 175557 w 175556"/>
                <a:gd name="connsiteY1" fmla="*/ 4335 h 4334"/>
                <a:gd name="connsiteX2" fmla="*/ 175557 w 175556"/>
                <a:gd name="connsiteY2" fmla="*/ 0 h 4334"/>
                <a:gd name="connsiteX3" fmla="*/ 0 w 175556"/>
                <a:gd name="connsiteY3" fmla="*/ 0 h 4334"/>
                <a:gd name="connsiteX4" fmla="*/ 0 w 175556"/>
                <a:gd name="connsiteY4" fmla="*/ 4335 h 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34">
                  <a:moveTo>
                    <a:pt x="0" y="4335"/>
                  </a:moveTo>
                  <a:lnTo>
                    <a:pt x="175557" y="4335"/>
                  </a:lnTo>
                  <a:lnTo>
                    <a:pt x="175557" y="0"/>
                  </a:lnTo>
                  <a:lnTo>
                    <a:pt x="0" y="0"/>
                  </a:lnTo>
                  <a:lnTo>
                    <a:pt x="0" y="4335"/>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Freeform: Shape 43">
              <a:extLst>
                <a:ext uri="{FF2B5EF4-FFF2-40B4-BE49-F238E27FC236}">
                  <a16:creationId xmlns:a16="http://schemas.microsoft.com/office/drawing/2014/main" id="{A793D8E7-F981-45C6-8289-13300AB5EF8A}"/>
                </a:ext>
              </a:extLst>
            </p:cNvPr>
            <p:cNvSpPr>
              <a:spLocks/>
            </p:cNvSpPr>
            <p:nvPr/>
          </p:nvSpPr>
          <p:spPr bwMode="gray">
            <a:xfrm>
              <a:off x="1689278" y="1501929"/>
              <a:ext cx="252895" cy="6263"/>
            </a:xfrm>
            <a:custGeom>
              <a:avLst/>
              <a:gdLst>
                <a:gd name="connsiteX0" fmla="*/ 0 w 175556"/>
                <a:gd name="connsiteY0" fmla="*/ 4335 h 4334"/>
                <a:gd name="connsiteX1" fmla="*/ 175557 w 175556"/>
                <a:gd name="connsiteY1" fmla="*/ 4335 h 4334"/>
                <a:gd name="connsiteX2" fmla="*/ 175557 w 175556"/>
                <a:gd name="connsiteY2" fmla="*/ 0 h 4334"/>
                <a:gd name="connsiteX3" fmla="*/ 0 w 175556"/>
                <a:gd name="connsiteY3" fmla="*/ 0 h 4334"/>
                <a:gd name="connsiteX4" fmla="*/ 0 w 175556"/>
                <a:gd name="connsiteY4" fmla="*/ 4335 h 4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56" h="4334">
                  <a:moveTo>
                    <a:pt x="0" y="4335"/>
                  </a:moveTo>
                  <a:lnTo>
                    <a:pt x="175557" y="4335"/>
                  </a:lnTo>
                  <a:lnTo>
                    <a:pt x="175557" y="0"/>
                  </a:lnTo>
                  <a:lnTo>
                    <a:pt x="0" y="0"/>
                  </a:lnTo>
                  <a:lnTo>
                    <a:pt x="0" y="4335"/>
                  </a:lnTo>
                  <a:close/>
                </a:path>
              </a:pathLst>
            </a:custGeom>
            <a:solidFill>
              <a:schemeClr val="accent1"/>
            </a:solidFill>
            <a:ln w="9525" cap="flat">
              <a:noFill/>
              <a:prstDash val="solid"/>
              <a:miter/>
            </a:ln>
          </p:spPr>
          <p:txBody>
            <a:bodyPr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Shape 44">
              <a:extLst>
                <a:ext uri="{FF2B5EF4-FFF2-40B4-BE49-F238E27FC236}">
                  <a16:creationId xmlns:a16="http://schemas.microsoft.com/office/drawing/2014/main" id="{889C38FC-1BA4-41A0-B123-95C63BA9B0FC}"/>
                </a:ext>
              </a:extLst>
            </p:cNvPr>
            <p:cNvSpPr/>
            <p:nvPr/>
          </p:nvSpPr>
          <p:spPr bwMode="gray">
            <a:xfrm>
              <a:off x="2100619" y="771486"/>
              <a:ext cx="322635" cy="449865"/>
            </a:xfrm>
            <a:custGeom>
              <a:avLst/>
              <a:gdLst>
                <a:gd name="connsiteX0" fmla="*/ 223968 w 223968"/>
                <a:gd name="connsiteY0" fmla="*/ 32422 h 312289"/>
                <a:gd name="connsiteX1" fmla="*/ 194977 w 223968"/>
                <a:gd name="connsiteY1" fmla="*/ 16632 h 312289"/>
                <a:gd name="connsiteX2" fmla="*/ 114931 w 223968"/>
                <a:gd name="connsiteY2" fmla="*/ 27218 h 312289"/>
                <a:gd name="connsiteX3" fmla="*/ 61591 w 223968"/>
                <a:gd name="connsiteY3" fmla="*/ 0 h 312289"/>
                <a:gd name="connsiteX4" fmla="*/ 24801 w 223968"/>
                <a:gd name="connsiteY4" fmla="*/ 13167 h 312289"/>
                <a:gd name="connsiteX5" fmla="*/ 24491 w 223968"/>
                <a:gd name="connsiteY5" fmla="*/ 51662 h 312289"/>
                <a:gd name="connsiteX6" fmla="*/ 12799 w 223968"/>
                <a:gd name="connsiteY6" fmla="*/ 117286 h 312289"/>
                <a:gd name="connsiteX7" fmla="*/ 31718 w 223968"/>
                <a:gd name="connsiteY7" fmla="*/ 177473 h 312289"/>
                <a:gd name="connsiteX8" fmla="*/ 0 w 223968"/>
                <a:gd name="connsiteY8" fmla="*/ 288118 h 312289"/>
                <a:gd name="connsiteX9" fmla="*/ 82701 w 223968"/>
                <a:gd name="connsiteY9" fmla="*/ 312060 h 312289"/>
                <a:gd name="connsiteX10" fmla="*/ 143661 w 223968"/>
                <a:gd name="connsiteY10" fmla="*/ 304154 h 312289"/>
                <a:gd name="connsiteX11" fmla="*/ 183940 w 223968"/>
                <a:gd name="connsiteY11" fmla="*/ 296331 h 312289"/>
                <a:gd name="connsiteX12" fmla="*/ 165783 w 223968"/>
                <a:gd name="connsiteY12" fmla="*/ 215047 h 312289"/>
                <a:gd name="connsiteX13" fmla="*/ 196167 w 223968"/>
                <a:gd name="connsiteY13" fmla="*/ 149698 h 312289"/>
                <a:gd name="connsiteX14" fmla="*/ 223968 w 223968"/>
                <a:gd name="connsiteY14" fmla="*/ 32422 h 31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968" h="312289">
                  <a:moveTo>
                    <a:pt x="223968" y="32422"/>
                  </a:moveTo>
                  <a:lnTo>
                    <a:pt x="194977" y="16632"/>
                  </a:lnTo>
                  <a:cubicBezTo>
                    <a:pt x="172914" y="23464"/>
                    <a:pt x="140791" y="29645"/>
                    <a:pt x="114931" y="27218"/>
                  </a:cubicBezTo>
                  <a:cubicBezTo>
                    <a:pt x="89940" y="24873"/>
                    <a:pt x="65389" y="7297"/>
                    <a:pt x="61591" y="0"/>
                  </a:cubicBezTo>
                  <a:lnTo>
                    <a:pt x="24801" y="13167"/>
                  </a:lnTo>
                  <a:cubicBezTo>
                    <a:pt x="24801" y="13167"/>
                    <a:pt x="23336" y="24334"/>
                    <a:pt x="24491" y="51662"/>
                  </a:cubicBezTo>
                  <a:cubicBezTo>
                    <a:pt x="25241" y="69544"/>
                    <a:pt x="12799" y="117286"/>
                    <a:pt x="12799" y="117286"/>
                  </a:cubicBezTo>
                  <a:lnTo>
                    <a:pt x="31718" y="177473"/>
                  </a:lnTo>
                  <a:cubicBezTo>
                    <a:pt x="23991" y="236958"/>
                    <a:pt x="0" y="288118"/>
                    <a:pt x="0" y="288118"/>
                  </a:cubicBezTo>
                  <a:cubicBezTo>
                    <a:pt x="0" y="288118"/>
                    <a:pt x="31611" y="307274"/>
                    <a:pt x="82701" y="312060"/>
                  </a:cubicBezTo>
                  <a:cubicBezTo>
                    <a:pt x="96691" y="313381"/>
                    <a:pt x="121515" y="308754"/>
                    <a:pt x="143661" y="304154"/>
                  </a:cubicBezTo>
                  <a:cubicBezTo>
                    <a:pt x="173105" y="298047"/>
                    <a:pt x="183940" y="296331"/>
                    <a:pt x="183940" y="296331"/>
                  </a:cubicBezTo>
                  <a:lnTo>
                    <a:pt x="165783" y="215047"/>
                  </a:lnTo>
                  <a:lnTo>
                    <a:pt x="196167" y="149698"/>
                  </a:lnTo>
                  <a:lnTo>
                    <a:pt x="223968" y="32422"/>
                  </a:ln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6" name="Freeform: Shape 45">
              <a:extLst>
                <a:ext uri="{FF2B5EF4-FFF2-40B4-BE49-F238E27FC236}">
                  <a16:creationId xmlns:a16="http://schemas.microsoft.com/office/drawing/2014/main" id="{98004B86-9570-4D36-A10B-EB70B628FB5E}"/>
                </a:ext>
              </a:extLst>
            </p:cNvPr>
            <p:cNvSpPr/>
            <p:nvPr/>
          </p:nvSpPr>
          <p:spPr bwMode="gray">
            <a:xfrm>
              <a:off x="1688076" y="893911"/>
              <a:ext cx="133934" cy="24629"/>
            </a:xfrm>
            <a:custGeom>
              <a:avLst/>
              <a:gdLst>
                <a:gd name="connsiteX0" fmla="*/ 0 w 92975"/>
                <a:gd name="connsiteY0" fmla="*/ 14036 h 17097"/>
                <a:gd name="connsiteX1" fmla="*/ 57019 w 92975"/>
                <a:gd name="connsiteY1" fmla="*/ 17097 h 17097"/>
                <a:gd name="connsiteX2" fmla="*/ 92976 w 92975"/>
                <a:gd name="connsiteY2" fmla="*/ 4381 h 17097"/>
                <a:gd name="connsiteX3" fmla="*/ 75450 w 92975"/>
                <a:gd name="connsiteY3" fmla="*/ 0 h 17097"/>
                <a:gd name="connsiteX4" fmla="*/ 46934 w 92975"/>
                <a:gd name="connsiteY4" fmla="*/ 8334 h 17097"/>
                <a:gd name="connsiteX5" fmla="*/ 0 w 92975"/>
                <a:gd name="connsiteY5" fmla="*/ 14036 h 1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975" h="17097">
                  <a:moveTo>
                    <a:pt x="0" y="14036"/>
                  </a:moveTo>
                  <a:lnTo>
                    <a:pt x="57019" y="17097"/>
                  </a:lnTo>
                  <a:lnTo>
                    <a:pt x="92976" y="4381"/>
                  </a:lnTo>
                  <a:lnTo>
                    <a:pt x="75450" y="0"/>
                  </a:lnTo>
                  <a:lnTo>
                    <a:pt x="46934" y="8334"/>
                  </a:lnTo>
                  <a:cubicBezTo>
                    <a:pt x="46934" y="8334"/>
                    <a:pt x="5263" y="-869"/>
                    <a:pt x="0" y="14036"/>
                  </a:cubicBez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7" name="Freeform: Shape 46">
              <a:extLst>
                <a:ext uri="{FF2B5EF4-FFF2-40B4-BE49-F238E27FC236}">
                  <a16:creationId xmlns:a16="http://schemas.microsoft.com/office/drawing/2014/main" id="{6ECD4454-10A3-4B81-879B-5EA257685ACD}"/>
                </a:ext>
              </a:extLst>
            </p:cNvPr>
            <p:cNvSpPr/>
            <p:nvPr/>
          </p:nvSpPr>
          <p:spPr bwMode="gray">
            <a:xfrm>
              <a:off x="1713992" y="791607"/>
              <a:ext cx="451716" cy="300553"/>
            </a:xfrm>
            <a:custGeom>
              <a:avLst/>
              <a:gdLst>
                <a:gd name="connsiteX0" fmla="*/ 119288 w 313574"/>
                <a:gd name="connsiteY0" fmla="*/ 86808 h 208639"/>
                <a:gd name="connsiteX1" fmla="*/ 85082 w 313574"/>
                <a:gd name="connsiteY1" fmla="*/ 56113 h 208639"/>
                <a:gd name="connsiteX2" fmla="*/ 66520 w 313574"/>
                <a:gd name="connsiteY2" fmla="*/ 56089 h 208639"/>
                <a:gd name="connsiteX3" fmla="*/ 57459 w 313574"/>
                <a:gd name="connsiteY3" fmla="*/ 56982 h 208639"/>
                <a:gd name="connsiteX4" fmla="*/ 29372 w 313574"/>
                <a:gd name="connsiteY4" fmla="*/ 53908 h 208639"/>
                <a:gd name="connsiteX5" fmla="*/ 37707 w 313574"/>
                <a:gd name="connsiteY5" fmla="*/ 63996 h 208639"/>
                <a:gd name="connsiteX6" fmla="*/ 52625 w 313574"/>
                <a:gd name="connsiteY6" fmla="*/ 68828 h 208639"/>
                <a:gd name="connsiteX7" fmla="*/ 35087 w 313574"/>
                <a:gd name="connsiteY7" fmla="*/ 75400 h 208639"/>
                <a:gd name="connsiteX8" fmla="*/ 440 w 313574"/>
                <a:gd name="connsiteY8" fmla="*/ 71460 h 208639"/>
                <a:gd name="connsiteX9" fmla="*/ 39028 w 313574"/>
                <a:gd name="connsiteY9" fmla="*/ 88116 h 208639"/>
                <a:gd name="connsiteX10" fmla="*/ 87273 w 313574"/>
                <a:gd name="connsiteY10" fmla="*/ 85938 h 208639"/>
                <a:gd name="connsiteX11" fmla="*/ 210109 w 313574"/>
                <a:gd name="connsiteY11" fmla="*/ 208513 h 208639"/>
                <a:gd name="connsiteX12" fmla="*/ 313575 w 313574"/>
                <a:gd name="connsiteY12" fmla="*/ 54266 h 208639"/>
                <a:gd name="connsiteX13" fmla="*/ 293405 w 313574"/>
                <a:gd name="connsiteY13" fmla="*/ 0 h 208639"/>
                <a:gd name="connsiteX14" fmla="*/ 207014 w 313574"/>
                <a:gd name="connsiteY14" fmla="*/ 150776 h 208639"/>
                <a:gd name="connsiteX15" fmla="*/ 119288 w 313574"/>
                <a:gd name="connsiteY15" fmla="*/ 86808 h 20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3574" h="208639">
                  <a:moveTo>
                    <a:pt x="119288" y="86808"/>
                  </a:moveTo>
                  <a:cubicBezTo>
                    <a:pt x="119288" y="86808"/>
                    <a:pt x="98238" y="59182"/>
                    <a:pt x="85082" y="56113"/>
                  </a:cubicBezTo>
                  <a:cubicBezTo>
                    <a:pt x="77438" y="54327"/>
                    <a:pt x="71413" y="55206"/>
                    <a:pt x="66520" y="56089"/>
                  </a:cubicBezTo>
                  <a:cubicBezTo>
                    <a:pt x="62984" y="56717"/>
                    <a:pt x="60031" y="57350"/>
                    <a:pt x="57459" y="56982"/>
                  </a:cubicBezTo>
                  <a:cubicBezTo>
                    <a:pt x="51304" y="56113"/>
                    <a:pt x="37266" y="48220"/>
                    <a:pt x="29372" y="53908"/>
                  </a:cubicBezTo>
                  <a:cubicBezTo>
                    <a:pt x="21479" y="59610"/>
                    <a:pt x="37707" y="63996"/>
                    <a:pt x="37707" y="63996"/>
                  </a:cubicBezTo>
                  <a:lnTo>
                    <a:pt x="52625" y="68828"/>
                  </a:lnTo>
                  <a:lnTo>
                    <a:pt x="35087" y="75400"/>
                  </a:lnTo>
                  <a:cubicBezTo>
                    <a:pt x="35087" y="75400"/>
                    <a:pt x="5691" y="66195"/>
                    <a:pt x="440" y="71460"/>
                  </a:cubicBezTo>
                  <a:cubicBezTo>
                    <a:pt x="-4834" y="76711"/>
                    <a:pt x="39028" y="88116"/>
                    <a:pt x="39028" y="88116"/>
                  </a:cubicBezTo>
                  <a:cubicBezTo>
                    <a:pt x="39028" y="88116"/>
                    <a:pt x="79807" y="78469"/>
                    <a:pt x="87273" y="85938"/>
                  </a:cubicBezTo>
                  <a:cubicBezTo>
                    <a:pt x="94726" y="93389"/>
                    <a:pt x="196500" y="203239"/>
                    <a:pt x="210109" y="208513"/>
                  </a:cubicBezTo>
                  <a:cubicBezTo>
                    <a:pt x="223694" y="213764"/>
                    <a:pt x="313575" y="54266"/>
                    <a:pt x="313575" y="54266"/>
                  </a:cubicBezTo>
                  <a:lnTo>
                    <a:pt x="293405" y="0"/>
                  </a:lnTo>
                  <a:lnTo>
                    <a:pt x="207014" y="150776"/>
                  </a:lnTo>
                  <a:lnTo>
                    <a:pt x="119288" y="86808"/>
                  </a:ln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8" name="Freeform: Shape 47">
              <a:extLst>
                <a:ext uri="{FF2B5EF4-FFF2-40B4-BE49-F238E27FC236}">
                  <a16:creationId xmlns:a16="http://schemas.microsoft.com/office/drawing/2014/main" id="{FE1BBDE1-5E5E-43E2-9C5E-6DD19544D686}"/>
                </a:ext>
              </a:extLst>
            </p:cNvPr>
            <p:cNvSpPr/>
            <p:nvPr/>
          </p:nvSpPr>
          <p:spPr bwMode="gray">
            <a:xfrm>
              <a:off x="1860860" y="791607"/>
              <a:ext cx="304848" cy="300553"/>
            </a:xfrm>
            <a:custGeom>
              <a:avLst/>
              <a:gdLst>
                <a:gd name="connsiteX0" fmla="*/ 191453 w 211621"/>
                <a:gd name="connsiteY0" fmla="*/ 0 h 208639"/>
                <a:gd name="connsiteX1" fmla="*/ 105061 w 211621"/>
                <a:gd name="connsiteY1" fmla="*/ 150776 h 208639"/>
                <a:gd name="connsiteX2" fmla="*/ 17336 w 211621"/>
                <a:gd name="connsiteY2" fmla="*/ 86808 h 208639"/>
                <a:gd name="connsiteX3" fmla="*/ 17109 w 211621"/>
                <a:gd name="connsiteY3" fmla="*/ 86520 h 208639"/>
                <a:gd name="connsiteX4" fmla="*/ 0 w 211621"/>
                <a:gd name="connsiteY4" fmla="*/ 101416 h 208639"/>
                <a:gd name="connsiteX5" fmla="*/ 108156 w 211621"/>
                <a:gd name="connsiteY5" fmla="*/ 208513 h 208639"/>
                <a:gd name="connsiteX6" fmla="*/ 211622 w 211621"/>
                <a:gd name="connsiteY6" fmla="*/ 54266 h 208639"/>
                <a:gd name="connsiteX7" fmla="*/ 191453 w 211621"/>
                <a:gd name="connsiteY7" fmla="*/ 0 h 20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1621" h="208639">
                  <a:moveTo>
                    <a:pt x="191453" y="0"/>
                  </a:moveTo>
                  <a:lnTo>
                    <a:pt x="105061" y="150776"/>
                  </a:lnTo>
                  <a:lnTo>
                    <a:pt x="17336" y="86808"/>
                  </a:lnTo>
                  <a:lnTo>
                    <a:pt x="17109" y="86520"/>
                  </a:lnTo>
                  <a:cubicBezTo>
                    <a:pt x="12597" y="90580"/>
                    <a:pt x="1203" y="100557"/>
                    <a:pt x="0" y="101416"/>
                  </a:cubicBezTo>
                  <a:cubicBezTo>
                    <a:pt x="30444" y="133670"/>
                    <a:pt x="97310" y="204308"/>
                    <a:pt x="108156" y="208513"/>
                  </a:cubicBezTo>
                  <a:cubicBezTo>
                    <a:pt x="121741" y="213764"/>
                    <a:pt x="211622" y="54266"/>
                    <a:pt x="211622" y="54266"/>
                  </a:cubicBezTo>
                  <a:lnTo>
                    <a:pt x="191453" y="0"/>
                  </a:lnTo>
                </a:path>
              </a:pathLst>
            </a:custGeom>
            <a:solidFill>
              <a:srgbClr val="F5F6F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9" name="Freeform: Shape 48">
              <a:extLst>
                <a:ext uri="{FF2B5EF4-FFF2-40B4-BE49-F238E27FC236}">
                  <a16:creationId xmlns:a16="http://schemas.microsoft.com/office/drawing/2014/main" id="{F48CF54F-534A-4767-B95F-3F37275587FD}"/>
                </a:ext>
              </a:extLst>
            </p:cNvPr>
            <p:cNvSpPr/>
            <p:nvPr/>
          </p:nvSpPr>
          <p:spPr bwMode="gray">
            <a:xfrm>
              <a:off x="1872232" y="791607"/>
              <a:ext cx="293476" cy="300553"/>
            </a:xfrm>
            <a:custGeom>
              <a:avLst/>
              <a:gdLst>
                <a:gd name="connsiteX0" fmla="*/ 183559 w 203727"/>
                <a:gd name="connsiteY0" fmla="*/ 0 h 208639"/>
                <a:gd name="connsiteX1" fmla="*/ 97167 w 203727"/>
                <a:gd name="connsiteY1" fmla="*/ 150776 h 208639"/>
                <a:gd name="connsiteX2" fmla="*/ 18050 w 203727"/>
                <a:gd name="connsiteY2" fmla="*/ 90724 h 208639"/>
                <a:gd name="connsiteX3" fmla="*/ 0 w 203727"/>
                <a:gd name="connsiteY3" fmla="*/ 116760 h 208639"/>
                <a:gd name="connsiteX4" fmla="*/ 100263 w 203727"/>
                <a:gd name="connsiteY4" fmla="*/ 208513 h 208639"/>
                <a:gd name="connsiteX5" fmla="*/ 203728 w 203727"/>
                <a:gd name="connsiteY5" fmla="*/ 54266 h 208639"/>
                <a:gd name="connsiteX6" fmla="*/ 183559 w 203727"/>
                <a:gd name="connsiteY6" fmla="*/ 0 h 20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27" h="208639">
                  <a:moveTo>
                    <a:pt x="183559" y="0"/>
                  </a:moveTo>
                  <a:lnTo>
                    <a:pt x="97167" y="150776"/>
                  </a:lnTo>
                  <a:lnTo>
                    <a:pt x="18050" y="90724"/>
                  </a:lnTo>
                  <a:cubicBezTo>
                    <a:pt x="13061" y="97390"/>
                    <a:pt x="4405" y="109774"/>
                    <a:pt x="0" y="116760"/>
                  </a:cubicBezTo>
                  <a:cubicBezTo>
                    <a:pt x="33195" y="151814"/>
                    <a:pt x="90559" y="204749"/>
                    <a:pt x="100263" y="208513"/>
                  </a:cubicBezTo>
                  <a:cubicBezTo>
                    <a:pt x="113848" y="213764"/>
                    <a:pt x="203728" y="54266"/>
                    <a:pt x="203728" y="54266"/>
                  </a:cubicBezTo>
                  <a:lnTo>
                    <a:pt x="183559" y="0"/>
                  </a:lnTo>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Freeform: Shape 49">
              <a:extLst>
                <a:ext uri="{FF2B5EF4-FFF2-40B4-BE49-F238E27FC236}">
                  <a16:creationId xmlns:a16="http://schemas.microsoft.com/office/drawing/2014/main" id="{1DD5704E-5F7D-411B-BD6F-4F30933D23E7}"/>
                </a:ext>
              </a:extLst>
            </p:cNvPr>
            <p:cNvSpPr/>
            <p:nvPr/>
          </p:nvSpPr>
          <p:spPr bwMode="gray">
            <a:xfrm>
              <a:off x="2078888" y="946632"/>
              <a:ext cx="42106" cy="68372"/>
            </a:xfrm>
            <a:custGeom>
              <a:avLst/>
              <a:gdLst>
                <a:gd name="connsiteX0" fmla="*/ 0 w 29229"/>
                <a:gd name="connsiteY0" fmla="*/ 47463 h 47463"/>
                <a:gd name="connsiteX1" fmla="*/ 29230 w 29229"/>
                <a:gd name="connsiteY1" fmla="*/ 0 h 47463"/>
                <a:gd name="connsiteX2" fmla="*/ 29230 w 29229"/>
                <a:gd name="connsiteY2" fmla="*/ 0 h 47463"/>
                <a:gd name="connsiteX3" fmla="*/ 0 w 29229"/>
                <a:gd name="connsiteY3" fmla="*/ 47463 h 47463"/>
              </a:gdLst>
              <a:ahLst/>
              <a:cxnLst>
                <a:cxn ang="0">
                  <a:pos x="connsiteX0" y="connsiteY0"/>
                </a:cxn>
                <a:cxn ang="0">
                  <a:pos x="connsiteX1" y="connsiteY1"/>
                </a:cxn>
                <a:cxn ang="0">
                  <a:pos x="connsiteX2" y="connsiteY2"/>
                </a:cxn>
                <a:cxn ang="0">
                  <a:pos x="connsiteX3" y="connsiteY3"/>
                </a:cxn>
              </a:cxnLst>
              <a:rect l="l" t="t" r="r" b="b"/>
              <a:pathLst>
                <a:path w="29229" h="47463">
                  <a:moveTo>
                    <a:pt x="0" y="47463"/>
                  </a:moveTo>
                  <a:cubicBezTo>
                    <a:pt x="9846" y="32100"/>
                    <a:pt x="20062" y="15348"/>
                    <a:pt x="29230" y="0"/>
                  </a:cubicBezTo>
                  <a:lnTo>
                    <a:pt x="29230" y="0"/>
                  </a:lnTo>
                  <a:cubicBezTo>
                    <a:pt x="20074" y="15348"/>
                    <a:pt x="9846" y="32100"/>
                    <a:pt x="0" y="47463"/>
                  </a:cubicBezTo>
                </a:path>
              </a:pathLst>
            </a:custGeom>
            <a:solidFill>
              <a:srgbClr val="8D8B8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1" name="Freeform: Shape 50">
              <a:extLst>
                <a:ext uri="{FF2B5EF4-FFF2-40B4-BE49-F238E27FC236}">
                  <a16:creationId xmlns:a16="http://schemas.microsoft.com/office/drawing/2014/main" id="{F2C0B5C9-5C9E-4D87-B5D5-B4B2A87B4CB0}"/>
                </a:ext>
              </a:extLst>
            </p:cNvPr>
            <p:cNvSpPr/>
            <p:nvPr/>
          </p:nvSpPr>
          <p:spPr bwMode="gray">
            <a:xfrm>
              <a:off x="2053642" y="880397"/>
              <a:ext cx="78622" cy="172438"/>
            </a:xfrm>
            <a:custGeom>
              <a:avLst/>
              <a:gdLst>
                <a:gd name="connsiteX0" fmla="*/ 0 w 54578"/>
                <a:gd name="connsiteY0" fmla="*/ 119704 h 119704"/>
                <a:gd name="connsiteX1" fmla="*/ 30135 w 54578"/>
                <a:gd name="connsiteY1" fmla="*/ 58792 h 119704"/>
                <a:gd name="connsiteX2" fmla="*/ 54578 w 54578"/>
                <a:gd name="connsiteY2" fmla="*/ 0 h 119704"/>
                <a:gd name="connsiteX3" fmla="*/ 45410 w 54578"/>
                <a:gd name="connsiteY3" fmla="*/ 41681 h 119704"/>
                <a:gd name="connsiteX4" fmla="*/ 46756 w 54578"/>
                <a:gd name="connsiteY4" fmla="*/ 45978 h 119704"/>
                <a:gd name="connsiteX5" fmla="*/ 17526 w 54578"/>
                <a:gd name="connsiteY5" fmla="*/ 93441 h 119704"/>
                <a:gd name="connsiteX6" fmla="*/ 0 w 54578"/>
                <a:gd name="connsiteY6" fmla="*/ 119704 h 11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578" h="119704">
                  <a:moveTo>
                    <a:pt x="0" y="119704"/>
                  </a:moveTo>
                  <a:cubicBezTo>
                    <a:pt x="10966" y="99976"/>
                    <a:pt x="20788" y="79591"/>
                    <a:pt x="30135" y="58792"/>
                  </a:cubicBezTo>
                  <a:cubicBezTo>
                    <a:pt x="38886" y="39337"/>
                    <a:pt x="47327" y="19845"/>
                    <a:pt x="54578" y="0"/>
                  </a:cubicBezTo>
                  <a:cubicBezTo>
                    <a:pt x="51126" y="19716"/>
                    <a:pt x="45410" y="41681"/>
                    <a:pt x="45410" y="41681"/>
                  </a:cubicBezTo>
                  <a:lnTo>
                    <a:pt x="46756" y="45978"/>
                  </a:lnTo>
                  <a:cubicBezTo>
                    <a:pt x="37588" y="61327"/>
                    <a:pt x="27372" y="78079"/>
                    <a:pt x="17526" y="93441"/>
                  </a:cubicBezTo>
                  <a:cubicBezTo>
                    <a:pt x="11430" y="102938"/>
                    <a:pt x="5477" y="111919"/>
                    <a:pt x="0" y="119704"/>
                  </a:cubicBezTo>
                </a:path>
              </a:pathLst>
            </a:custGeom>
            <a:solidFill>
              <a:srgbClr val="26232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2" name="Freeform: Shape 51">
              <a:extLst>
                <a:ext uri="{FF2B5EF4-FFF2-40B4-BE49-F238E27FC236}">
                  <a16:creationId xmlns:a16="http://schemas.microsoft.com/office/drawing/2014/main" id="{CD56D8FA-9631-4D1D-BFBF-493B520544FF}"/>
                </a:ext>
              </a:extLst>
            </p:cNvPr>
            <p:cNvSpPr/>
            <p:nvPr/>
          </p:nvSpPr>
          <p:spPr bwMode="gray">
            <a:xfrm>
              <a:off x="2076007" y="1185331"/>
              <a:ext cx="183365" cy="980919"/>
            </a:xfrm>
            <a:custGeom>
              <a:avLst/>
              <a:gdLst>
                <a:gd name="connsiteX0" fmla="*/ 110359 w 127289"/>
                <a:gd name="connsiteY0" fmla="*/ 451447 h 680939"/>
                <a:gd name="connsiteX1" fmla="*/ 100822 w 127289"/>
                <a:gd name="connsiteY1" fmla="*/ 335697 h 680939"/>
                <a:gd name="connsiteX2" fmla="*/ 127290 w 127289"/>
                <a:gd name="connsiteY2" fmla="*/ 92129 h 680939"/>
                <a:gd name="connsiteX3" fmla="*/ 105061 w 127289"/>
                <a:gd name="connsiteY3" fmla="*/ 0 h 680939"/>
                <a:gd name="connsiteX4" fmla="*/ 19276 w 127289"/>
                <a:gd name="connsiteY4" fmla="*/ 0 h 680939"/>
                <a:gd name="connsiteX5" fmla="*/ 36219 w 127289"/>
                <a:gd name="connsiteY5" fmla="*/ 284881 h 680939"/>
                <a:gd name="connsiteX6" fmla="*/ 51042 w 127289"/>
                <a:gd name="connsiteY6" fmla="*/ 335697 h 680939"/>
                <a:gd name="connsiteX7" fmla="*/ 51661 w 127289"/>
                <a:gd name="connsiteY7" fmla="*/ 335697 h 680939"/>
                <a:gd name="connsiteX8" fmla="*/ 69830 w 127289"/>
                <a:gd name="connsiteY8" fmla="*/ 580561 h 680939"/>
                <a:gd name="connsiteX9" fmla="*/ 27932 w 127289"/>
                <a:gd name="connsiteY9" fmla="*/ 659272 h 680939"/>
                <a:gd name="connsiteX10" fmla="*/ 0 w 127289"/>
                <a:gd name="connsiteY10" fmla="*/ 680940 h 680939"/>
                <a:gd name="connsiteX11" fmla="*/ 54697 w 127289"/>
                <a:gd name="connsiteY11" fmla="*/ 680940 h 680939"/>
                <a:gd name="connsiteX12" fmla="*/ 89618 w 127289"/>
                <a:gd name="connsiteY12" fmla="*/ 637604 h 680939"/>
                <a:gd name="connsiteX13" fmla="*/ 86130 w 127289"/>
                <a:gd name="connsiteY13" fmla="*/ 680940 h 680939"/>
                <a:gd name="connsiteX14" fmla="*/ 89618 w 127289"/>
                <a:gd name="connsiteY14" fmla="*/ 680940 h 680939"/>
                <a:gd name="connsiteX15" fmla="*/ 119884 w 127289"/>
                <a:gd name="connsiteY15" fmla="*/ 613637 h 680939"/>
                <a:gd name="connsiteX16" fmla="*/ 102418 w 127289"/>
                <a:gd name="connsiteY16" fmla="*/ 580561 h 680939"/>
                <a:gd name="connsiteX17" fmla="*/ 110359 w 127289"/>
                <a:gd name="connsiteY17" fmla="*/ 451447 h 680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7289" h="680939">
                  <a:moveTo>
                    <a:pt x="110359" y="451447"/>
                  </a:moveTo>
                  <a:cubicBezTo>
                    <a:pt x="116574" y="396897"/>
                    <a:pt x="103715" y="365912"/>
                    <a:pt x="100822" y="335697"/>
                  </a:cubicBezTo>
                  <a:lnTo>
                    <a:pt x="127290" y="92129"/>
                  </a:lnTo>
                  <a:lnTo>
                    <a:pt x="105061" y="0"/>
                  </a:lnTo>
                  <a:lnTo>
                    <a:pt x="19276" y="0"/>
                  </a:lnTo>
                  <a:lnTo>
                    <a:pt x="36219" y="284881"/>
                  </a:lnTo>
                  <a:lnTo>
                    <a:pt x="51042" y="335697"/>
                  </a:lnTo>
                  <a:lnTo>
                    <a:pt x="51661" y="335697"/>
                  </a:lnTo>
                  <a:cubicBezTo>
                    <a:pt x="59865" y="402516"/>
                    <a:pt x="69092" y="548673"/>
                    <a:pt x="69830" y="580561"/>
                  </a:cubicBezTo>
                  <a:cubicBezTo>
                    <a:pt x="70746" y="619651"/>
                    <a:pt x="34338" y="652784"/>
                    <a:pt x="27932" y="659272"/>
                  </a:cubicBezTo>
                  <a:cubicBezTo>
                    <a:pt x="21526" y="665759"/>
                    <a:pt x="0" y="670466"/>
                    <a:pt x="0" y="680940"/>
                  </a:cubicBezTo>
                  <a:lnTo>
                    <a:pt x="54697" y="680940"/>
                  </a:lnTo>
                  <a:lnTo>
                    <a:pt x="89618" y="637604"/>
                  </a:lnTo>
                  <a:lnTo>
                    <a:pt x="86130" y="680940"/>
                  </a:lnTo>
                  <a:lnTo>
                    <a:pt x="89618" y="680940"/>
                  </a:lnTo>
                  <a:cubicBezTo>
                    <a:pt x="89618" y="680940"/>
                    <a:pt x="119884" y="628469"/>
                    <a:pt x="119884" y="613637"/>
                  </a:cubicBezTo>
                  <a:cubicBezTo>
                    <a:pt x="119884" y="598815"/>
                    <a:pt x="102418" y="580561"/>
                    <a:pt x="102418" y="580561"/>
                  </a:cubicBezTo>
                  <a:cubicBezTo>
                    <a:pt x="102418" y="580561"/>
                    <a:pt x="108025" y="472036"/>
                    <a:pt x="110359" y="451447"/>
                  </a:cubicBez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3" name="Freeform: Shape 52">
              <a:extLst>
                <a:ext uri="{FF2B5EF4-FFF2-40B4-BE49-F238E27FC236}">
                  <a16:creationId xmlns:a16="http://schemas.microsoft.com/office/drawing/2014/main" id="{A0BEAAAF-7B3F-4587-BBB1-B9B5DCFB2566}"/>
                </a:ext>
              </a:extLst>
            </p:cNvPr>
            <p:cNvSpPr/>
            <p:nvPr/>
          </p:nvSpPr>
          <p:spPr bwMode="gray">
            <a:xfrm>
              <a:off x="2227351" y="1185331"/>
              <a:ext cx="167231" cy="980919"/>
            </a:xfrm>
            <a:custGeom>
              <a:avLst/>
              <a:gdLst>
                <a:gd name="connsiteX0" fmla="*/ 7406 w 116089"/>
                <a:gd name="connsiteY0" fmla="*/ 288048 h 680939"/>
                <a:gd name="connsiteX1" fmla="*/ 30706 w 116089"/>
                <a:gd name="connsiteY1" fmla="*/ 352654 h 680939"/>
                <a:gd name="connsiteX2" fmla="*/ 37052 w 116089"/>
                <a:gd name="connsiteY2" fmla="*/ 413017 h 680939"/>
                <a:gd name="connsiteX3" fmla="*/ 69890 w 116089"/>
                <a:gd name="connsiteY3" fmla="*/ 576109 h 680939"/>
                <a:gd name="connsiteX4" fmla="*/ 51887 w 116089"/>
                <a:gd name="connsiteY4" fmla="*/ 680940 h 680939"/>
                <a:gd name="connsiteX5" fmla="*/ 104846 w 116089"/>
                <a:gd name="connsiteY5" fmla="*/ 680940 h 680939"/>
                <a:gd name="connsiteX6" fmla="*/ 94250 w 116089"/>
                <a:gd name="connsiteY6" fmla="*/ 572929 h 680939"/>
                <a:gd name="connsiteX7" fmla="*/ 89130 w 116089"/>
                <a:gd name="connsiteY7" fmla="*/ 395692 h 680939"/>
                <a:gd name="connsiteX8" fmla="*/ 78367 w 116089"/>
                <a:gd name="connsiteY8" fmla="*/ 336771 h 680939"/>
                <a:gd name="connsiteX9" fmla="*/ 115419 w 116089"/>
                <a:gd name="connsiteY9" fmla="*/ 106966 h 680939"/>
                <a:gd name="connsiteX10" fmla="*/ 91071 w 116089"/>
                <a:gd name="connsiteY10" fmla="*/ 0 h 680939"/>
                <a:gd name="connsiteX11" fmla="*/ 0 w 116089"/>
                <a:gd name="connsiteY11" fmla="*/ 0 h 680939"/>
                <a:gd name="connsiteX12" fmla="*/ 7406 w 116089"/>
                <a:gd name="connsiteY12" fmla="*/ 288048 h 680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89" h="680939">
                  <a:moveTo>
                    <a:pt x="7406" y="288048"/>
                  </a:moveTo>
                  <a:cubicBezTo>
                    <a:pt x="7406" y="288048"/>
                    <a:pt x="27075" y="339557"/>
                    <a:pt x="30706" y="352654"/>
                  </a:cubicBezTo>
                  <a:cubicBezTo>
                    <a:pt x="34338" y="365750"/>
                    <a:pt x="37052" y="413017"/>
                    <a:pt x="37052" y="413017"/>
                  </a:cubicBezTo>
                  <a:cubicBezTo>
                    <a:pt x="37052" y="413017"/>
                    <a:pt x="60174" y="529220"/>
                    <a:pt x="69890" y="576109"/>
                  </a:cubicBezTo>
                  <a:cubicBezTo>
                    <a:pt x="79617" y="622982"/>
                    <a:pt x="49590" y="645450"/>
                    <a:pt x="51887" y="680940"/>
                  </a:cubicBezTo>
                  <a:lnTo>
                    <a:pt x="104846" y="680940"/>
                  </a:lnTo>
                  <a:cubicBezTo>
                    <a:pt x="116098" y="651310"/>
                    <a:pt x="94250" y="572929"/>
                    <a:pt x="94250" y="572929"/>
                  </a:cubicBezTo>
                  <a:cubicBezTo>
                    <a:pt x="94250" y="572929"/>
                    <a:pt x="96905" y="422137"/>
                    <a:pt x="89130" y="395692"/>
                  </a:cubicBezTo>
                  <a:cubicBezTo>
                    <a:pt x="81379" y="369238"/>
                    <a:pt x="78367" y="336771"/>
                    <a:pt x="78367" y="336771"/>
                  </a:cubicBezTo>
                  <a:cubicBezTo>
                    <a:pt x="78367" y="336771"/>
                    <a:pt x="121968" y="135229"/>
                    <a:pt x="115419" y="106966"/>
                  </a:cubicBezTo>
                  <a:cubicBezTo>
                    <a:pt x="108204" y="17218"/>
                    <a:pt x="91071" y="0"/>
                    <a:pt x="91071" y="0"/>
                  </a:cubicBezTo>
                  <a:lnTo>
                    <a:pt x="0" y="0"/>
                  </a:lnTo>
                  <a:lnTo>
                    <a:pt x="7406" y="288048"/>
                  </a:ln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54" name="Freeform: Shape 53">
              <a:extLst>
                <a:ext uri="{FF2B5EF4-FFF2-40B4-BE49-F238E27FC236}">
                  <a16:creationId xmlns:a16="http://schemas.microsoft.com/office/drawing/2014/main" id="{B6BF6C2C-E0FB-4339-8621-F9A920DDF5D0}"/>
                </a:ext>
              </a:extLst>
            </p:cNvPr>
            <p:cNvSpPr/>
            <p:nvPr/>
          </p:nvSpPr>
          <p:spPr bwMode="gray">
            <a:xfrm>
              <a:off x="2103964" y="1188399"/>
              <a:ext cx="3996" cy="67405"/>
            </a:xfrm>
            <a:custGeom>
              <a:avLst/>
              <a:gdLst>
                <a:gd name="connsiteX0" fmla="*/ 2774 w 2774"/>
                <a:gd name="connsiteY0" fmla="*/ 46793 h 46792"/>
                <a:gd name="connsiteX1" fmla="*/ 2774 w 2774"/>
                <a:gd name="connsiteY1" fmla="*/ 46793 h 46792"/>
                <a:gd name="connsiteX2" fmla="*/ 0 w 2774"/>
                <a:gd name="connsiteY2" fmla="*/ 0 h 46792"/>
                <a:gd name="connsiteX3" fmla="*/ 0 w 2774"/>
                <a:gd name="connsiteY3" fmla="*/ 0 h 46792"/>
                <a:gd name="connsiteX4" fmla="*/ 2774 w 2774"/>
                <a:gd name="connsiteY4" fmla="*/ 46793 h 467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 h="46792">
                  <a:moveTo>
                    <a:pt x="2774" y="46793"/>
                  </a:moveTo>
                  <a:lnTo>
                    <a:pt x="2774" y="46793"/>
                  </a:lnTo>
                  <a:lnTo>
                    <a:pt x="0" y="0"/>
                  </a:lnTo>
                  <a:lnTo>
                    <a:pt x="0" y="0"/>
                  </a:lnTo>
                  <a:lnTo>
                    <a:pt x="2774" y="46793"/>
                  </a:lnTo>
                </a:path>
              </a:pathLst>
            </a:custGeom>
            <a:solidFill>
              <a:srgbClr val="8D8B8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Shape 54">
              <a:extLst>
                <a:ext uri="{FF2B5EF4-FFF2-40B4-BE49-F238E27FC236}">
                  <a16:creationId xmlns:a16="http://schemas.microsoft.com/office/drawing/2014/main" id="{287198CC-3266-476E-BDDA-CB4EBC5CAD03}"/>
                </a:ext>
              </a:extLst>
            </p:cNvPr>
            <p:cNvSpPr/>
            <p:nvPr/>
          </p:nvSpPr>
          <p:spPr bwMode="gray">
            <a:xfrm>
              <a:off x="2387905" y="1286558"/>
              <a:ext cx="5710" cy="52861"/>
            </a:xfrm>
            <a:custGeom>
              <a:avLst/>
              <a:gdLst>
                <a:gd name="connsiteX0" fmla="*/ 3965 w 3964"/>
                <a:gd name="connsiteY0" fmla="*/ 36695 h 36695"/>
                <a:gd name="connsiteX1" fmla="*/ 0 w 3964"/>
                <a:gd name="connsiteY1" fmla="*/ 0 h 36695"/>
                <a:gd name="connsiteX2" fmla="*/ 3965 w 3964"/>
                <a:gd name="connsiteY2" fmla="*/ 36695 h 36695"/>
              </a:gdLst>
              <a:ahLst/>
              <a:cxnLst>
                <a:cxn ang="0">
                  <a:pos x="connsiteX0" y="connsiteY0"/>
                </a:cxn>
                <a:cxn ang="0">
                  <a:pos x="connsiteX1" y="connsiteY1"/>
                </a:cxn>
                <a:cxn ang="0">
                  <a:pos x="connsiteX2" y="connsiteY2"/>
                </a:cxn>
              </a:cxnLst>
              <a:rect l="l" t="t" r="r" b="b"/>
              <a:pathLst>
                <a:path w="3964" h="36695">
                  <a:moveTo>
                    <a:pt x="3965" y="36695"/>
                  </a:moveTo>
                  <a:cubicBezTo>
                    <a:pt x="2846" y="22789"/>
                    <a:pt x="1488" y="10632"/>
                    <a:pt x="0" y="0"/>
                  </a:cubicBezTo>
                  <a:cubicBezTo>
                    <a:pt x="1500" y="10623"/>
                    <a:pt x="2858" y="22775"/>
                    <a:pt x="3965" y="36695"/>
                  </a:cubicBezTo>
                </a:path>
              </a:pathLst>
            </a:custGeom>
            <a:solidFill>
              <a:srgbClr val="80433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Shape 55">
              <a:extLst>
                <a:ext uri="{FF2B5EF4-FFF2-40B4-BE49-F238E27FC236}">
                  <a16:creationId xmlns:a16="http://schemas.microsoft.com/office/drawing/2014/main" id="{AC7B2EA1-B9C1-456C-8AFE-C464A499CB8A}"/>
                </a:ext>
              </a:extLst>
            </p:cNvPr>
            <p:cNvSpPr/>
            <p:nvPr/>
          </p:nvSpPr>
          <p:spPr bwMode="gray">
            <a:xfrm>
              <a:off x="2322237" y="600998"/>
              <a:ext cx="90677" cy="106595"/>
            </a:xfrm>
            <a:custGeom>
              <a:avLst/>
              <a:gdLst>
                <a:gd name="connsiteX0" fmla="*/ 57600 w 62947"/>
                <a:gd name="connsiteY0" fmla="*/ 50269 h 73997"/>
                <a:gd name="connsiteX1" fmla="*/ 49015 w 62947"/>
                <a:gd name="connsiteY1" fmla="*/ 2477 h 73997"/>
                <a:gd name="connsiteX2" fmla="*/ 5343 w 62947"/>
                <a:gd name="connsiteY2" fmla="*/ 23718 h 73997"/>
                <a:gd name="connsiteX3" fmla="*/ 13916 w 62947"/>
                <a:gd name="connsiteY3" fmla="*/ 71522 h 73997"/>
                <a:gd name="connsiteX4" fmla="*/ 57600 w 62947"/>
                <a:gd name="connsiteY4" fmla="*/ 50269 h 73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47" h="73997">
                  <a:moveTo>
                    <a:pt x="57600" y="50269"/>
                  </a:moveTo>
                  <a:cubicBezTo>
                    <a:pt x="67292" y="31207"/>
                    <a:pt x="63446" y="9812"/>
                    <a:pt x="49015" y="2477"/>
                  </a:cubicBezTo>
                  <a:cubicBezTo>
                    <a:pt x="34609" y="-4857"/>
                    <a:pt x="15047" y="4644"/>
                    <a:pt x="5343" y="23718"/>
                  </a:cubicBezTo>
                  <a:cubicBezTo>
                    <a:pt x="-4337" y="42792"/>
                    <a:pt x="-503" y="64187"/>
                    <a:pt x="13916" y="71522"/>
                  </a:cubicBezTo>
                  <a:cubicBezTo>
                    <a:pt x="28346" y="78856"/>
                    <a:pt x="47908" y="69343"/>
                    <a:pt x="57600" y="50269"/>
                  </a:cubicBezTo>
                </a:path>
              </a:pathLst>
            </a:custGeom>
            <a:solidFill>
              <a:srgbClr val="7F7F7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Shape 56">
              <a:extLst>
                <a:ext uri="{FF2B5EF4-FFF2-40B4-BE49-F238E27FC236}">
                  <a16:creationId xmlns:a16="http://schemas.microsoft.com/office/drawing/2014/main" id="{64C9E59A-E78F-4583-9710-6BC58AAC6908}"/>
                </a:ext>
              </a:extLst>
            </p:cNvPr>
            <p:cNvSpPr/>
            <p:nvPr/>
          </p:nvSpPr>
          <p:spPr bwMode="gray">
            <a:xfrm>
              <a:off x="2187611" y="679124"/>
              <a:ext cx="195131" cy="156935"/>
            </a:xfrm>
            <a:custGeom>
              <a:avLst/>
              <a:gdLst>
                <a:gd name="connsiteX0" fmla="*/ 96441 w 135457"/>
                <a:gd name="connsiteY0" fmla="*/ 0 h 108942"/>
                <a:gd name="connsiteX1" fmla="*/ 99286 w 135457"/>
                <a:gd name="connsiteY1" fmla="*/ 61508 h 108942"/>
                <a:gd name="connsiteX2" fmla="*/ 135457 w 135457"/>
                <a:gd name="connsiteY2" fmla="*/ 82115 h 108942"/>
                <a:gd name="connsiteX3" fmla="*/ 89059 w 135457"/>
                <a:gd name="connsiteY3" fmla="*/ 108942 h 108942"/>
                <a:gd name="connsiteX4" fmla="*/ 23610 w 135457"/>
                <a:gd name="connsiteY4" fmla="*/ 99774 h 108942"/>
                <a:gd name="connsiteX5" fmla="*/ 0 w 135457"/>
                <a:gd name="connsiteY5" fmla="*/ 65149 h 108942"/>
                <a:gd name="connsiteX6" fmla="*/ 27361 w 135457"/>
                <a:gd name="connsiteY6" fmla="*/ 54769 h 108942"/>
                <a:gd name="connsiteX7" fmla="*/ 42708 w 135457"/>
                <a:gd name="connsiteY7" fmla="*/ 1917 h 108942"/>
                <a:gd name="connsiteX8" fmla="*/ 96441 w 135457"/>
                <a:gd name="connsiteY8" fmla="*/ 0 h 108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457" h="108942">
                  <a:moveTo>
                    <a:pt x="96441" y="0"/>
                  </a:moveTo>
                  <a:cubicBezTo>
                    <a:pt x="96441" y="0"/>
                    <a:pt x="78760" y="52959"/>
                    <a:pt x="99286" y="61508"/>
                  </a:cubicBezTo>
                  <a:cubicBezTo>
                    <a:pt x="105954" y="64294"/>
                    <a:pt x="135457" y="82115"/>
                    <a:pt x="135457" y="82115"/>
                  </a:cubicBezTo>
                  <a:lnTo>
                    <a:pt x="89059" y="108942"/>
                  </a:lnTo>
                  <a:lnTo>
                    <a:pt x="23610" y="99774"/>
                  </a:lnTo>
                  <a:lnTo>
                    <a:pt x="0" y="65149"/>
                  </a:lnTo>
                  <a:lnTo>
                    <a:pt x="27361" y="54769"/>
                  </a:lnTo>
                  <a:lnTo>
                    <a:pt x="42708" y="1917"/>
                  </a:lnTo>
                  <a:lnTo>
                    <a:pt x="96441" y="0"/>
                  </a:ln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Shape 57">
              <a:extLst>
                <a:ext uri="{FF2B5EF4-FFF2-40B4-BE49-F238E27FC236}">
                  <a16:creationId xmlns:a16="http://schemas.microsoft.com/office/drawing/2014/main" id="{910EC177-7B84-4220-AC6E-CA88E23A4DEF}"/>
                </a:ext>
              </a:extLst>
            </p:cNvPr>
            <p:cNvSpPr/>
            <p:nvPr/>
          </p:nvSpPr>
          <p:spPr bwMode="gray">
            <a:xfrm>
              <a:off x="2168151" y="758021"/>
              <a:ext cx="214591" cy="173503"/>
            </a:xfrm>
            <a:custGeom>
              <a:avLst/>
              <a:gdLst>
                <a:gd name="connsiteX0" fmla="*/ 112795 w 148966"/>
                <a:gd name="connsiteY0" fmla="*/ 6739 h 120443"/>
                <a:gd name="connsiteX1" fmla="*/ 148967 w 148966"/>
                <a:gd name="connsiteY1" fmla="*/ 27346 h 120443"/>
                <a:gd name="connsiteX2" fmla="*/ 32452 w 148966"/>
                <a:gd name="connsiteY2" fmla="*/ 119443 h 120443"/>
                <a:gd name="connsiteX3" fmla="*/ 13509 w 148966"/>
                <a:gd name="connsiteY3" fmla="*/ 10380 h 120443"/>
                <a:gd name="connsiteX4" fmla="*/ 40870 w 148966"/>
                <a:gd name="connsiteY4" fmla="*/ 0 h 120443"/>
                <a:gd name="connsiteX5" fmla="*/ 42775 w 148966"/>
                <a:gd name="connsiteY5" fmla="*/ 70484 h 120443"/>
                <a:gd name="connsiteX6" fmla="*/ 112795 w 148966"/>
                <a:gd name="connsiteY6" fmla="*/ 6739 h 12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966" h="120443">
                  <a:moveTo>
                    <a:pt x="112795" y="6739"/>
                  </a:moveTo>
                  <a:lnTo>
                    <a:pt x="148967" y="27346"/>
                  </a:lnTo>
                  <a:cubicBezTo>
                    <a:pt x="148967" y="27346"/>
                    <a:pt x="91995" y="131694"/>
                    <a:pt x="32452" y="119443"/>
                  </a:cubicBezTo>
                  <a:cubicBezTo>
                    <a:pt x="-27079" y="107203"/>
                    <a:pt x="13509" y="10380"/>
                    <a:pt x="13509" y="10380"/>
                  </a:cubicBezTo>
                  <a:lnTo>
                    <a:pt x="40870" y="0"/>
                  </a:lnTo>
                  <a:lnTo>
                    <a:pt x="42775" y="70484"/>
                  </a:lnTo>
                  <a:lnTo>
                    <a:pt x="112795" y="6739"/>
                  </a:lnTo>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Shape 58">
              <a:extLst>
                <a:ext uri="{FF2B5EF4-FFF2-40B4-BE49-F238E27FC236}">
                  <a16:creationId xmlns:a16="http://schemas.microsoft.com/office/drawing/2014/main" id="{A6DBF370-6D39-4342-A75A-32659B2C3102}"/>
                </a:ext>
              </a:extLst>
            </p:cNvPr>
            <p:cNvSpPr/>
            <p:nvPr/>
          </p:nvSpPr>
          <p:spPr bwMode="gray">
            <a:xfrm>
              <a:off x="2237659" y="679124"/>
              <a:ext cx="88878" cy="91824"/>
            </a:xfrm>
            <a:custGeom>
              <a:avLst/>
              <a:gdLst>
                <a:gd name="connsiteX0" fmla="*/ 0 w 61698"/>
                <a:gd name="connsiteY0" fmla="*/ 47471 h 63743"/>
                <a:gd name="connsiteX1" fmla="*/ 9525 w 61698"/>
                <a:gd name="connsiteY1" fmla="*/ 60661 h 63743"/>
                <a:gd name="connsiteX2" fmla="*/ 40969 w 61698"/>
                <a:gd name="connsiteY2" fmla="*/ 57057 h 63743"/>
                <a:gd name="connsiteX3" fmla="*/ 55543 w 61698"/>
                <a:gd name="connsiteY3" fmla="*/ 48731 h 63743"/>
                <a:gd name="connsiteX4" fmla="*/ 61698 w 61698"/>
                <a:gd name="connsiteY4" fmla="*/ 0 h 63743"/>
                <a:gd name="connsiteX5" fmla="*/ 7965 w 61698"/>
                <a:gd name="connsiteY5" fmla="*/ 1917 h 63743"/>
                <a:gd name="connsiteX6" fmla="*/ 0 w 61698"/>
                <a:gd name="connsiteY6" fmla="*/ 47471 h 6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98" h="63743">
                  <a:moveTo>
                    <a:pt x="0" y="47471"/>
                  </a:moveTo>
                  <a:cubicBezTo>
                    <a:pt x="2524" y="52434"/>
                    <a:pt x="5120" y="57433"/>
                    <a:pt x="9525" y="60661"/>
                  </a:cubicBezTo>
                  <a:cubicBezTo>
                    <a:pt x="18990" y="67605"/>
                    <a:pt x="31563" y="61224"/>
                    <a:pt x="40969" y="57057"/>
                  </a:cubicBezTo>
                  <a:cubicBezTo>
                    <a:pt x="46137" y="54769"/>
                    <a:pt x="50923" y="51899"/>
                    <a:pt x="55543" y="48731"/>
                  </a:cubicBezTo>
                  <a:cubicBezTo>
                    <a:pt x="51602" y="30266"/>
                    <a:pt x="61698" y="0"/>
                    <a:pt x="61698" y="0"/>
                  </a:cubicBezTo>
                  <a:lnTo>
                    <a:pt x="7965" y="1917"/>
                  </a:lnTo>
                  <a:cubicBezTo>
                    <a:pt x="7965" y="1917"/>
                    <a:pt x="7899" y="32718"/>
                    <a:pt x="0" y="47471"/>
                  </a:cubicBez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0" name="Freeform: Shape 59">
              <a:extLst>
                <a:ext uri="{FF2B5EF4-FFF2-40B4-BE49-F238E27FC236}">
                  <a16:creationId xmlns:a16="http://schemas.microsoft.com/office/drawing/2014/main" id="{3051038B-940B-413F-AD8D-7162D4F792A9}"/>
                </a:ext>
              </a:extLst>
            </p:cNvPr>
            <p:cNvSpPr/>
            <p:nvPr/>
          </p:nvSpPr>
          <p:spPr bwMode="gray">
            <a:xfrm>
              <a:off x="2100620" y="765992"/>
              <a:ext cx="322635" cy="455355"/>
            </a:xfrm>
            <a:custGeom>
              <a:avLst/>
              <a:gdLst>
                <a:gd name="connsiteX0" fmla="*/ 196167 w 223968"/>
                <a:gd name="connsiteY0" fmla="*/ 153512 h 316101"/>
                <a:gd name="connsiteX1" fmla="*/ 223968 w 223968"/>
                <a:gd name="connsiteY1" fmla="*/ 36235 h 316101"/>
                <a:gd name="connsiteX2" fmla="*/ 161294 w 223968"/>
                <a:gd name="connsiteY2" fmla="*/ 1800 h 316101"/>
                <a:gd name="connsiteX3" fmla="*/ 72771 w 223968"/>
                <a:gd name="connsiteY3" fmla="*/ 103873 h 316101"/>
                <a:gd name="connsiteX4" fmla="*/ 72640 w 223968"/>
                <a:gd name="connsiteY4" fmla="*/ 0 h 316101"/>
                <a:gd name="connsiteX5" fmla="*/ 24801 w 223968"/>
                <a:gd name="connsiteY5" fmla="*/ 16981 h 316101"/>
                <a:gd name="connsiteX6" fmla="*/ 24491 w 223968"/>
                <a:gd name="connsiteY6" fmla="*/ 55476 h 316101"/>
                <a:gd name="connsiteX7" fmla="*/ 12799 w 223968"/>
                <a:gd name="connsiteY7" fmla="*/ 121100 h 316101"/>
                <a:gd name="connsiteX8" fmla="*/ 31718 w 223968"/>
                <a:gd name="connsiteY8" fmla="*/ 181287 h 316101"/>
                <a:gd name="connsiteX9" fmla="*/ 0 w 223968"/>
                <a:gd name="connsiteY9" fmla="*/ 291932 h 316101"/>
                <a:gd name="connsiteX10" fmla="*/ 82701 w 223968"/>
                <a:gd name="connsiteY10" fmla="*/ 315874 h 316101"/>
                <a:gd name="connsiteX11" fmla="*/ 183940 w 223968"/>
                <a:gd name="connsiteY11" fmla="*/ 300145 h 316101"/>
                <a:gd name="connsiteX12" fmla="*/ 165783 w 223968"/>
                <a:gd name="connsiteY12" fmla="*/ 218861 h 316101"/>
                <a:gd name="connsiteX13" fmla="*/ 196167 w 223968"/>
                <a:gd name="connsiteY13" fmla="*/ 153512 h 316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968" h="316101">
                  <a:moveTo>
                    <a:pt x="196167" y="153512"/>
                  </a:moveTo>
                  <a:lnTo>
                    <a:pt x="223968" y="36235"/>
                  </a:lnTo>
                  <a:lnTo>
                    <a:pt x="161294" y="1800"/>
                  </a:lnTo>
                  <a:cubicBezTo>
                    <a:pt x="139231" y="8632"/>
                    <a:pt x="72771" y="103873"/>
                    <a:pt x="72771" y="103873"/>
                  </a:cubicBezTo>
                  <a:cubicBezTo>
                    <a:pt x="72771" y="103873"/>
                    <a:pt x="74437" y="15720"/>
                    <a:pt x="72640" y="0"/>
                  </a:cubicBezTo>
                  <a:lnTo>
                    <a:pt x="24801" y="16981"/>
                  </a:lnTo>
                  <a:cubicBezTo>
                    <a:pt x="24801" y="16981"/>
                    <a:pt x="23336" y="28148"/>
                    <a:pt x="24491" y="55476"/>
                  </a:cubicBezTo>
                  <a:cubicBezTo>
                    <a:pt x="25229" y="73358"/>
                    <a:pt x="12799" y="121100"/>
                    <a:pt x="12799" y="121100"/>
                  </a:cubicBezTo>
                  <a:lnTo>
                    <a:pt x="31718" y="181287"/>
                  </a:lnTo>
                  <a:cubicBezTo>
                    <a:pt x="23991" y="240772"/>
                    <a:pt x="0" y="291932"/>
                    <a:pt x="0" y="291932"/>
                  </a:cubicBezTo>
                  <a:cubicBezTo>
                    <a:pt x="0" y="291932"/>
                    <a:pt x="31611" y="311088"/>
                    <a:pt x="82701" y="315874"/>
                  </a:cubicBezTo>
                  <a:cubicBezTo>
                    <a:pt x="107525" y="318209"/>
                    <a:pt x="166426" y="301838"/>
                    <a:pt x="183940" y="300145"/>
                  </a:cubicBezTo>
                  <a:lnTo>
                    <a:pt x="165783" y="218861"/>
                  </a:lnTo>
                  <a:lnTo>
                    <a:pt x="196167" y="153512"/>
                  </a:lnTo>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Shape 60">
              <a:extLst>
                <a:ext uri="{FF2B5EF4-FFF2-40B4-BE49-F238E27FC236}">
                  <a16:creationId xmlns:a16="http://schemas.microsoft.com/office/drawing/2014/main" id="{2EC6161B-801E-44D9-8F58-900E45B1D546}"/>
                </a:ext>
              </a:extLst>
            </p:cNvPr>
            <p:cNvSpPr/>
            <p:nvPr/>
          </p:nvSpPr>
          <p:spPr bwMode="gray">
            <a:xfrm>
              <a:off x="2339433" y="831068"/>
              <a:ext cx="80765" cy="250201"/>
            </a:xfrm>
            <a:custGeom>
              <a:avLst/>
              <a:gdLst>
                <a:gd name="connsiteX0" fmla="*/ 2 w 56066"/>
                <a:gd name="connsiteY0" fmla="*/ 173686 h 173686"/>
                <a:gd name="connsiteX1" fmla="*/ 2 w 56066"/>
                <a:gd name="connsiteY1" fmla="*/ 173686 h 173686"/>
                <a:gd name="connsiteX2" fmla="*/ 30387 w 56066"/>
                <a:gd name="connsiteY2" fmla="*/ 108338 h 173686"/>
                <a:gd name="connsiteX3" fmla="*/ 56057 w 56066"/>
                <a:gd name="connsiteY3" fmla="*/ 23 h 173686"/>
                <a:gd name="connsiteX4" fmla="*/ 56066 w 56066"/>
                <a:gd name="connsiteY4" fmla="*/ 0 h 173686"/>
                <a:gd name="connsiteX5" fmla="*/ 30385 w 56066"/>
                <a:gd name="connsiteY5" fmla="*/ 108337 h 173686"/>
                <a:gd name="connsiteX6" fmla="*/ 0 w 56066"/>
                <a:gd name="connsiteY6" fmla="*/ 173686 h 173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66" h="173686">
                  <a:moveTo>
                    <a:pt x="2" y="173686"/>
                  </a:moveTo>
                  <a:lnTo>
                    <a:pt x="2" y="173686"/>
                  </a:lnTo>
                  <a:lnTo>
                    <a:pt x="30387" y="108338"/>
                  </a:lnTo>
                  <a:lnTo>
                    <a:pt x="56057" y="23"/>
                  </a:lnTo>
                  <a:cubicBezTo>
                    <a:pt x="56066" y="13"/>
                    <a:pt x="56066" y="0"/>
                    <a:pt x="56066" y="0"/>
                  </a:cubicBezTo>
                  <a:lnTo>
                    <a:pt x="30385" y="108337"/>
                  </a:lnTo>
                  <a:lnTo>
                    <a:pt x="0" y="173686"/>
                  </a:lnTo>
                </a:path>
              </a:pathLst>
            </a:custGeom>
            <a:solidFill>
              <a:srgbClr val="8D8B8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Shape 61">
              <a:extLst>
                <a:ext uri="{FF2B5EF4-FFF2-40B4-BE49-F238E27FC236}">
                  <a16:creationId xmlns:a16="http://schemas.microsoft.com/office/drawing/2014/main" id="{8790835C-17EF-4902-8A35-E1790C38A731}"/>
                </a:ext>
              </a:extLst>
            </p:cNvPr>
            <p:cNvSpPr/>
            <p:nvPr/>
          </p:nvSpPr>
          <p:spPr bwMode="gray">
            <a:xfrm>
              <a:off x="2361064" y="1198362"/>
              <a:ext cx="4528" cy="569"/>
            </a:xfrm>
            <a:custGeom>
              <a:avLst/>
              <a:gdLst>
                <a:gd name="connsiteX0" fmla="*/ 0 w 3143"/>
                <a:gd name="connsiteY0" fmla="*/ 396 h 395"/>
                <a:gd name="connsiteX1" fmla="*/ 38 w 3143"/>
                <a:gd name="connsiteY1" fmla="*/ 381 h 395"/>
                <a:gd name="connsiteX2" fmla="*/ 0 w 3143"/>
                <a:gd name="connsiteY2" fmla="*/ 396 h 395"/>
                <a:gd name="connsiteX3" fmla="*/ 119 w 3143"/>
                <a:gd name="connsiteY3" fmla="*/ 372 h 395"/>
                <a:gd name="connsiteX4" fmla="*/ 157 w 3143"/>
                <a:gd name="connsiteY4" fmla="*/ 372 h 395"/>
                <a:gd name="connsiteX5" fmla="*/ 119 w 3143"/>
                <a:gd name="connsiteY5" fmla="*/ 372 h 395"/>
                <a:gd name="connsiteX6" fmla="*/ 214 w 3143"/>
                <a:gd name="connsiteY6" fmla="*/ 359 h 395"/>
                <a:gd name="connsiteX7" fmla="*/ 281 w 3143"/>
                <a:gd name="connsiteY7" fmla="*/ 349 h 395"/>
                <a:gd name="connsiteX8" fmla="*/ 214 w 3143"/>
                <a:gd name="connsiteY8" fmla="*/ 359 h 395"/>
                <a:gd name="connsiteX9" fmla="*/ 310 w 3143"/>
                <a:gd name="connsiteY9" fmla="*/ 349 h 395"/>
                <a:gd name="connsiteX10" fmla="*/ 405 w 3143"/>
                <a:gd name="connsiteY10" fmla="*/ 335 h 395"/>
                <a:gd name="connsiteX11" fmla="*/ 310 w 3143"/>
                <a:gd name="connsiteY11" fmla="*/ 349 h 395"/>
                <a:gd name="connsiteX12" fmla="*/ 429 w 3143"/>
                <a:gd name="connsiteY12" fmla="*/ 335 h 395"/>
                <a:gd name="connsiteX13" fmla="*/ 536 w 3143"/>
                <a:gd name="connsiteY13" fmla="*/ 312 h 395"/>
                <a:gd name="connsiteX14" fmla="*/ 429 w 3143"/>
                <a:gd name="connsiteY14" fmla="*/ 335 h 395"/>
                <a:gd name="connsiteX15" fmla="*/ 536 w 3143"/>
                <a:gd name="connsiteY15" fmla="*/ 312 h 395"/>
                <a:gd name="connsiteX16" fmla="*/ 643 w 3143"/>
                <a:gd name="connsiteY16" fmla="*/ 302 h 395"/>
                <a:gd name="connsiteX17" fmla="*/ 536 w 3143"/>
                <a:gd name="connsiteY17" fmla="*/ 312 h 395"/>
                <a:gd name="connsiteX18" fmla="*/ 667 w 3143"/>
                <a:gd name="connsiteY18" fmla="*/ 302 h 395"/>
                <a:gd name="connsiteX19" fmla="*/ 3143 w 3143"/>
                <a:gd name="connsiteY19" fmla="*/ 0 h 395"/>
                <a:gd name="connsiteX20" fmla="*/ 3143 w 3143"/>
                <a:gd name="connsiteY20" fmla="*/ 0 h 395"/>
                <a:gd name="connsiteX21" fmla="*/ 667 w 3143"/>
                <a:gd name="connsiteY21" fmla="*/ 302 h 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143" h="395">
                  <a:moveTo>
                    <a:pt x="0" y="396"/>
                  </a:moveTo>
                  <a:cubicBezTo>
                    <a:pt x="10" y="396"/>
                    <a:pt x="19" y="381"/>
                    <a:pt x="38" y="381"/>
                  </a:cubicBezTo>
                  <a:cubicBezTo>
                    <a:pt x="29" y="381"/>
                    <a:pt x="19" y="396"/>
                    <a:pt x="0" y="396"/>
                  </a:cubicBezTo>
                  <a:moveTo>
                    <a:pt x="119" y="372"/>
                  </a:moveTo>
                  <a:cubicBezTo>
                    <a:pt x="129" y="372"/>
                    <a:pt x="138" y="372"/>
                    <a:pt x="157" y="372"/>
                  </a:cubicBezTo>
                  <a:cubicBezTo>
                    <a:pt x="148" y="372"/>
                    <a:pt x="138" y="372"/>
                    <a:pt x="119" y="372"/>
                  </a:cubicBezTo>
                  <a:moveTo>
                    <a:pt x="214" y="359"/>
                  </a:moveTo>
                  <a:cubicBezTo>
                    <a:pt x="233" y="359"/>
                    <a:pt x="262" y="359"/>
                    <a:pt x="281" y="349"/>
                  </a:cubicBezTo>
                  <a:cubicBezTo>
                    <a:pt x="262" y="359"/>
                    <a:pt x="233" y="359"/>
                    <a:pt x="214" y="359"/>
                  </a:cubicBezTo>
                  <a:moveTo>
                    <a:pt x="310" y="349"/>
                  </a:moveTo>
                  <a:cubicBezTo>
                    <a:pt x="348" y="349"/>
                    <a:pt x="367" y="335"/>
                    <a:pt x="405" y="335"/>
                  </a:cubicBezTo>
                  <a:cubicBezTo>
                    <a:pt x="367" y="335"/>
                    <a:pt x="348" y="349"/>
                    <a:pt x="310" y="349"/>
                  </a:cubicBezTo>
                  <a:moveTo>
                    <a:pt x="429" y="335"/>
                  </a:moveTo>
                  <a:cubicBezTo>
                    <a:pt x="467" y="325"/>
                    <a:pt x="505" y="325"/>
                    <a:pt x="536" y="312"/>
                  </a:cubicBezTo>
                  <a:cubicBezTo>
                    <a:pt x="498" y="325"/>
                    <a:pt x="460" y="325"/>
                    <a:pt x="429" y="335"/>
                  </a:cubicBezTo>
                  <a:moveTo>
                    <a:pt x="536" y="312"/>
                  </a:moveTo>
                  <a:cubicBezTo>
                    <a:pt x="574" y="312"/>
                    <a:pt x="603" y="302"/>
                    <a:pt x="643" y="302"/>
                  </a:cubicBezTo>
                  <a:cubicBezTo>
                    <a:pt x="605" y="302"/>
                    <a:pt x="576" y="312"/>
                    <a:pt x="536" y="312"/>
                  </a:cubicBezTo>
                  <a:moveTo>
                    <a:pt x="667" y="302"/>
                  </a:moveTo>
                  <a:cubicBezTo>
                    <a:pt x="1559" y="168"/>
                    <a:pt x="2381" y="74"/>
                    <a:pt x="3143" y="0"/>
                  </a:cubicBezTo>
                  <a:lnTo>
                    <a:pt x="3143" y="0"/>
                  </a:lnTo>
                  <a:cubicBezTo>
                    <a:pt x="2381" y="74"/>
                    <a:pt x="1560" y="168"/>
                    <a:pt x="667" y="302"/>
                  </a:cubicBezTo>
                </a:path>
              </a:pathLst>
            </a:custGeom>
            <a:solidFill>
              <a:srgbClr val="221E1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Freeform: Shape 62">
              <a:extLst>
                <a:ext uri="{FF2B5EF4-FFF2-40B4-BE49-F238E27FC236}">
                  <a16:creationId xmlns:a16="http://schemas.microsoft.com/office/drawing/2014/main" id="{A82A79B9-09A1-4F99-BC41-06DF032F671D}"/>
                </a:ext>
              </a:extLst>
            </p:cNvPr>
            <p:cNvSpPr/>
            <p:nvPr/>
          </p:nvSpPr>
          <p:spPr bwMode="gray">
            <a:xfrm>
              <a:off x="2300125" y="831101"/>
              <a:ext cx="120059" cy="380059"/>
            </a:xfrm>
            <a:custGeom>
              <a:avLst/>
              <a:gdLst>
                <a:gd name="connsiteX0" fmla="*/ 0 w 83343"/>
                <a:gd name="connsiteY0" fmla="*/ 263831 h 263831"/>
                <a:gd name="connsiteX1" fmla="*/ 7084 w 83343"/>
                <a:gd name="connsiteY1" fmla="*/ 199313 h 263831"/>
                <a:gd name="connsiteX2" fmla="*/ 19538 w 83343"/>
                <a:gd name="connsiteY2" fmla="*/ 145544 h 263831"/>
                <a:gd name="connsiteX3" fmla="*/ 16443 w 83343"/>
                <a:gd name="connsiteY3" fmla="*/ 98385 h 263831"/>
                <a:gd name="connsiteX4" fmla="*/ 63115 w 83343"/>
                <a:gd name="connsiteY4" fmla="*/ 51165 h 263831"/>
                <a:gd name="connsiteX5" fmla="*/ 83344 w 83343"/>
                <a:gd name="connsiteY5" fmla="*/ 0 h 263831"/>
                <a:gd name="connsiteX6" fmla="*/ 57674 w 83343"/>
                <a:gd name="connsiteY6" fmla="*/ 108315 h 263831"/>
                <a:gd name="connsiteX7" fmla="*/ 27289 w 83343"/>
                <a:gd name="connsiteY7" fmla="*/ 173663 h 263831"/>
                <a:gd name="connsiteX8" fmla="*/ 45446 w 83343"/>
                <a:gd name="connsiteY8" fmla="*/ 254947 h 263831"/>
                <a:gd name="connsiteX9" fmla="*/ 42970 w 83343"/>
                <a:gd name="connsiteY9" fmla="*/ 255250 h 263831"/>
                <a:gd name="connsiteX10" fmla="*/ 42951 w 83343"/>
                <a:gd name="connsiteY10" fmla="*/ 255250 h 263831"/>
                <a:gd name="connsiteX11" fmla="*/ 42844 w 83343"/>
                <a:gd name="connsiteY11" fmla="*/ 255259 h 263831"/>
                <a:gd name="connsiteX12" fmla="*/ 42844 w 83343"/>
                <a:gd name="connsiteY12" fmla="*/ 255259 h 263831"/>
                <a:gd name="connsiteX13" fmla="*/ 42736 w 83343"/>
                <a:gd name="connsiteY13" fmla="*/ 255282 h 263831"/>
                <a:gd name="connsiteX14" fmla="*/ 42717 w 83343"/>
                <a:gd name="connsiteY14" fmla="*/ 255282 h 263831"/>
                <a:gd name="connsiteX15" fmla="*/ 42622 w 83343"/>
                <a:gd name="connsiteY15" fmla="*/ 255296 h 263831"/>
                <a:gd name="connsiteX16" fmla="*/ 42603 w 83343"/>
                <a:gd name="connsiteY16" fmla="*/ 255296 h 263831"/>
                <a:gd name="connsiteX17" fmla="*/ 42536 w 83343"/>
                <a:gd name="connsiteY17" fmla="*/ 255306 h 263831"/>
                <a:gd name="connsiteX18" fmla="*/ 42479 w 83343"/>
                <a:gd name="connsiteY18" fmla="*/ 255319 h 263831"/>
                <a:gd name="connsiteX19" fmla="*/ 42441 w 83343"/>
                <a:gd name="connsiteY19" fmla="*/ 255319 h 263831"/>
                <a:gd name="connsiteX20" fmla="*/ 42355 w 83343"/>
                <a:gd name="connsiteY20" fmla="*/ 255329 h 263831"/>
                <a:gd name="connsiteX21" fmla="*/ 42317 w 83343"/>
                <a:gd name="connsiteY21" fmla="*/ 255343 h 263831"/>
                <a:gd name="connsiteX22" fmla="*/ 14 w 83343"/>
                <a:gd name="connsiteY22" fmla="*/ 263831 h 26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343" h="263831">
                  <a:moveTo>
                    <a:pt x="0" y="263831"/>
                  </a:moveTo>
                  <a:cubicBezTo>
                    <a:pt x="3810" y="242543"/>
                    <a:pt x="5560" y="221088"/>
                    <a:pt x="7084" y="199313"/>
                  </a:cubicBezTo>
                  <a:cubicBezTo>
                    <a:pt x="8382" y="180836"/>
                    <a:pt x="5882" y="159604"/>
                    <a:pt x="19538" y="145544"/>
                  </a:cubicBezTo>
                  <a:cubicBezTo>
                    <a:pt x="25646" y="139271"/>
                    <a:pt x="10216" y="105766"/>
                    <a:pt x="16443" y="98385"/>
                  </a:cubicBezTo>
                  <a:cubicBezTo>
                    <a:pt x="32087" y="79870"/>
                    <a:pt x="56531" y="73498"/>
                    <a:pt x="63115" y="51165"/>
                  </a:cubicBezTo>
                  <a:cubicBezTo>
                    <a:pt x="68235" y="33803"/>
                    <a:pt x="76950" y="17125"/>
                    <a:pt x="83344" y="0"/>
                  </a:cubicBezTo>
                  <a:lnTo>
                    <a:pt x="57674" y="108315"/>
                  </a:lnTo>
                  <a:lnTo>
                    <a:pt x="27289" y="173663"/>
                  </a:lnTo>
                  <a:lnTo>
                    <a:pt x="45446" y="254947"/>
                  </a:lnTo>
                  <a:cubicBezTo>
                    <a:pt x="44684" y="255022"/>
                    <a:pt x="43863" y="255115"/>
                    <a:pt x="42970" y="255250"/>
                  </a:cubicBezTo>
                  <a:cubicBezTo>
                    <a:pt x="42960" y="255250"/>
                    <a:pt x="42960" y="255250"/>
                    <a:pt x="42951" y="255250"/>
                  </a:cubicBezTo>
                  <a:cubicBezTo>
                    <a:pt x="42913" y="255250"/>
                    <a:pt x="42884" y="255259"/>
                    <a:pt x="42844" y="255259"/>
                  </a:cubicBezTo>
                  <a:lnTo>
                    <a:pt x="42844" y="255259"/>
                  </a:lnTo>
                  <a:cubicBezTo>
                    <a:pt x="42806" y="255273"/>
                    <a:pt x="42768" y="255273"/>
                    <a:pt x="42736" y="255282"/>
                  </a:cubicBezTo>
                  <a:cubicBezTo>
                    <a:pt x="42727" y="255282"/>
                    <a:pt x="42727" y="255282"/>
                    <a:pt x="42717" y="255282"/>
                  </a:cubicBezTo>
                  <a:cubicBezTo>
                    <a:pt x="42679" y="255282"/>
                    <a:pt x="42660" y="255296"/>
                    <a:pt x="42622" y="255296"/>
                  </a:cubicBezTo>
                  <a:cubicBezTo>
                    <a:pt x="42613" y="255296"/>
                    <a:pt x="42613" y="255296"/>
                    <a:pt x="42603" y="255296"/>
                  </a:cubicBezTo>
                  <a:cubicBezTo>
                    <a:pt x="42584" y="255306"/>
                    <a:pt x="42555" y="255306"/>
                    <a:pt x="42536" y="255306"/>
                  </a:cubicBezTo>
                  <a:cubicBezTo>
                    <a:pt x="42517" y="255306"/>
                    <a:pt x="42489" y="255319"/>
                    <a:pt x="42479" y="255319"/>
                  </a:cubicBezTo>
                  <a:cubicBezTo>
                    <a:pt x="42470" y="255319"/>
                    <a:pt x="42460" y="255319"/>
                    <a:pt x="42441" y="255319"/>
                  </a:cubicBezTo>
                  <a:cubicBezTo>
                    <a:pt x="42422" y="255329"/>
                    <a:pt x="42384" y="255329"/>
                    <a:pt x="42355" y="255329"/>
                  </a:cubicBezTo>
                  <a:cubicBezTo>
                    <a:pt x="42346" y="255329"/>
                    <a:pt x="42336" y="255343"/>
                    <a:pt x="42317" y="255343"/>
                  </a:cubicBezTo>
                  <a:cubicBezTo>
                    <a:pt x="33066" y="256687"/>
                    <a:pt x="17005" y="260379"/>
                    <a:pt x="14" y="263831"/>
                  </a:cubicBezTo>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4" name="Freeform: Shape 63">
              <a:extLst>
                <a:ext uri="{FF2B5EF4-FFF2-40B4-BE49-F238E27FC236}">
                  <a16:creationId xmlns:a16="http://schemas.microsoft.com/office/drawing/2014/main" id="{98DCE1F2-2A2F-46FA-9D93-A66BCB081F5E}"/>
                </a:ext>
              </a:extLst>
            </p:cNvPr>
            <p:cNvSpPr/>
            <p:nvPr/>
          </p:nvSpPr>
          <p:spPr bwMode="gray">
            <a:xfrm>
              <a:off x="2347471" y="610415"/>
              <a:ext cx="24956" cy="55109"/>
            </a:xfrm>
            <a:custGeom>
              <a:avLst/>
              <a:gdLst>
                <a:gd name="connsiteX0" fmla="*/ 1483 w 17324"/>
                <a:gd name="connsiteY0" fmla="*/ 14229 h 38256"/>
                <a:gd name="connsiteX1" fmla="*/ 14116 w 17324"/>
                <a:gd name="connsiteY1" fmla="*/ 513 h 38256"/>
                <a:gd name="connsiteX2" fmla="*/ 15223 w 17324"/>
                <a:gd name="connsiteY2" fmla="*/ 22837 h 38256"/>
                <a:gd name="connsiteX3" fmla="*/ 10020 w 17324"/>
                <a:gd name="connsiteY3" fmla="*/ 32362 h 38256"/>
                <a:gd name="connsiteX4" fmla="*/ 4472 w 17324"/>
                <a:gd name="connsiteY4" fmla="*/ 38255 h 38256"/>
                <a:gd name="connsiteX5" fmla="*/ 1483 w 17324"/>
                <a:gd name="connsiteY5" fmla="*/ 14229 h 3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24" h="38256">
                  <a:moveTo>
                    <a:pt x="1483" y="14229"/>
                  </a:moveTo>
                  <a:cubicBezTo>
                    <a:pt x="4662" y="4275"/>
                    <a:pt x="10317" y="-1869"/>
                    <a:pt x="14116" y="513"/>
                  </a:cubicBezTo>
                  <a:cubicBezTo>
                    <a:pt x="17914" y="2882"/>
                    <a:pt x="18414" y="12883"/>
                    <a:pt x="15223" y="22837"/>
                  </a:cubicBezTo>
                  <a:cubicBezTo>
                    <a:pt x="13723" y="27528"/>
                    <a:pt x="12163" y="29850"/>
                    <a:pt x="10020" y="32362"/>
                  </a:cubicBezTo>
                  <a:cubicBezTo>
                    <a:pt x="7615" y="35172"/>
                    <a:pt x="6674" y="38339"/>
                    <a:pt x="4472" y="38255"/>
                  </a:cubicBezTo>
                  <a:cubicBezTo>
                    <a:pt x="697" y="38136"/>
                    <a:pt x="-1708" y="24182"/>
                    <a:pt x="1483" y="14229"/>
                  </a:cubicBezTo>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Shape 64">
              <a:extLst>
                <a:ext uri="{FF2B5EF4-FFF2-40B4-BE49-F238E27FC236}">
                  <a16:creationId xmlns:a16="http://schemas.microsoft.com/office/drawing/2014/main" id="{43628D00-01BB-44EC-BC09-404D3490A769}"/>
                </a:ext>
              </a:extLst>
            </p:cNvPr>
            <p:cNvSpPr/>
            <p:nvPr/>
          </p:nvSpPr>
          <p:spPr bwMode="gray">
            <a:xfrm>
              <a:off x="2187371" y="499885"/>
              <a:ext cx="170789" cy="238942"/>
            </a:xfrm>
            <a:custGeom>
              <a:avLst/>
              <a:gdLst>
                <a:gd name="connsiteX0" fmla="*/ 61329 w 118559"/>
                <a:gd name="connsiteY0" fmla="*/ 53 h 165870"/>
                <a:gd name="connsiteX1" fmla="*/ 118551 w 118559"/>
                <a:gd name="connsiteY1" fmla="*/ 61310 h 165870"/>
                <a:gd name="connsiteX2" fmla="*/ 107121 w 118559"/>
                <a:gd name="connsiteY2" fmla="*/ 131402 h 165870"/>
                <a:gd name="connsiteX3" fmla="*/ 50447 w 118559"/>
                <a:gd name="connsiteY3" fmla="*/ 165859 h 165870"/>
                <a:gd name="connsiteX4" fmla="*/ 6525 w 118559"/>
                <a:gd name="connsiteY4" fmla="*/ 127902 h 165870"/>
                <a:gd name="connsiteX5" fmla="*/ 0 w 118559"/>
                <a:gd name="connsiteY5" fmla="*/ 57179 h 165870"/>
                <a:gd name="connsiteX6" fmla="*/ 61329 w 118559"/>
                <a:gd name="connsiteY6" fmla="*/ 53 h 16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559" h="165870">
                  <a:moveTo>
                    <a:pt x="61329" y="53"/>
                  </a:moveTo>
                  <a:cubicBezTo>
                    <a:pt x="120610" y="2124"/>
                    <a:pt x="118551" y="61310"/>
                    <a:pt x="118551" y="61310"/>
                  </a:cubicBezTo>
                  <a:cubicBezTo>
                    <a:pt x="118551" y="61310"/>
                    <a:pt x="113169" y="120734"/>
                    <a:pt x="107121" y="131402"/>
                  </a:cubicBezTo>
                  <a:cubicBezTo>
                    <a:pt x="101060" y="142070"/>
                    <a:pt x="68473" y="166490"/>
                    <a:pt x="50447" y="165859"/>
                  </a:cubicBezTo>
                  <a:cubicBezTo>
                    <a:pt x="32433" y="165228"/>
                    <a:pt x="11811" y="138963"/>
                    <a:pt x="6525" y="127902"/>
                  </a:cubicBezTo>
                  <a:cubicBezTo>
                    <a:pt x="1226" y="116841"/>
                    <a:pt x="0" y="57179"/>
                    <a:pt x="0" y="57179"/>
                  </a:cubicBezTo>
                  <a:cubicBezTo>
                    <a:pt x="0" y="57179"/>
                    <a:pt x="2060" y="-2007"/>
                    <a:pt x="61329" y="53"/>
                  </a:cubicBez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Shape 65">
              <a:extLst>
                <a:ext uri="{FF2B5EF4-FFF2-40B4-BE49-F238E27FC236}">
                  <a16:creationId xmlns:a16="http://schemas.microsoft.com/office/drawing/2014/main" id="{A2A86107-BE99-46A0-8324-93004D4A3D35}"/>
                </a:ext>
              </a:extLst>
            </p:cNvPr>
            <p:cNvSpPr/>
            <p:nvPr/>
          </p:nvSpPr>
          <p:spPr bwMode="gray">
            <a:xfrm>
              <a:off x="2187371" y="499885"/>
              <a:ext cx="170771" cy="130238"/>
            </a:xfrm>
            <a:custGeom>
              <a:avLst/>
              <a:gdLst>
                <a:gd name="connsiteX0" fmla="*/ 917 w 118547"/>
                <a:gd name="connsiteY0" fmla="*/ 82039 h 90409"/>
                <a:gd name="connsiteX1" fmla="*/ 31599 w 118547"/>
                <a:gd name="connsiteY1" fmla="*/ 69633 h 90409"/>
                <a:gd name="connsiteX2" fmla="*/ 80867 w 118547"/>
                <a:gd name="connsiteY2" fmla="*/ 45499 h 90409"/>
                <a:gd name="connsiteX3" fmla="*/ 90511 w 118547"/>
                <a:gd name="connsiteY3" fmla="*/ 42094 h 90409"/>
                <a:gd name="connsiteX4" fmla="*/ 96453 w 118547"/>
                <a:gd name="connsiteY4" fmla="*/ 52476 h 90409"/>
                <a:gd name="connsiteX5" fmla="*/ 115348 w 118547"/>
                <a:gd name="connsiteY5" fmla="*/ 90409 h 90409"/>
                <a:gd name="connsiteX6" fmla="*/ 118539 w 118547"/>
                <a:gd name="connsiteY6" fmla="*/ 61310 h 90409"/>
                <a:gd name="connsiteX7" fmla="*/ 61329 w 118547"/>
                <a:gd name="connsiteY7" fmla="*/ 53 h 90409"/>
                <a:gd name="connsiteX8" fmla="*/ 0 w 118547"/>
                <a:gd name="connsiteY8" fmla="*/ 57179 h 90409"/>
                <a:gd name="connsiteX9" fmla="*/ 916 w 118547"/>
                <a:gd name="connsiteY9" fmla="*/ 82039 h 9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547" h="90409">
                  <a:moveTo>
                    <a:pt x="917" y="82039"/>
                  </a:moveTo>
                  <a:cubicBezTo>
                    <a:pt x="11299" y="78312"/>
                    <a:pt x="21574" y="74336"/>
                    <a:pt x="31599" y="69633"/>
                  </a:cubicBezTo>
                  <a:cubicBezTo>
                    <a:pt x="48161" y="61858"/>
                    <a:pt x="65663" y="55869"/>
                    <a:pt x="80867" y="45499"/>
                  </a:cubicBezTo>
                  <a:cubicBezTo>
                    <a:pt x="83391" y="43772"/>
                    <a:pt x="87142" y="40570"/>
                    <a:pt x="90511" y="42094"/>
                  </a:cubicBezTo>
                  <a:cubicBezTo>
                    <a:pt x="93797" y="43582"/>
                    <a:pt x="95286" y="49511"/>
                    <a:pt x="96453" y="52476"/>
                  </a:cubicBezTo>
                  <a:cubicBezTo>
                    <a:pt x="101572" y="65489"/>
                    <a:pt x="108490" y="78062"/>
                    <a:pt x="115348" y="90409"/>
                  </a:cubicBezTo>
                  <a:cubicBezTo>
                    <a:pt x="117312" y="74990"/>
                    <a:pt x="118539" y="61310"/>
                    <a:pt x="118539" y="61310"/>
                  </a:cubicBezTo>
                  <a:cubicBezTo>
                    <a:pt x="118539" y="61310"/>
                    <a:pt x="120610" y="2124"/>
                    <a:pt x="61329" y="53"/>
                  </a:cubicBezTo>
                  <a:cubicBezTo>
                    <a:pt x="2060" y="-2007"/>
                    <a:pt x="0" y="57179"/>
                    <a:pt x="0" y="57179"/>
                  </a:cubicBezTo>
                  <a:cubicBezTo>
                    <a:pt x="0" y="57179"/>
                    <a:pt x="227" y="68418"/>
                    <a:pt x="916" y="82039"/>
                  </a:cubicBez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Shape 66">
              <a:extLst>
                <a:ext uri="{FF2B5EF4-FFF2-40B4-BE49-F238E27FC236}">
                  <a16:creationId xmlns:a16="http://schemas.microsoft.com/office/drawing/2014/main" id="{6E934E53-B0B2-423E-9E62-CD9563272B1C}"/>
                </a:ext>
              </a:extLst>
            </p:cNvPr>
            <p:cNvSpPr/>
            <p:nvPr/>
          </p:nvSpPr>
          <p:spPr bwMode="gray">
            <a:xfrm>
              <a:off x="2281578" y="605262"/>
              <a:ext cx="18522" cy="30805"/>
            </a:xfrm>
            <a:custGeom>
              <a:avLst/>
              <a:gdLst>
                <a:gd name="connsiteX0" fmla="*/ 5720 w 12858"/>
                <a:gd name="connsiteY0" fmla="*/ 53 h 21384"/>
                <a:gd name="connsiteX1" fmla="*/ 12816 w 12858"/>
                <a:gd name="connsiteY1" fmla="*/ 9626 h 21384"/>
                <a:gd name="connsiteX2" fmla="*/ 7148 w 12858"/>
                <a:gd name="connsiteY2" fmla="*/ 21330 h 21384"/>
                <a:gd name="connsiteX3" fmla="*/ 40 w 12858"/>
                <a:gd name="connsiteY3" fmla="*/ 11745 h 21384"/>
                <a:gd name="connsiteX4" fmla="*/ 5720 w 12858"/>
                <a:gd name="connsiteY4" fmla="*/ 53 h 21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58" h="21384">
                  <a:moveTo>
                    <a:pt x="5720" y="53"/>
                  </a:moveTo>
                  <a:cubicBezTo>
                    <a:pt x="9244" y="-530"/>
                    <a:pt x="12423" y="3756"/>
                    <a:pt x="12816" y="9626"/>
                  </a:cubicBezTo>
                  <a:cubicBezTo>
                    <a:pt x="13220" y="15507"/>
                    <a:pt x="10684" y="20746"/>
                    <a:pt x="7148" y="21330"/>
                  </a:cubicBezTo>
                  <a:cubicBezTo>
                    <a:pt x="3624" y="21925"/>
                    <a:pt x="433" y="17627"/>
                    <a:pt x="40" y="11745"/>
                  </a:cubicBezTo>
                  <a:cubicBezTo>
                    <a:pt x="-353" y="5875"/>
                    <a:pt x="2183" y="648"/>
                    <a:pt x="5720" y="53"/>
                  </a:cubicBezTo>
                </a:path>
              </a:pathLst>
            </a:custGeom>
            <a:solidFill>
              <a:srgbClr val="211D1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Shape 67">
              <a:extLst>
                <a:ext uri="{FF2B5EF4-FFF2-40B4-BE49-F238E27FC236}">
                  <a16:creationId xmlns:a16="http://schemas.microsoft.com/office/drawing/2014/main" id="{2B33EC9F-2EEB-45D2-9298-A1F197D7F4F1}"/>
                </a:ext>
              </a:extLst>
            </p:cNvPr>
            <p:cNvSpPr/>
            <p:nvPr/>
          </p:nvSpPr>
          <p:spPr bwMode="gray">
            <a:xfrm>
              <a:off x="2207347" y="603550"/>
              <a:ext cx="17625" cy="29014"/>
            </a:xfrm>
            <a:custGeom>
              <a:avLst/>
              <a:gdLst>
                <a:gd name="connsiteX0" fmla="*/ 5710 w 12859"/>
                <a:gd name="connsiteY0" fmla="*/ 51 h 21380"/>
                <a:gd name="connsiteX1" fmla="*/ 12818 w 12859"/>
                <a:gd name="connsiteY1" fmla="*/ 9636 h 21380"/>
                <a:gd name="connsiteX2" fmla="*/ 7150 w 12859"/>
                <a:gd name="connsiteY2" fmla="*/ 21328 h 21380"/>
                <a:gd name="connsiteX3" fmla="*/ 42 w 12859"/>
                <a:gd name="connsiteY3" fmla="*/ 11755 h 21380"/>
                <a:gd name="connsiteX4" fmla="*/ 5710 w 12859"/>
                <a:gd name="connsiteY4" fmla="*/ 51 h 21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59" h="21380">
                  <a:moveTo>
                    <a:pt x="5710" y="51"/>
                  </a:moveTo>
                  <a:cubicBezTo>
                    <a:pt x="9234" y="-520"/>
                    <a:pt x="12425" y="3754"/>
                    <a:pt x="12818" y="9636"/>
                  </a:cubicBezTo>
                  <a:cubicBezTo>
                    <a:pt x="13222" y="15506"/>
                    <a:pt x="10675" y="20756"/>
                    <a:pt x="7150" y="21328"/>
                  </a:cubicBezTo>
                  <a:cubicBezTo>
                    <a:pt x="3614" y="21911"/>
                    <a:pt x="435" y="17625"/>
                    <a:pt x="42" y="11755"/>
                  </a:cubicBezTo>
                  <a:cubicBezTo>
                    <a:pt x="-362" y="5885"/>
                    <a:pt x="2185" y="635"/>
                    <a:pt x="5710" y="51"/>
                  </a:cubicBezTo>
                </a:path>
              </a:pathLst>
            </a:custGeom>
            <a:solidFill>
              <a:srgbClr val="211D1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9" name="Freeform: Shape 68">
              <a:extLst>
                <a:ext uri="{FF2B5EF4-FFF2-40B4-BE49-F238E27FC236}">
                  <a16:creationId xmlns:a16="http://schemas.microsoft.com/office/drawing/2014/main" id="{245A8352-195C-4D51-94B7-6E2E218BCCBB}"/>
                </a:ext>
              </a:extLst>
            </p:cNvPr>
            <p:cNvSpPr/>
            <p:nvPr/>
          </p:nvSpPr>
          <p:spPr bwMode="gray">
            <a:xfrm>
              <a:off x="2229120" y="641257"/>
              <a:ext cx="13455" cy="25593"/>
            </a:xfrm>
            <a:custGeom>
              <a:avLst/>
              <a:gdLst>
                <a:gd name="connsiteX0" fmla="*/ 7416 w 9340"/>
                <a:gd name="connsiteY0" fmla="*/ 11975 h 17766"/>
                <a:gd name="connsiteX1" fmla="*/ 7059 w 9340"/>
                <a:gd name="connsiteY1" fmla="*/ 14464 h 17766"/>
                <a:gd name="connsiteX2" fmla="*/ 9083 w 9340"/>
                <a:gd name="connsiteY2" fmla="*/ 16845 h 17766"/>
                <a:gd name="connsiteX3" fmla="*/ 3403 w 9340"/>
                <a:gd name="connsiteY3" fmla="*/ 16595 h 17766"/>
                <a:gd name="connsiteX4" fmla="*/ 105 w 9340"/>
                <a:gd name="connsiteY4" fmla="*/ 12678 h 17766"/>
                <a:gd name="connsiteX5" fmla="*/ 1844 w 9340"/>
                <a:gd name="connsiteY5" fmla="*/ 9737 h 17766"/>
                <a:gd name="connsiteX6" fmla="*/ 8261 w 9340"/>
                <a:gd name="connsiteY6" fmla="*/ 188 h 17766"/>
                <a:gd name="connsiteX7" fmla="*/ 7415 w 9340"/>
                <a:gd name="connsiteY7" fmla="*/ 11975 h 1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40" h="17766">
                  <a:moveTo>
                    <a:pt x="7416" y="11975"/>
                  </a:moveTo>
                  <a:cubicBezTo>
                    <a:pt x="6404" y="13523"/>
                    <a:pt x="6476" y="13249"/>
                    <a:pt x="7059" y="14464"/>
                  </a:cubicBezTo>
                  <a:lnTo>
                    <a:pt x="9083" y="16845"/>
                  </a:lnTo>
                  <a:cubicBezTo>
                    <a:pt x="10404" y="18381"/>
                    <a:pt x="4416" y="17786"/>
                    <a:pt x="3403" y="16595"/>
                  </a:cubicBezTo>
                  <a:cubicBezTo>
                    <a:pt x="2558" y="15607"/>
                    <a:pt x="498" y="13952"/>
                    <a:pt x="105" y="12678"/>
                  </a:cubicBezTo>
                  <a:cubicBezTo>
                    <a:pt x="-347" y="11130"/>
                    <a:pt x="736" y="10606"/>
                    <a:pt x="1844" y="9737"/>
                  </a:cubicBezTo>
                  <a:cubicBezTo>
                    <a:pt x="4987" y="7237"/>
                    <a:pt x="7106" y="4022"/>
                    <a:pt x="8261" y="188"/>
                  </a:cubicBezTo>
                  <a:cubicBezTo>
                    <a:pt x="8714" y="-1336"/>
                    <a:pt x="10869" y="6737"/>
                    <a:pt x="7415" y="11975"/>
                  </a:cubicBezTo>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Shape 69">
              <a:extLst>
                <a:ext uri="{FF2B5EF4-FFF2-40B4-BE49-F238E27FC236}">
                  <a16:creationId xmlns:a16="http://schemas.microsoft.com/office/drawing/2014/main" id="{D903096A-7278-43DF-BE4D-8F134D75945C}"/>
                </a:ext>
              </a:extLst>
            </p:cNvPr>
            <p:cNvSpPr/>
            <p:nvPr/>
          </p:nvSpPr>
          <p:spPr bwMode="gray">
            <a:xfrm>
              <a:off x="2315629" y="522372"/>
              <a:ext cx="77358" cy="96516"/>
            </a:xfrm>
            <a:custGeom>
              <a:avLst/>
              <a:gdLst>
                <a:gd name="connsiteX0" fmla="*/ 0 w 53701"/>
                <a:gd name="connsiteY0" fmla="*/ 6005 h 67000"/>
                <a:gd name="connsiteX1" fmla="*/ 27265 w 53701"/>
                <a:gd name="connsiteY1" fmla="*/ 67001 h 67000"/>
                <a:gd name="connsiteX2" fmla="*/ 51637 w 53701"/>
                <a:gd name="connsiteY2" fmla="*/ 16995 h 67000"/>
                <a:gd name="connsiteX3" fmla="*/ 0 w 53701"/>
                <a:gd name="connsiteY3" fmla="*/ 6005 h 67000"/>
              </a:gdLst>
              <a:ahLst/>
              <a:cxnLst>
                <a:cxn ang="0">
                  <a:pos x="connsiteX0" y="connsiteY0"/>
                </a:cxn>
                <a:cxn ang="0">
                  <a:pos x="connsiteX1" y="connsiteY1"/>
                </a:cxn>
                <a:cxn ang="0">
                  <a:pos x="connsiteX2" y="connsiteY2"/>
                </a:cxn>
                <a:cxn ang="0">
                  <a:pos x="connsiteX3" y="connsiteY3"/>
                </a:cxn>
              </a:cxnLst>
              <a:rect l="l" t="t" r="r" b="b"/>
              <a:pathLst>
                <a:path w="53701" h="67000">
                  <a:moveTo>
                    <a:pt x="0" y="6005"/>
                  </a:moveTo>
                  <a:lnTo>
                    <a:pt x="27265" y="67001"/>
                  </a:lnTo>
                  <a:cubicBezTo>
                    <a:pt x="27265" y="67001"/>
                    <a:pt x="62448" y="47153"/>
                    <a:pt x="51637" y="16995"/>
                  </a:cubicBezTo>
                  <a:cubicBezTo>
                    <a:pt x="40850" y="-13164"/>
                    <a:pt x="0" y="6005"/>
                    <a:pt x="0" y="6005"/>
                  </a:cubicBezTo>
                </a:path>
              </a:pathLst>
            </a:custGeom>
            <a:solidFill>
              <a:srgbClr val="7F7F7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1" name="Freeform: Shape 70">
              <a:extLst>
                <a:ext uri="{FF2B5EF4-FFF2-40B4-BE49-F238E27FC236}">
                  <a16:creationId xmlns:a16="http://schemas.microsoft.com/office/drawing/2014/main" id="{3C8E4168-3C85-4A93-B7DC-A328351D4198}"/>
                </a:ext>
              </a:extLst>
            </p:cNvPr>
            <p:cNvSpPr/>
            <p:nvPr/>
          </p:nvSpPr>
          <p:spPr bwMode="gray">
            <a:xfrm>
              <a:off x="2183396" y="472925"/>
              <a:ext cx="180479" cy="140079"/>
            </a:xfrm>
            <a:custGeom>
              <a:avLst/>
              <a:gdLst>
                <a:gd name="connsiteX0" fmla="*/ 2009 w 125286"/>
                <a:gd name="connsiteY0" fmla="*/ 97242 h 97241"/>
                <a:gd name="connsiteX1" fmla="*/ 125287 w 125286"/>
                <a:gd name="connsiteY1" fmla="*/ 33936 h 97241"/>
                <a:gd name="connsiteX2" fmla="*/ 62243 w 125286"/>
                <a:gd name="connsiteY2" fmla="*/ 2480 h 97241"/>
                <a:gd name="connsiteX3" fmla="*/ 2009 w 125286"/>
                <a:gd name="connsiteY3" fmla="*/ 97242 h 97241"/>
              </a:gdLst>
              <a:ahLst/>
              <a:cxnLst>
                <a:cxn ang="0">
                  <a:pos x="connsiteX0" y="connsiteY0"/>
                </a:cxn>
                <a:cxn ang="0">
                  <a:pos x="connsiteX1" y="connsiteY1"/>
                </a:cxn>
                <a:cxn ang="0">
                  <a:pos x="connsiteX2" y="connsiteY2"/>
                </a:cxn>
                <a:cxn ang="0">
                  <a:pos x="connsiteX3" y="connsiteY3"/>
                </a:cxn>
              </a:cxnLst>
              <a:rect l="l" t="t" r="r" b="b"/>
              <a:pathLst>
                <a:path w="125286" h="97241">
                  <a:moveTo>
                    <a:pt x="2009" y="97242"/>
                  </a:moveTo>
                  <a:cubicBezTo>
                    <a:pt x="12237" y="94337"/>
                    <a:pt x="108725" y="48045"/>
                    <a:pt x="125287" y="33936"/>
                  </a:cubicBezTo>
                  <a:cubicBezTo>
                    <a:pt x="125287" y="33936"/>
                    <a:pt x="118393" y="-10855"/>
                    <a:pt x="62243" y="2480"/>
                  </a:cubicBezTo>
                  <a:cubicBezTo>
                    <a:pt x="-17052" y="21292"/>
                    <a:pt x="2009" y="97242"/>
                    <a:pt x="2009" y="97242"/>
                  </a:cubicBezTo>
                </a:path>
              </a:pathLst>
            </a:custGeom>
            <a:solidFill>
              <a:srgbClr val="7F7F7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Shape 71">
              <a:extLst>
                <a:ext uri="{FF2B5EF4-FFF2-40B4-BE49-F238E27FC236}">
                  <a16:creationId xmlns:a16="http://schemas.microsoft.com/office/drawing/2014/main" id="{5104505C-382A-4E19-9C96-D470E4DB115C}"/>
                </a:ext>
              </a:extLst>
            </p:cNvPr>
            <p:cNvSpPr/>
            <p:nvPr/>
          </p:nvSpPr>
          <p:spPr bwMode="gray">
            <a:xfrm>
              <a:off x="2183398" y="476652"/>
              <a:ext cx="150686" cy="123387"/>
            </a:xfrm>
            <a:custGeom>
              <a:avLst/>
              <a:gdLst>
                <a:gd name="connsiteX0" fmla="*/ 104604 w 104604"/>
                <a:gd name="connsiteY0" fmla="*/ 14502 h 85653"/>
                <a:gd name="connsiteX1" fmla="*/ 61849 w 104604"/>
                <a:gd name="connsiteY1" fmla="*/ 0 h 85653"/>
                <a:gd name="connsiteX2" fmla="*/ 555 w 104604"/>
                <a:gd name="connsiteY2" fmla="*/ 85654 h 85653"/>
                <a:gd name="connsiteX3" fmla="*/ 104604 w 104604"/>
                <a:gd name="connsiteY3" fmla="*/ 14502 h 85653"/>
              </a:gdLst>
              <a:ahLst/>
              <a:cxnLst>
                <a:cxn ang="0">
                  <a:pos x="connsiteX0" y="connsiteY0"/>
                </a:cxn>
                <a:cxn ang="0">
                  <a:pos x="connsiteX1" y="connsiteY1"/>
                </a:cxn>
                <a:cxn ang="0">
                  <a:pos x="connsiteX2" y="connsiteY2"/>
                </a:cxn>
                <a:cxn ang="0">
                  <a:pos x="connsiteX3" y="connsiteY3"/>
                </a:cxn>
              </a:cxnLst>
              <a:rect l="l" t="t" r="r" b="b"/>
              <a:pathLst>
                <a:path w="104604" h="85653">
                  <a:moveTo>
                    <a:pt x="104604" y="14502"/>
                  </a:moveTo>
                  <a:cubicBezTo>
                    <a:pt x="94424" y="3774"/>
                    <a:pt x="77279" y="702"/>
                    <a:pt x="61849" y="0"/>
                  </a:cubicBezTo>
                  <a:cubicBezTo>
                    <a:pt x="-218" y="14942"/>
                    <a:pt x="-1647" y="65032"/>
                    <a:pt x="555" y="85654"/>
                  </a:cubicBezTo>
                  <a:cubicBezTo>
                    <a:pt x="24832" y="50375"/>
                    <a:pt x="62885" y="23134"/>
                    <a:pt x="104604" y="14502"/>
                  </a:cubicBezTo>
                </a:path>
              </a:pathLst>
            </a:custGeom>
            <a:solidFill>
              <a:srgbClr val="7F7F7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FE3425D3-2DCE-4AD5-8F2F-48B3982A680B}"/>
                </a:ext>
              </a:extLst>
            </p:cNvPr>
            <p:cNvSpPr/>
            <p:nvPr/>
          </p:nvSpPr>
          <p:spPr bwMode="gray">
            <a:xfrm>
              <a:off x="2283263" y="577100"/>
              <a:ext cx="53290" cy="18684"/>
            </a:xfrm>
            <a:custGeom>
              <a:avLst/>
              <a:gdLst>
                <a:gd name="connsiteX0" fmla="*/ 668 w 36993"/>
                <a:gd name="connsiteY0" fmla="*/ 4267 h 12970"/>
                <a:gd name="connsiteX1" fmla="*/ 1763 w 36993"/>
                <a:gd name="connsiteY1" fmla="*/ 4089 h 12970"/>
                <a:gd name="connsiteX2" fmla="*/ 33755 w 36993"/>
                <a:gd name="connsiteY2" fmla="*/ 11387 h 12970"/>
                <a:gd name="connsiteX3" fmla="*/ 36994 w 36993"/>
                <a:gd name="connsiteY3" fmla="*/ 12971 h 12970"/>
                <a:gd name="connsiteX4" fmla="*/ 36862 w 36993"/>
                <a:gd name="connsiteY4" fmla="*/ 11137 h 12970"/>
                <a:gd name="connsiteX5" fmla="*/ 1846 w 36993"/>
                <a:gd name="connsiteY5" fmla="*/ 636 h 12970"/>
                <a:gd name="connsiteX6" fmla="*/ 667 w 36993"/>
                <a:gd name="connsiteY6" fmla="*/ 4267 h 12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993" h="12970">
                  <a:moveTo>
                    <a:pt x="668" y="4267"/>
                  </a:moveTo>
                  <a:lnTo>
                    <a:pt x="1763" y="4089"/>
                  </a:lnTo>
                  <a:cubicBezTo>
                    <a:pt x="23468" y="172"/>
                    <a:pt x="34017" y="11911"/>
                    <a:pt x="33755" y="11387"/>
                  </a:cubicBezTo>
                  <a:lnTo>
                    <a:pt x="36994" y="12971"/>
                  </a:lnTo>
                  <a:lnTo>
                    <a:pt x="36862" y="11137"/>
                  </a:lnTo>
                  <a:cubicBezTo>
                    <a:pt x="36824" y="11661"/>
                    <a:pt x="27754" y="-3210"/>
                    <a:pt x="1846" y="636"/>
                  </a:cubicBezTo>
                  <a:cubicBezTo>
                    <a:pt x="72" y="981"/>
                    <a:pt x="-630" y="4410"/>
                    <a:pt x="667" y="4267"/>
                  </a:cubicBezTo>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18ED1B09-2047-4EE0-A6F7-9E7117E418AB}"/>
                </a:ext>
              </a:extLst>
            </p:cNvPr>
            <p:cNvSpPr/>
            <p:nvPr/>
          </p:nvSpPr>
          <p:spPr bwMode="gray">
            <a:xfrm>
              <a:off x="2233424" y="681508"/>
              <a:ext cx="49722" cy="15526"/>
            </a:xfrm>
            <a:custGeom>
              <a:avLst/>
              <a:gdLst>
                <a:gd name="connsiteX0" fmla="*/ 0 w 34516"/>
                <a:gd name="connsiteY0" fmla="*/ 798 h 10778"/>
                <a:gd name="connsiteX1" fmla="*/ 17490 w 34516"/>
                <a:gd name="connsiteY1" fmla="*/ 10775 h 10778"/>
                <a:gd name="connsiteX2" fmla="*/ 34516 w 34516"/>
                <a:gd name="connsiteY2" fmla="*/ 0 h 10778"/>
                <a:gd name="connsiteX3" fmla="*/ 0 w 34516"/>
                <a:gd name="connsiteY3" fmla="*/ 798 h 10778"/>
              </a:gdLst>
              <a:ahLst/>
              <a:cxnLst>
                <a:cxn ang="0">
                  <a:pos x="connsiteX0" y="connsiteY0"/>
                </a:cxn>
                <a:cxn ang="0">
                  <a:pos x="connsiteX1" y="connsiteY1"/>
                </a:cxn>
                <a:cxn ang="0">
                  <a:pos x="connsiteX2" y="connsiteY2"/>
                </a:cxn>
                <a:cxn ang="0">
                  <a:pos x="connsiteX3" y="connsiteY3"/>
                </a:cxn>
              </a:cxnLst>
              <a:rect l="l" t="t" r="r" b="b"/>
              <a:pathLst>
                <a:path w="34516" h="10778">
                  <a:moveTo>
                    <a:pt x="0" y="798"/>
                  </a:moveTo>
                  <a:cubicBezTo>
                    <a:pt x="0" y="798"/>
                    <a:pt x="7953" y="11001"/>
                    <a:pt x="17490" y="10775"/>
                  </a:cubicBezTo>
                  <a:cubicBezTo>
                    <a:pt x="27027" y="10561"/>
                    <a:pt x="34516" y="0"/>
                    <a:pt x="34516" y="0"/>
                  </a:cubicBezTo>
                  <a:lnTo>
                    <a:pt x="0" y="798"/>
                  </a:lnTo>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132D0CA4-362D-4D23-B4C5-571AACD9AE00}"/>
                </a:ext>
              </a:extLst>
            </p:cNvPr>
            <p:cNvSpPr/>
            <p:nvPr/>
          </p:nvSpPr>
          <p:spPr bwMode="gray">
            <a:xfrm>
              <a:off x="2351651" y="656051"/>
              <a:ext cx="12795" cy="12795"/>
            </a:xfrm>
            <a:custGeom>
              <a:avLst/>
              <a:gdLst>
                <a:gd name="connsiteX0" fmla="*/ 8832 w 8882"/>
                <a:gd name="connsiteY0" fmla="*/ 5087 h 8882"/>
                <a:gd name="connsiteX1" fmla="*/ 3796 w 8882"/>
                <a:gd name="connsiteY1" fmla="*/ 8837 h 8882"/>
                <a:gd name="connsiteX2" fmla="*/ 45 w 8882"/>
                <a:gd name="connsiteY2" fmla="*/ 3801 h 8882"/>
                <a:gd name="connsiteX3" fmla="*/ 5081 w 8882"/>
                <a:gd name="connsiteY3" fmla="*/ 51 h 8882"/>
                <a:gd name="connsiteX4" fmla="*/ 8832 w 8882"/>
                <a:gd name="connsiteY4" fmla="*/ 5087 h 8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2" h="8882">
                  <a:moveTo>
                    <a:pt x="8832" y="5087"/>
                  </a:moveTo>
                  <a:cubicBezTo>
                    <a:pt x="8486" y="7516"/>
                    <a:pt x="6236" y="9183"/>
                    <a:pt x="3796" y="8837"/>
                  </a:cubicBezTo>
                  <a:cubicBezTo>
                    <a:pt x="1379" y="8492"/>
                    <a:pt x="-300" y="6230"/>
                    <a:pt x="45" y="3801"/>
                  </a:cubicBezTo>
                  <a:cubicBezTo>
                    <a:pt x="402" y="1372"/>
                    <a:pt x="2652" y="-318"/>
                    <a:pt x="5081" y="51"/>
                  </a:cubicBezTo>
                  <a:cubicBezTo>
                    <a:pt x="7510" y="396"/>
                    <a:pt x="9201" y="2646"/>
                    <a:pt x="8832" y="5087"/>
                  </a:cubicBezTo>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7BF5F2D4-4405-4152-850D-521DAF7EB8AD}"/>
                </a:ext>
              </a:extLst>
            </p:cNvPr>
            <p:cNvSpPr/>
            <p:nvPr/>
          </p:nvSpPr>
          <p:spPr bwMode="gray">
            <a:xfrm>
              <a:off x="2241639" y="745209"/>
              <a:ext cx="97219" cy="120282"/>
            </a:xfrm>
            <a:custGeom>
              <a:avLst/>
              <a:gdLst>
                <a:gd name="connsiteX0" fmla="*/ 52328 w 67488"/>
                <a:gd name="connsiteY0" fmla="*/ 0 h 83498"/>
                <a:gd name="connsiteX1" fmla="*/ 66496 w 67488"/>
                <a:gd name="connsiteY1" fmla="*/ 17265 h 83498"/>
                <a:gd name="connsiteX2" fmla="*/ 67020 w 67488"/>
                <a:gd name="connsiteY2" fmla="*/ 60296 h 83498"/>
                <a:gd name="connsiteX3" fmla="*/ 47173 w 67488"/>
                <a:gd name="connsiteY3" fmla="*/ 45101 h 83498"/>
                <a:gd name="connsiteX4" fmla="*/ 30421 w 67488"/>
                <a:gd name="connsiteY4" fmla="*/ 55924 h 83498"/>
                <a:gd name="connsiteX5" fmla="*/ 0 w 67488"/>
                <a:gd name="connsiteY5" fmla="*/ 83499 h 83498"/>
                <a:gd name="connsiteX6" fmla="*/ 52328 w 67488"/>
                <a:gd name="connsiteY6" fmla="*/ 0 h 8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88" h="83498">
                  <a:moveTo>
                    <a:pt x="52328" y="0"/>
                  </a:moveTo>
                  <a:cubicBezTo>
                    <a:pt x="52328" y="0"/>
                    <a:pt x="65056" y="12847"/>
                    <a:pt x="66496" y="17265"/>
                  </a:cubicBezTo>
                  <a:cubicBezTo>
                    <a:pt x="68366" y="22943"/>
                    <a:pt x="67020" y="60296"/>
                    <a:pt x="67020" y="60296"/>
                  </a:cubicBezTo>
                  <a:lnTo>
                    <a:pt x="47173" y="45101"/>
                  </a:lnTo>
                  <a:lnTo>
                    <a:pt x="30421" y="55924"/>
                  </a:lnTo>
                  <a:lnTo>
                    <a:pt x="0" y="83499"/>
                  </a:lnTo>
                  <a:cubicBezTo>
                    <a:pt x="0" y="83499"/>
                    <a:pt x="47685" y="19586"/>
                    <a:pt x="52328" y="0"/>
                  </a:cubicBezTo>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5B2982E5-B16A-469C-8FB8-97C95F098CC4}"/>
                </a:ext>
              </a:extLst>
            </p:cNvPr>
            <p:cNvSpPr/>
            <p:nvPr/>
          </p:nvSpPr>
          <p:spPr bwMode="gray">
            <a:xfrm>
              <a:off x="2165830" y="745569"/>
              <a:ext cx="64487" cy="94864"/>
            </a:xfrm>
            <a:custGeom>
              <a:avLst/>
              <a:gdLst>
                <a:gd name="connsiteX0" fmla="*/ 44766 w 44766"/>
                <a:gd name="connsiteY0" fmla="*/ 0 h 65853"/>
                <a:gd name="connsiteX1" fmla="*/ 3535 w 44766"/>
                <a:gd name="connsiteY1" fmla="*/ 46139 h 65853"/>
                <a:gd name="connsiteX2" fmla="*/ 5333 w 44766"/>
                <a:gd name="connsiteY2" fmla="*/ 48330 h 65853"/>
                <a:gd name="connsiteX3" fmla="*/ 12036 w 44766"/>
                <a:gd name="connsiteY3" fmla="*/ 36600 h 65853"/>
                <a:gd name="connsiteX4" fmla="*/ 43993 w 44766"/>
                <a:gd name="connsiteY4" fmla="*/ 65853 h 65853"/>
                <a:gd name="connsiteX5" fmla="*/ 42790 w 44766"/>
                <a:gd name="connsiteY5" fmla="*/ 9955 h 65853"/>
                <a:gd name="connsiteX6" fmla="*/ 44766 w 44766"/>
                <a:gd name="connsiteY6" fmla="*/ 0 h 6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66" h="65853">
                  <a:moveTo>
                    <a:pt x="44766" y="0"/>
                  </a:moveTo>
                  <a:cubicBezTo>
                    <a:pt x="44766" y="0"/>
                    <a:pt x="19644" y="10657"/>
                    <a:pt x="3535" y="46139"/>
                  </a:cubicBezTo>
                  <a:cubicBezTo>
                    <a:pt x="-5359" y="65724"/>
                    <a:pt x="5333" y="48330"/>
                    <a:pt x="5333" y="48330"/>
                  </a:cubicBezTo>
                  <a:lnTo>
                    <a:pt x="12036" y="36600"/>
                  </a:lnTo>
                  <a:cubicBezTo>
                    <a:pt x="12036" y="36600"/>
                    <a:pt x="41421" y="60449"/>
                    <a:pt x="43993" y="65853"/>
                  </a:cubicBezTo>
                  <a:lnTo>
                    <a:pt x="42790" y="9955"/>
                  </a:lnTo>
                  <a:lnTo>
                    <a:pt x="44766" y="0"/>
                  </a:lnTo>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57EE6477-1E3D-4D14-B559-462D7A206016}"/>
                </a:ext>
              </a:extLst>
            </p:cNvPr>
            <p:cNvSpPr/>
            <p:nvPr/>
          </p:nvSpPr>
          <p:spPr bwMode="gray">
            <a:xfrm>
              <a:off x="2440964" y="1067758"/>
              <a:ext cx="92197" cy="125621"/>
            </a:xfrm>
            <a:custGeom>
              <a:avLst/>
              <a:gdLst>
                <a:gd name="connsiteX0" fmla="*/ 41011 w 64002"/>
                <a:gd name="connsiteY0" fmla="*/ 501 h 87204"/>
                <a:gd name="connsiteX1" fmla="*/ 13020 w 64002"/>
                <a:gd name="connsiteY1" fmla="*/ 35695 h 87204"/>
                <a:gd name="connsiteX2" fmla="*/ 554 w 64002"/>
                <a:gd name="connsiteY2" fmla="*/ 73939 h 87204"/>
                <a:gd name="connsiteX3" fmla="*/ 40011 w 64002"/>
                <a:gd name="connsiteY3" fmla="*/ 77925 h 87204"/>
                <a:gd name="connsiteX4" fmla="*/ 64003 w 64002"/>
                <a:gd name="connsiteY4" fmla="*/ 0 h 87204"/>
                <a:gd name="connsiteX5" fmla="*/ 41011 w 64002"/>
                <a:gd name="connsiteY5" fmla="*/ 501 h 8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02" h="87204">
                  <a:moveTo>
                    <a:pt x="41011" y="501"/>
                  </a:moveTo>
                  <a:lnTo>
                    <a:pt x="13020" y="35695"/>
                  </a:lnTo>
                  <a:cubicBezTo>
                    <a:pt x="13020" y="35695"/>
                    <a:pt x="-3161" y="65317"/>
                    <a:pt x="554" y="73939"/>
                  </a:cubicBezTo>
                  <a:cubicBezTo>
                    <a:pt x="12329" y="101250"/>
                    <a:pt x="40011" y="77925"/>
                    <a:pt x="40011" y="77925"/>
                  </a:cubicBezTo>
                  <a:lnTo>
                    <a:pt x="64003" y="0"/>
                  </a:lnTo>
                  <a:lnTo>
                    <a:pt x="41011" y="501"/>
                  </a:lnTo>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71B49852-897D-49FD-9E67-F7BE22AA2522}"/>
                </a:ext>
              </a:extLst>
            </p:cNvPr>
            <p:cNvSpPr/>
            <p:nvPr/>
          </p:nvSpPr>
          <p:spPr bwMode="gray">
            <a:xfrm>
              <a:off x="2265461" y="831530"/>
              <a:ext cx="306289" cy="295231"/>
            </a:xfrm>
            <a:custGeom>
              <a:avLst/>
              <a:gdLst>
                <a:gd name="connsiteX0" fmla="*/ 0 w 212621"/>
                <a:gd name="connsiteY0" fmla="*/ 165999 h 204945"/>
                <a:gd name="connsiteX1" fmla="*/ 120372 w 212621"/>
                <a:gd name="connsiteY1" fmla="*/ 204946 h 204945"/>
                <a:gd name="connsiteX2" fmla="*/ 212622 w 212621"/>
                <a:gd name="connsiteY2" fmla="*/ 49616 h 204945"/>
                <a:gd name="connsiteX3" fmla="*/ 82594 w 212621"/>
                <a:gd name="connsiteY3" fmla="*/ 0 h 204945"/>
                <a:gd name="connsiteX4" fmla="*/ 0 w 212621"/>
                <a:gd name="connsiteY4" fmla="*/ 165999 h 204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621" h="204945">
                  <a:moveTo>
                    <a:pt x="0" y="165999"/>
                  </a:moveTo>
                  <a:lnTo>
                    <a:pt x="120372" y="204946"/>
                  </a:lnTo>
                  <a:lnTo>
                    <a:pt x="212622" y="49616"/>
                  </a:lnTo>
                  <a:lnTo>
                    <a:pt x="82594" y="0"/>
                  </a:lnTo>
                  <a:lnTo>
                    <a:pt x="0" y="165999"/>
                  </a:lnTo>
                </a:path>
              </a:pathLst>
            </a:custGeom>
            <a:solidFill>
              <a:srgbClr val="D0D0D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958C899C-C460-46AD-A3F7-53D34E1D2F60}"/>
                </a:ext>
              </a:extLst>
            </p:cNvPr>
            <p:cNvSpPr/>
            <p:nvPr/>
          </p:nvSpPr>
          <p:spPr bwMode="gray">
            <a:xfrm>
              <a:off x="2435583" y="948171"/>
              <a:ext cx="99128" cy="146239"/>
            </a:xfrm>
            <a:custGeom>
              <a:avLst/>
              <a:gdLst>
                <a:gd name="connsiteX0" fmla="*/ 12456 w 68813"/>
                <a:gd name="connsiteY0" fmla="*/ 51677 h 101517"/>
                <a:gd name="connsiteX1" fmla="*/ 1693 w 68813"/>
                <a:gd name="connsiteY1" fmla="*/ 46557 h 101517"/>
                <a:gd name="connsiteX2" fmla="*/ 1896 w 68813"/>
                <a:gd name="connsiteY2" fmla="*/ 40427 h 101517"/>
                <a:gd name="connsiteX3" fmla="*/ 14504 w 68813"/>
                <a:gd name="connsiteY3" fmla="*/ 40818 h 101517"/>
                <a:gd name="connsiteX4" fmla="*/ 31102 w 68813"/>
                <a:gd name="connsiteY4" fmla="*/ 44762 h 101517"/>
                <a:gd name="connsiteX5" fmla="*/ 47592 w 68813"/>
                <a:gd name="connsiteY5" fmla="*/ 52106 h 101517"/>
                <a:gd name="connsiteX6" fmla="*/ 38924 w 68813"/>
                <a:gd name="connsiteY6" fmla="*/ 41930 h 101517"/>
                <a:gd name="connsiteX7" fmla="*/ 25970 w 68813"/>
                <a:gd name="connsiteY7" fmla="*/ 34023 h 101517"/>
                <a:gd name="connsiteX8" fmla="*/ 10683 w 68813"/>
                <a:gd name="connsiteY8" fmla="*/ 32163 h 101517"/>
                <a:gd name="connsiteX9" fmla="*/ 10980 w 68813"/>
                <a:gd name="connsiteY9" fmla="*/ 22973 h 101517"/>
                <a:gd name="connsiteX10" fmla="*/ 31399 w 68813"/>
                <a:gd name="connsiteY10" fmla="*/ 24293 h 101517"/>
                <a:gd name="connsiteX11" fmla="*/ 48425 w 68813"/>
                <a:gd name="connsiteY11" fmla="*/ 32795 h 101517"/>
                <a:gd name="connsiteX12" fmla="*/ 54390 w 68813"/>
                <a:gd name="connsiteY12" fmla="*/ 41748 h 101517"/>
                <a:gd name="connsiteX13" fmla="*/ 54466 w 68813"/>
                <a:gd name="connsiteY13" fmla="*/ 28782 h 101517"/>
                <a:gd name="connsiteX14" fmla="*/ 46132 w 68813"/>
                <a:gd name="connsiteY14" fmla="*/ 15438 h 101517"/>
                <a:gd name="connsiteX15" fmla="*/ 35440 w 68813"/>
                <a:gd name="connsiteY15" fmla="*/ 8722 h 101517"/>
                <a:gd name="connsiteX16" fmla="*/ 33797 w 68813"/>
                <a:gd name="connsiteY16" fmla="*/ 314 h 101517"/>
                <a:gd name="connsiteX17" fmla="*/ 54633 w 68813"/>
                <a:gd name="connsiteY17" fmla="*/ 5709 h 101517"/>
                <a:gd name="connsiteX18" fmla="*/ 66694 w 68813"/>
                <a:gd name="connsiteY18" fmla="*/ 26963 h 101517"/>
                <a:gd name="connsiteX19" fmla="*/ 65980 w 68813"/>
                <a:gd name="connsiteY19" fmla="*/ 49784 h 101517"/>
                <a:gd name="connsiteX20" fmla="*/ 68813 w 68813"/>
                <a:gd name="connsiteY20" fmla="*/ 80816 h 101517"/>
                <a:gd name="connsiteX21" fmla="*/ 59919 w 68813"/>
                <a:gd name="connsiteY21" fmla="*/ 96912 h 101517"/>
                <a:gd name="connsiteX22" fmla="*/ 52121 w 68813"/>
                <a:gd name="connsiteY22" fmla="*/ 101517 h 101517"/>
                <a:gd name="connsiteX23" fmla="*/ 42441 w 68813"/>
                <a:gd name="connsiteY23" fmla="*/ 96982 h 101517"/>
                <a:gd name="connsiteX24" fmla="*/ 43786 w 68813"/>
                <a:gd name="connsiteY24" fmla="*/ 85764 h 101517"/>
                <a:gd name="connsiteX25" fmla="*/ 24486 w 68813"/>
                <a:gd name="connsiteY25" fmla="*/ 70476 h 101517"/>
                <a:gd name="connsiteX26" fmla="*/ 8972 w 68813"/>
                <a:gd name="connsiteY26" fmla="*/ 64872 h 101517"/>
                <a:gd name="connsiteX27" fmla="*/ 9151 w 68813"/>
                <a:gd name="connsiteY27" fmla="*/ 59072 h 101517"/>
                <a:gd name="connsiteX28" fmla="*/ 23819 w 68813"/>
                <a:gd name="connsiteY28" fmla="*/ 59538 h 101517"/>
                <a:gd name="connsiteX29" fmla="*/ 41440 w 68813"/>
                <a:gd name="connsiteY29" fmla="*/ 66584 h 101517"/>
                <a:gd name="connsiteX30" fmla="*/ 28296 w 68813"/>
                <a:gd name="connsiteY30" fmla="*/ 57975 h 101517"/>
                <a:gd name="connsiteX31" fmla="*/ 12460 w 68813"/>
                <a:gd name="connsiteY31" fmla="*/ 51677 h 10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8813" h="101517">
                  <a:moveTo>
                    <a:pt x="12456" y="51677"/>
                  </a:moveTo>
                  <a:lnTo>
                    <a:pt x="1693" y="46557"/>
                  </a:lnTo>
                  <a:cubicBezTo>
                    <a:pt x="1693" y="46557"/>
                    <a:pt x="-2248" y="41655"/>
                    <a:pt x="1896" y="40427"/>
                  </a:cubicBezTo>
                  <a:cubicBezTo>
                    <a:pt x="6027" y="39190"/>
                    <a:pt x="14504" y="40818"/>
                    <a:pt x="14504" y="40818"/>
                  </a:cubicBezTo>
                  <a:lnTo>
                    <a:pt x="31102" y="44762"/>
                  </a:lnTo>
                  <a:lnTo>
                    <a:pt x="47592" y="52106"/>
                  </a:lnTo>
                  <a:lnTo>
                    <a:pt x="38924" y="41930"/>
                  </a:lnTo>
                  <a:lnTo>
                    <a:pt x="25970" y="34023"/>
                  </a:lnTo>
                  <a:lnTo>
                    <a:pt x="10683" y="32163"/>
                  </a:lnTo>
                  <a:cubicBezTo>
                    <a:pt x="10683" y="32163"/>
                    <a:pt x="6837" y="24544"/>
                    <a:pt x="10980" y="22973"/>
                  </a:cubicBezTo>
                  <a:cubicBezTo>
                    <a:pt x="15123" y="21401"/>
                    <a:pt x="31399" y="24293"/>
                    <a:pt x="31399" y="24293"/>
                  </a:cubicBezTo>
                  <a:lnTo>
                    <a:pt x="48425" y="32795"/>
                  </a:lnTo>
                  <a:lnTo>
                    <a:pt x="54390" y="41748"/>
                  </a:lnTo>
                  <a:lnTo>
                    <a:pt x="54466" y="28782"/>
                  </a:lnTo>
                  <a:lnTo>
                    <a:pt x="46132" y="15438"/>
                  </a:lnTo>
                  <a:lnTo>
                    <a:pt x="35440" y="8722"/>
                  </a:lnTo>
                  <a:cubicBezTo>
                    <a:pt x="35440" y="8722"/>
                    <a:pt x="29165" y="2234"/>
                    <a:pt x="33797" y="314"/>
                  </a:cubicBezTo>
                  <a:cubicBezTo>
                    <a:pt x="38405" y="-1579"/>
                    <a:pt x="54633" y="5709"/>
                    <a:pt x="54633" y="5709"/>
                  </a:cubicBezTo>
                  <a:lnTo>
                    <a:pt x="66694" y="26963"/>
                  </a:lnTo>
                  <a:lnTo>
                    <a:pt x="65980" y="49784"/>
                  </a:lnTo>
                  <a:cubicBezTo>
                    <a:pt x="65980" y="49784"/>
                    <a:pt x="67182" y="62407"/>
                    <a:pt x="68813" y="80816"/>
                  </a:cubicBezTo>
                  <a:cubicBezTo>
                    <a:pt x="67230" y="86899"/>
                    <a:pt x="64658" y="92671"/>
                    <a:pt x="59919" y="96912"/>
                  </a:cubicBezTo>
                  <a:cubicBezTo>
                    <a:pt x="57597" y="98973"/>
                    <a:pt x="54942" y="100432"/>
                    <a:pt x="52121" y="101517"/>
                  </a:cubicBezTo>
                  <a:cubicBezTo>
                    <a:pt x="48537" y="101363"/>
                    <a:pt x="43608" y="100163"/>
                    <a:pt x="42441" y="96982"/>
                  </a:cubicBezTo>
                  <a:lnTo>
                    <a:pt x="43786" y="85764"/>
                  </a:lnTo>
                  <a:lnTo>
                    <a:pt x="24486" y="70476"/>
                  </a:lnTo>
                  <a:lnTo>
                    <a:pt x="8972" y="64872"/>
                  </a:lnTo>
                  <a:cubicBezTo>
                    <a:pt x="8972" y="64872"/>
                    <a:pt x="6722" y="60356"/>
                    <a:pt x="9151" y="59072"/>
                  </a:cubicBezTo>
                  <a:cubicBezTo>
                    <a:pt x="11579" y="57798"/>
                    <a:pt x="23819" y="59538"/>
                    <a:pt x="23819" y="59538"/>
                  </a:cubicBezTo>
                  <a:lnTo>
                    <a:pt x="41440" y="66584"/>
                  </a:lnTo>
                  <a:lnTo>
                    <a:pt x="28296" y="57975"/>
                  </a:lnTo>
                  <a:lnTo>
                    <a:pt x="12460" y="51677"/>
                  </a:lnTo>
                </a:path>
              </a:pathLst>
            </a:custGeom>
            <a:solidFill>
              <a:srgbClr val="E6E6E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Shape 80">
              <a:extLst>
                <a:ext uri="{FF2B5EF4-FFF2-40B4-BE49-F238E27FC236}">
                  <a16:creationId xmlns:a16="http://schemas.microsoft.com/office/drawing/2014/main" id="{734695C5-4B5A-46D9-9A29-EA32F131207A}"/>
                </a:ext>
              </a:extLst>
            </p:cNvPr>
            <p:cNvSpPr/>
            <p:nvPr/>
          </p:nvSpPr>
          <p:spPr bwMode="gray">
            <a:xfrm flipH="1">
              <a:off x="1052949" y="1433058"/>
              <a:ext cx="40055" cy="54808"/>
            </a:xfrm>
            <a:custGeom>
              <a:avLst/>
              <a:gdLst>
                <a:gd name="connsiteX0" fmla="*/ 0 w 105404"/>
                <a:gd name="connsiteY0" fmla="*/ 70191 h 144228"/>
                <a:gd name="connsiteX1" fmla="*/ 53763 w 105404"/>
                <a:gd name="connsiteY1" fmla="*/ 125493 h 144228"/>
                <a:gd name="connsiteX2" fmla="*/ 100557 w 105404"/>
                <a:gd name="connsiteY2" fmla="*/ 144229 h 144228"/>
                <a:gd name="connsiteX3" fmla="*/ 100557 w 105404"/>
                <a:gd name="connsiteY3" fmla="*/ 98249 h 144228"/>
                <a:gd name="connsiteX4" fmla="*/ 52994 w 105404"/>
                <a:gd name="connsiteY4" fmla="*/ 66254 h 144228"/>
                <a:gd name="connsiteX5" fmla="*/ 23352 w 105404"/>
                <a:gd name="connsiteY5" fmla="*/ 0 h 144228"/>
                <a:gd name="connsiteX6" fmla="*/ 0 w 105404"/>
                <a:gd name="connsiteY6" fmla="*/ 70191 h 14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04" h="144228">
                  <a:moveTo>
                    <a:pt x="0" y="70191"/>
                  </a:moveTo>
                  <a:lnTo>
                    <a:pt x="53763" y="125493"/>
                  </a:lnTo>
                  <a:lnTo>
                    <a:pt x="100557" y="144229"/>
                  </a:lnTo>
                  <a:cubicBezTo>
                    <a:pt x="100557" y="144229"/>
                    <a:pt x="111464" y="109156"/>
                    <a:pt x="100557" y="98249"/>
                  </a:cubicBezTo>
                  <a:cubicBezTo>
                    <a:pt x="89651" y="87343"/>
                    <a:pt x="52994" y="66254"/>
                    <a:pt x="52994" y="66254"/>
                  </a:cubicBezTo>
                  <a:lnTo>
                    <a:pt x="23352" y="0"/>
                  </a:lnTo>
                  <a:lnTo>
                    <a:pt x="0" y="70191"/>
                  </a:ln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2" name="Freeform: Shape 81">
              <a:extLst>
                <a:ext uri="{FF2B5EF4-FFF2-40B4-BE49-F238E27FC236}">
                  <a16:creationId xmlns:a16="http://schemas.microsoft.com/office/drawing/2014/main" id="{2C163B3A-6ACF-460F-8CC4-33505CDF019C}"/>
                </a:ext>
              </a:extLst>
            </p:cNvPr>
            <p:cNvSpPr/>
            <p:nvPr/>
          </p:nvSpPr>
          <p:spPr bwMode="gray">
            <a:xfrm flipH="1">
              <a:off x="1052364" y="1421501"/>
              <a:ext cx="40055" cy="54808"/>
            </a:xfrm>
            <a:custGeom>
              <a:avLst/>
              <a:gdLst>
                <a:gd name="connsiteX0" fmla="*/ 0 w 105404"/>
                <a:gd name="connsiteY0" fmla="*/ 70191 h 144228"/>
                <a:gd name="connsiteX1" fmla="*/ 53809 w 105404"/>
                <a:gd name="connsiteY1" fmla="*/ 125538 h 144228"/>
                <a:gd name="connsiteX2" fmla="*/ 100557 w 105404"/>
                <a:gd name="connsiteY2" fmla="*/ 144229 h 144228"/>
                <a:gd name="connsiteX3" fmla="*/ 100557 w 105404"/>
                <a:gd name="connsiteY3" fmla="*/ 98249 h 144228"/>
                <a:gd name="connsiteX4" fmla="*/ 52994 w 105404"/>
                <a:gd name="connsiteY4" fmla="*/ 66299 h 144228"/>
                <a:gd name="connsiteX5" fmla="*/ 23397 w 105404"/>
                <a:gd name="connsiteY5" fmla="*/ 0 h 144228"/>
                <a:gd name="connsiteX6" fmla="*/ 0 w 105404"/>
                <a:gd name="connsiteY6" fmla="*/ 70191 h 14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04" h="144228">
                  <a:moveTo>
                    <a:pt x="0" y="70191"/>
                  </a:moveTo>
                  <a:lnTo>
                    <a:pt x="53809" y="125538"/>
                  </a:lnTo>
                  <a:lnTo>
                    <a:pt x="100557" y="144229"/>
                  </a:lnTo>
                  <a:cubicBezTo>
                    <a:pt x="100557" y="144229"/>
                    <a:pt x="111464" y="109156"/>
                    <a:pt x="100557" y="98249"/>
                  </a:cubicBezTo>
                  <a:cubicBezTo>
                    <a:pt x="89651" y="87343"/>
                    <a:pt x="52994" y="66299"/>
                    <a:pt x="52994" y="66299"/>
                  </a:cubicBezTo>
                  <a:lnTo>
                    <a:pt x="23397" y="0"/>
                  </a:lnTo>
                  <a:lnTo>
                    <a:pt x="0" y="70191"/>
                  </a:ln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Shape 82">
              <a:extLst>
                <a:ext uri="{FF2B5EF4-FFF2-40B4-BE49-F238E27FC236}">
                  <a16:creationId xmlns:a16="http://schemas.microsoft.com/office/drawing/2014/main" id="{4B2E03D3-8693-4380-9977-1CAB5600FAD8}"/>
                </a:ext>
              </a:extLst>
            </p:cNvPr>
            <p:cNvSpPr/>
            <p:nvPr/>
          </p:nvSpPr>
          <p:spPr bwMode="gray">
            <a:xfrm flipH="1">
              <a:off x="1041806" y="806075"/>
              <a:ext cx="89379" cy="564831"/>
            </a:xfrm>
            <a:custGeom>
              <a:avLst/>
              <a:gdLst>
                <a:gd name="connsiteX0" fmla="*/ 125143 w 235204"/>
                <a:gd name="connsiteY0" fmla="*/ 0 h 1486365"/>
                <a:gd name="connsiteX1" fmla="*/ 736 w 235204"/>
                <a:gd name="connsiteY1" fmla="*/ 1486366 h 1486365"/>
                <a:gd name="connsiteX2" fmla="*/ 115821 w 235204"/>
                <a:gd name="connsiteY2" fmla="*/ 1472608 h 1486365"/>
                <a:gd name="connsiteX3" fmla="*/ 235204 w 235204"/>
                <a:gd name="connsiteY3" fmla="*/ 426622 h 1486365"/>
                <a:gd name="connsiteX4" fmla="*/ 125143 w 235204"/>
                <a:gd name="connsiteY4" fmla="*/ 0 h 1486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04" h="1486365">
                  <a:moveTo>
                    <a:pt x="125143" y="0"/>
                  </a:moveTo>
                  <a:cubicBezTo>
                    <a:pt x="125143" y="0"/>
                    <a:pt x="-11166" y="1222708"/>
                    <a:pt x="736" y="1486366"/>
                  </a:cubicBezTo>
                  <a:lnTo>
                    <a:pt x="115821" y="1472608"/>
                  </a:lnTo>
                  <a:cubicBezTo>
                    <a:pt x="115821" y="1472608"/>
                    <a:pt x="174517" y="546141"/>
                    <a:pt x="235204" y="426622"/>
                  </a:cubicBezTo>
                  <a:lnTo>
                    <a:pt x="125143" y="0"/>
                  </a:ln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Shape 83">
              <a:extLst>
                <a:ext uri="{FF2B5EF4-FFF2-40B4-BE49-F238E27FC236}">
                  <a16:creationId xmlns:a16="http://schemas.microsoft.com/office/drawing/2014/main" id="{08C72B2E-7040-44CB-8619-D03AB506D976}"/>
                </a:ext>
              </a:extLst>
            </p:cNvPr>
            <p:cNvSpPr/>
            <p:nvPr/>
          </p:nvSpPr>
          <p:spPr bwMode="gray">
            <a:xfrm flipH="1">
              <a:off x="1041807" y="806075"/>
              <a:ext cx="93076" cy="541116"/>
            </a:xfrm>
            <a:custGeom>
              <a:avLst/>
              <a:gdLst>
                <a:gd name="connsiteX0" fmla="*/ 134872 w 244932"/>
                <a:gd name="connsiteY0" fmla="*/ 0 h 1423958"/>
                <a:gd name="connsiteX1" fmla="*/ 690 w 244932"/>
                <a:gd name="connsiteY1" fmla="*/ 1413731 h 1423958"/>
                <a:gd name="connsiteX2" fmla="*/ 133243 w 244932"/>
                <a:gd name="connsiteY2" fmla="*/ 1423959 h 1423958"/>
                <a:gd name="connsiteX3" fmla="*/ 244933 w 244932"/>
                <a:gd name="connsiteY3" fmla="*/ 426622 h 1423958"/>
                <a:gd name="connsiteX4" fmla="*/ 134872 w 244932"/>
                <a:gd name="connsiteY4" fmla="*/ 0 h 1423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932" h="1423958">
                  <a:moveTo>
                    <a:pt x="134872" y="0"/>
                  </a:moveTo>
                  <a:cubicBezTo>
                    <a:pt x="134872" y="0"/>
                    <a:pt x="-11212" y="1150073"/>
                    <a:pt x="690" y="1413731"/>
                  </a:cubicBezTo>
                  <a:lnTo>
                    <a:pt x="133243" y="1423959"/>
                  </a:lnTo>
                  <a:lnTo>
                    <a:pt x="244933" y="426622"/>
                  </a:lnTo>
                  <a:lnTo>
                    <a:pt x="134872" y="0"/>
                  </a:lnTo>
                </a:path>
              </a:pathLst>
            </a:custGeom>
            <a:solidFill>
              <a:schemeClr val="accent3"/>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Shape 84">
              <a:extLst>
                <a:ext uri="{FF2B5EF4-FFF2-40B4-BE49-F238E27FC236}">
                  <a16:creationId xmlns:a16="http://schemas.microsoft.com/office/drawing/2014/main" id="{0ACC5CF1-6F8E-444D-992B-178A5B495C05}"/>
                </a:ext>
              </a:extLst>
            </p:cNvPr>
            <p:cNvSpPr/>
            <p:nvPr/>
          </p:nvSpPr>
          <p:spPr bwMode="gray">
            <a:xfrm flipH="1">
              <a:off x="1058329" y="1365679"/>
              <a:ext cx="72577" cy="153882"/>
            </a:xfrm>
            <a:custGeom>
              <a:avLst/>
              <a:gdLst>
                <a:gd name="connsiteX0" fmla="*/ 0 w 190989"/>
                <a:gd name="connsiteY0" fmla="*/ 13758 h 404944"/>
                <a:gd name="connsiteX1" fmla="*/ 10680 w 190989"/>
                <a:gd name="connsiteY1" fmla="*/ 252887 h 404944"/>
                <a:gd name="connsiteX2" fmla="*/ 102096 w 190989"/>
                <a:gd name="connsiteY2" fmla="*/ 381864 h 404944"/>
                <a:gd name="connsiteX3" fmla="*/ 155361 w 190989"/>
                <a:gd name="connsiteY3" fmla="*/ 404944 h 404944"/>
                <a:gd name="connsiteX4" fmla="*/ 156719 w 190989"/>
                <a:gd name="connsiteY4" fmla="*/ 363807 h 404944"/>
                <a:gd name="connsiteX5" fmla="*/ 70915 w 190989"/>
                <a:gd name="connsiteY5" fmla="*/ 269405 h 404944"/>
                <a:gd name="connsiteX6" fmla="*/ 138074 w 190989"/>
                <a:gd name="connsiteY6" fmla="*/ 333486 h 404944"/>
                <a:gd name="connsiteX7" fmla="*/ 190072 w 190989"/>
                <a:gd name="connsiteY7" fmla="*/ 359237 h 404944"/>
                <a:gd name="connsiteX8" fmla="*/ 163507 w 190989"/>
                <a:gd name="connsiteY8" fmla="*/ 291308 h 404944"/>
                <a:gd name="connsiteX9" fmla="*/ 114586 w 190989"/>
                <a:gd name="connsiteY9" fmla="*/ 239582 h 404944"/>
                <a:gd name="connsiteX10" fmla="*/ 115084 w 190989"/>
                <a:gd name="connsiteY10" fmla="*/ 0 h 404944"/>
                <a:gd name="connsiteX11" fmla="*/ 0 w 190989"/>
                <a:gd name="connsiteY11" fmla="*/ 13758 h 404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989" h="404944">
                  <a:moveTo>
                    <a:pt x="0" y="13758"/>
                  </a:moveTo>
                  <a:lnTo>
                    <a:pt x="10680" y="252887"/>
                  </a:lnTo>
                  <a:lnTo>
                    <a:pt x="102096" y="381864"/>
                  </a:lnTo>
                  <a:lnTo>
                    <a:pt x="155361" y="404944"/>
                  </a:lnTo>
                  <a:cubicBezTo>
                    <a:pt x="155361" y="404944"/>
                    <a:pt x="189393" y="379873"/>
                    <a:pt x="156719" y="363807"/>
                  </a:cubicBezTo>
                  <a:cubicBezTo>
                    <a:pt x="124090" y="347742"/>
                    <a:pt x="70915" y="269405"/>
                    <a:pt x="70915" y="269405"/>
                  </a:cubicBezTo>
                  <a:lnTo>
                    <a:pt x="138074" y="333486"/>
                  </a:lnTo>
                  <a:lnTo>
                    <a:pt x="190072" y="359237"/>
                  </a:lnTo>
                  <a:cubicBezTo>
                    <a:pt x="190072" y="359237"/>
                    <a:pt x="198626" y="311537"/>
                    <a:pt x="163507" y="291308"/>
                  </a:cubicBezTo>
                  <a:cubicBezTo>
                    <a:pt x="128435" y="271034"/>
                    <a:pt x="114586" y="239582"/>
                    <a:pt x="114586" y="239582"/>
                  </a:cubicBezTo>
                  <a:cubicBezTo>
                    <a:pt x="114586" y="239582"/>
                    <a:pt x="176134" y="67430"/>
                    <a:pt x="115084" y="0"/>
                  </a:cubicBezTo>
                  <a:lnTo>
                    <a:pt x="0" y="13758"/>
                  </a:ln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Shape 85">
              <a:extLst>
                <a:ext uri="{FF2B5EF4-FFF2-40B4-BE49-F238E27FC236}">
                  <a16:creationId xmlns:a16="http://schemas.microsoft.com/office/drawing/2014/main" id="{E4EE8E96-882A-443F-850C-BF25AD944655}"/>
                </a:ext>
              </a:extLst>
            </p:cNvPr>
            <p:cNvSpPr/>
            <p:nvPr/>
          </p:nvSpPr>
          <p:spPr bwMode="gray">
            <a:xfrm flipH="1">
              <a:off x="1080753" y="1351937"/>
              <a:ext cx="50154" cy="147122"/>
            </a:xfrm>
            <a:custGeom>
              <a:avLst/>
              <a:gdLst>
                <a:gd name="connsiteX0" fmla="*/ 3892 w 131980"/>
                <a:gd name="connsiteY0" fmla="*/ 136490 h 387154"/>
                <a:gd name="connsiteX1" fmla="*/ 10680 w 131980"/>
                <a:gd name="connsiteY1" fmla="*/ 289046 h 387154"/>
                <a:gd name="connsiteX2" fmla="*/ 37833 w 131980"/>
                <a:gd name="connsiteY2" fmla="*/ 386888 h 387154"/>
                <a:gd name="connsiteX3" fmla="*/ 79649 w 131980"/>
                <a:gd name="connsiteY3" fmla="*/ 337107 h 387154"/>
                <a:gd name="connsiteX4" fmla="*/ 78201 w 131980"/>
                <a:gd name="connsiteY4" fmla="*/ 222973 h 387154"/>
                <a:gd name="connsiteX5" fmla="*/ 131964 w 131980"/>
                <a:gd name="connsiteY5" fmla="*/ 172106 h 387154"/>
                <a:gd name="connsiteX6" fmla="*/ 115808 w 131980"/>
                <a:gd name="connsiteY6" fmla="*/ 31860 h 387154"/>
                <a:gd name="connsiteX7" fmla="*/ 0 w 131980"/>
                <a:gd name="connsiteY7" fmla="*/ 0 h 387154"/>
                <a:gd name="connsiteX8" fmla="*/ 3892 w 131980"/>
                <a:gd name="connsiteY8" fmla="*/ 136490 h 38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80" h="387154">
                  <a:moveTo>
                    <a:pt x="3892" y="136490"/>
                  </a:moveTo>
                  <a:lnTo>
                    <a:pt x="10680" y="289046"/>
                  </a:lnTo>
                  <a:lnTo>
                    <a:pt x="37833" y="386888"/>
                  </a:lnTo>
                  <a:cubicBezTo>
                    <a:pt x="37833" y="386888"/>
                    <a:pt x="88293" y="393812"/>
                    <a:pt x="79649" y="337107"/>
                  </a:cubicBezTo>
                  <a:cubicBezTo>
                    <a:pt x="71006" y="280356"/>
                    <a:pt x="78201" y="222973"/>
                    <a:pt x="78201" y="222973"/>
                  </a:cubicBezTo>
                  <a:cubicBezTo>
                    <a:pt x="78201" y="222973"/>
                    <a:pt x="133051" y="186271"/>
                    <a:pt x="131964" y="172106"/>
                  </a:cubicBezTo>
                  <a:cubicBezTo>
                    <a:pt x="130924" y="157986"/>
                    <a:pt x="115808" y="31860"/>
                    <a:pt x="115808" y="31860"/>
                  </a:cubicBezTo>
                  <a:lnTo>
                    <a:pt x="0" y="0"/>
                  </a:lnTo>
                  <a:lnTo>
                    <a:pt x="3892" y="136490"/>
                  </a:ln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Shape 86">
              <a:extLst>
                <a:ext uri="{FF2B5EF4-FFF2-40B4-BE49-F238E27FC236}">
                  <a16:creationId xmlns:a16="http://schemas.microsoft.com/office/drawing/2014/main" id="{C8CE669E-DB7F-4550-ADC4-3FBCE471D984}"/>
                </a:ext>
              </a:extLst>
            </p:cNvPr>
            <p:cNvSpPr/>
            <p:nvPr/>
          </p:nvSpPr>
          <p:spPr bwMode="gray">
            <a:xfrm flipH="1">
              <a:off x="641554" y="1340313"/>
              <a:ext cx="109966" cy="156713"/>
            </a:xfrm>
            <a:custGeom>
              <a:avLst/>
              <a:gdLst>
                <a:gd name="connsiteX0" fmla="*/ 289105 w 289376"/>
                <a:gd name="connsiteY0" fmla="*/ 21315 h 412393"/>
                <a:gd name="connsiteX1" fmla="*/ 289376 w 289376"/>
                <a:gd name="connsiteY1" fmla="*/ 80192 h 412393"/>
                <a:gd name="connsiteX2" fmla="*/ 239776 w 289376"/>
                <a:gd name="connsiteY2" fmla="*/ 332536 h 412393"/>
                <a:gd name="connsiteX3" fmla="*/ 229458 w 289376"/>
                <a:gd name="connsiteY3" fmla="*/ 241754 h 412393"/>
                <a:gd name="connsiteX4" fmla="*/ 188366 w 289376"/>
                <a:gd name="connsiteY4" fmla="*/ 366658 h 412393"/>
                <a:gd name="connsiteX5" fmla="*/ 187733 w 289376"/>
                <a:gd name="connsiteY5" fmla="*/ 245465 h 412393"/>
                <a:gd name="connsiteX6" fmla="*/ 146596 w 289376"/>
                <a:gd name="connsiteY6" fmla="*/ 390870 h 412393"/>
                <a:gd name="connsiteX7" fmla="*/ 140984 w 289376"/>
                <a:gd name="connsiteY7" fmla="*/ 242840 h 412393"/>
                <a:gd name="connsiteX8" fmla="*/ 95050 w 289376"/>
                <a:gd name="connsiteY8" fmla="*/ 410511 h 412393"/>
                <a:gd name="connsiteX9" fmla="*/ 108626 w 289376"/>
                <a:gd name="connsiteY9" fmla="*/ 183284 h 412393"/>
                <a:gd name="connsiteX10" fmla="*/ 59 w 289376"/>
                <a:gd name="connsiteY10" fmla="*/ 258679 h 412393"/>
                <a:gd name="connsiteX11" fmla="*/ 209591 w 289376"/>
                <a:gd name="connsiteY11" fmla="*/ 0 h 412393"/>
                <a:gd name="connsiteX12" fmla="*/ 289105 w 289376"/>
                <a:gd name="connsiteY12" fmla="*/ 21315 h 412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9376" h="412393">
                  <a:moveTo>
                    <a:pt x="289105" y="21315"/>
                  </a:moveTo>
                  <a:lnTo>
                    <a:pt x="289376" y="80192"/>
                  </a:lnTo>
                  <a:cubicBezTo>
                    <a:pt x="289376" y="80192"/>
                    <a:pt x="256611" y="330319"/>
                    <a:pt x="239776" y="332536"/>
                  </a:cubicBezTo>
                  <a:cubicBezTo>
                    <a:pt x="222987" y="334753"/>
                    <a:pt x="229458" y="241754"/>
                    <a:pt x="229458" y="241754"/>
                  </a:cubicBezTo>
                  <a:cubicBezTo>
                    <a:pt x="229458" y="241754"/>
                    <a:pt x="207736" y="364984"/>
                    <a:pt x="188366" y="366658"/>
                  </a:cubicBezTo>
                  <a:cubicBezTo>
                    <a:pt x="168997" y="368378"/>
                    <a:pt x="187733" y="245465"/>
                    <a:pt x="187733" y="245465"/>
                  </a:cubicBezTo>
                  <a:cubicBezTo>
                    <a:pt x="187733" y="245465"/>
                    <a:pt x="167368" y="402682"/>
                    <a:pt x="146596" y="390870"/>
                  </a:cubicBezTo>
                  <a:cubicBezTo>
                    <a:pt x="125778" y="379059"/>
                    <a:pt x="140984" y="242840"/>
                    <a:pt x="140984" y="242840"/>
                  </a:cubicBezTo>
                  <a:cubicBezTo>
                    <a:pt x="140984" y="242840"/>
                    <a:pt x="119714" y="433229"/>
                    <a:pt x="95050" y="410511"/>
                  </a:cubicBezTo>
                  <a:cubicBezTo>
                    <a:pt x="70341" y="387838"/>
                    <a:pt x="108626" y="183284"/>
                    <a:pt x="108626" y="183284"/>
                  </a:cubicBezTo>
                  <a:cubicBezTo>
                    <a:pt x="108626" y="183284"/>
                    <a:pt x="-2928" y="293028"/>
                    <a:pt x="59" y="258679"/>
                  </a:cubicBezTo>
                  <a:cubicBezTo>
                    <a:pt x="3046" y="224331"/>
                    <a:pt x="209591" y="0"/>
                    <a:pt x="209591" y="0"/>
                  </a:cubicBezTo>
                  <a:lnTo>
                    <a:pt x="289105" y="21315"/>
                  </a:ln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Shape 87">
              <a:extLst>
                <a:ext uri="{FF2B5EF4-FFF2-40B4-BE49-F238E27FC236}">
                  <a16:creationId xmlns:a16="http://schemas.microsoft.com/office/drawing/2014/main" id="{F20B7F78-E943-48B0-9487-DE88627D352D}"/>
                </a:ext>
              </a:extLst>
            </p:cNvPr>
            <p:cNvSpPr/>
            <p:nvPr/>
          </p:nvSpPr>
          <p:spPr bwMode="gray">
            <a:xfrm flipH="1">
              <a:off x="625733" y="1213482"/>
              <a:ext cx="54859" cy="138112"/>
            </a:xfrm>
            <a:custGeom>
              <a:avLst/>
              <a:gdLst>
                <a:gd name="connsiteX0" fmla="*/ 22944 w 144364"/>
                <a:gd name="connsiteY0" fmla="*/ 333758 h 363445"/>
                <a:gd name="connsiteX1" fmla="*/ 0 w 144364"/>
                <a:gd name="connsiteY1" fmla="*/ 0 h 363445"/>
                <a:gd name="connsiteX2" fmla="*/ 144364 w 144364"/>
                <a:gd name="connsiteY2" fmla="*/ 15477 h 363445"/>
                <a:gd name="connsiteX3" fmla="*/ 99200 w 144364"/>
                <a:gd name="connsiteY3" fmla="*/ 363446 h 363445"/>
                <a:gd name="connsiteX4" fmla="*/ 22944 w 144364"/>
                <a:gd name="connsiteY4" fmla="*/ 333758 h 363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364" h="363445">
                  <a:moveTo>
                    <a:pt x="22944" y="333758"/>
                  </a:moveTo>
                  <a:lnTo>
                    <a:pt x="0" y="0"/>
                  </a:lnTo>
                  <a:lnTo>
                    <a:pt x="144364" y="15477"/>
                  </a:lnTo>
                  <a:lnTo>
                    <a:pt x="99200" y="363446"/>
                  </a:lnTo>
                  <a:lnTo>
                    <a:pt x="22944" y="333758"/>
                  </a:ln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Shape 88">
              <a:extLst>
                <a:ext uri="{FF2B5EF4-FFF2-40B4-BE49-F238E27FC236}">
                  <a16:creationId xmlns:a16="http://schemas.microsoft.com/office/drawing/2014/main" id="{413DD9FE-D4BD-492A-A513-98270F862740}"/>
                </a:ext>
              </a:extLst>
            </p:cNvPr>
            <p:cNvSpPr/>
            <p:nvPr/>
          </p:nvSpPr>
          <p:spPr bwMode="gray">
            <a:xfrm flipH="1">
              <a:off x="617168" y="816617"/>
              <a:ext cx="112281" cy="514839"/>
            </a:xfrm>
            <a:custGeom>
              <a:avLst/>
              <a:gdLst>
                <a:gd name="connsiteX0" fmla="*/ 150474 w 295471"/>
                <a:gd name="connsiteY0" fmla="*/ 0 h 1354808"/>
                <a:gd name="connsiteX1" fmla="*/ 295472 w 295471"/>
                <a:gd name="connsiteY1" fmla="*/ 797263 h 1354808"/>
                <a:gd name="connsiteX2" fmla="*/ 255014 w 295471"/>
                <a:gd name="connsiteY2" fmla="*/ 1354808 h 1354808"/>
                <a:gd name="connsiteX3" fmla="*/ 122054 w 295471"/>
                <a:gd name="connsiteY3" fmla="*/ 1350373 h 1354808"/>
                <a:gd name="connsiteX4" fmla="*/ 57927 w 295471"/>
                <a:gd name="connsiteY4" fmla="*/ 794548 h 1354808"/>
                <a:gd name="connsiteX5" fmla="*/ 0 w 295471"/>
                <a:gd name="connsiteY5" fmla="*/ 357472 h 1354808"/>
                <a:gd name="connsiteX6" fmla="*/ 150474 w 295471"/>
                <a:gd name="connsiteY6" fmla="*/ 0 h 1354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471" h="1354808">
                  <a:moveTo>
                    <a:pt x="150474" y="0"/>
                  </a:moveTo>
                  <a:lnTo>
                    <a:pt x="295472" y="797263"/>
                  </a:lnTo>
                  <a:lnTo>
                    <a:pt x="255014" y="1354808"/>
                  </a:lnTo>
                  <a:lnTo>
                    <a:pt x="122054" y="1350373"/>
                  </a:lnTo>
                  <a:lnTo>
                    <a:pt x="57927" y="794548"/>
                  </a:lnTo>
                  <a:lnTo>
                    <a:pt x="0" y="357472"/>
                  </a:lnTo>
                  <a:lnTo>
                    <a:pt x="150474" y="0"/>
                  </a:lnTo>
                </a:path>
              </a:pathLst>
            </a:custGeom>
            <a:solidFill>
              <a:schemeClr val="accent3"/>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Shape 89">
              <a:extLst>
                <a:ext uri="{FF2B5EF4-FFF2-40B4-BE49-F238E27FC236}">
                  <a16:creationId xmlns:a16="http://schemas.microsoft.com/office/drawing/2014/main" id="{F21015CA-B013-4D04-A7FB-A65712CF1355}"/>
                </a:ext>
              </a:extLst>
            </p:cNvPr>
            <p:cNvSpPr/>
            <p:nvPr/>
          </p:nvSpPr>
          <p:spPr bwMode="gray">
            <a:xfrm flipH="1">
              <a:off x="723029" y="1201117"/>
              <a:ext cx="328206" cy="890964"/>
            </a:xfrm>
            <a:custGeom>
              <a:avLst/>
              <a:gdLst>
                <a:gd name="connsiteX0" fmla="*/ 4128 w 863679"/>
                <a:gd name="connsiteY0" fmla="*/ 0 h 2344587"/>
                <a:gd name="connsiteX1" fmla="*/ 98983 w 863679"/>
                <a:gd name="connsiteY1" fmla="*/ 1299190 h 2344587"/>
                <a:gd name="connsiteX2" fmla="*/ 125865 w 863679"/>
                <a:gd name="connsiteY2" fmla="*/ 2334586 h 2344587"/>
                <a:gd name="connsiteX3" fmla="*/ 367528 w 863679"/>
                <a:gd name="connsiteY3" fmla="*/ 2334586 h 2344587"/>
                <a:gd name="connsiteX4" fmla="*/ 379612 w 863679"/>
                <a:gd name="connsiteY4" fmla="*/ 1279775 h 2344587"/>
                <a:gd name="connsiteX5" fmla="*/ 343996 w 863679"/>
                <a:gd name="connsiteY5" fmla="*/ 810704 h 2344587"/>
                <a:gd name="connsiteX6" fmla="*/ 303492 w 863679"/>
                <a:gd name="connsiteY6" fmla="*/ 503601 h 2344587"/>
                <a:gd name="connsiteX7" fmla="*/ 504471 w 863679"/>
                <a:gd name="connsiteY7" fmla="*/ 1359379 h 2344587"/>
                <a:gd name="connsiteX8" fmla="*/ 619420 w 863679"/>
                <a:gd name="connsiteY8" fmla="*/ 2343773 h 2344587"/>
                <a:gd name="connsiteX9" fmla="*/ 850810 w 863679"/>
                <a:gd name="connsiteY9" fmla="*/ 2344587 h 2344587"/>
                <a:gd name="connsiteX10" fmla="*/ 770255 w 863679"/>
                <a:gd name="connsiteY10" fmla="*/ 1229994 h 2344587"/>
                <a:gd name="connsiteX11" fmla="*/ 704183 w 863679"/>
                <a:gd name="connsiteY11" fmla="*/ 14029 h 2344587"/>
                <a:gd name="connsiteX12" fmla="*/ 4128 w 863679"/>
                <a:gd name="connsiteY12" fmla="*/ 0 h 2344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3679" h="2344587">
                  <a:moveTo>
                    <a:pt x="4128" y="0"/>
                  </a:moveTo>
                  <a:cubicBezTo>
                    <a:pt x="4128" y="0"/>
                    <a:pt x="-30175" y="632398"/>
                    <a:pt x="98983" y="1299190"/>
                  </a:cubicBezTo>
                  <a:cubicBezTo>
                    <a:pt x="107039" y="1340825"/>
                    <a:pt x="153245" y="2180356"/>
                    <a:pt x="125865" y="2334586"/>
                  </a:cubicBezTo>
                  <a:lnTo>
                    <a:pt x="367528" y="2334586"/>
                  </a:lnTo>
                  <a:cubicBezTo>
                    <a:pt x="367528" y="2334586"/>
                    <a:pt x="472249" y="1687797"/>
                    <a:pt x="379612" y="1279775"/>
                  </a:cubicBezTo>
                  <a:lnTo>
                    <a:pt x="343996" y="810704"/>
                  </a:lnTo>
                  <a:lnTo>
                    <a:pt x="303492" y="503601"/>
                  </a:lnTo>
                  <a:cubicBezTo>
                    <a:pt x="303492" y="503601"/>
                    <a:pt x="448083" y="1234973"/>
                    <a:pt x="504471" y="1359379"/>
                  </a:cubicBezTo>
                  <a:cubicBezTo>
                    <a:pt x="560859" y="1483786"/>
                    <a:pt x="619420" y="2343773"/>
                    <a:pt x="619420" y="2343773"/>
                  </a:cubicBezTo>
                  <a:lnTo>
                    <a:pt x="850810" y="2344587"/>
                  </a:lnTo>
                  <a:cubicBezTo>
                    <a:pt x="850810" y="2344587"/>
                    <a:pt x="911226" y="1782290"/>
                    <a:pt x="770255" y="1229994"/>
                  </a:cubicBezTo>
                  <a:cubicBezTo>
                    <a:pt x="770255" y="1229994"/>
                    <a:pt x="744415" y="208084"/>
                    <a:pt x="704183" y="14029"/>
                  </a:cubicBezTo>
                  <a:lnTo>
                    <a:pt x="4128" y="0"/>
                  </a:lnTo>
                </a:path>
              </a:pathLst>
            </a:custGeom>
            <a:solidFill>
              <a:srgbClr val="4D4D4D"/>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Shape 90">
              <a:extLst>
                <a:ext uri="{FF2B5EF4-FFF2-40B4-BE49-F238E27FC236}">
                  <a16:creationId xmlns:a16="http://schemas.microsoft.com/office/drawing/2014/main" id="{B687D915-285B-43FD-8DBE-24357128A34B}"/>
                </a:ext>
              </a:extLst>
            </p:cNvPr>
            <p:cNvSpPr/>
            <p:nvPr/>
          </p:nvSpPr>
          <p:spPr bwMode="gray">
            <a:xfrm flipH="1">
              <a:off x="911313" y="2072957"/>
              <a:ext cx="195259" cy="69224"/>
            </a:xfrm>
            <a:custGeom>
              <a:avLst/>
              <a:gdLst>
                <a:gd name="connsiteX0" fmla="*/ 513829 w 513828"/>
                <a:gd name="connsiteY0" fmla="*/ 38241 h 182164"/>
                <a:gd name="connsiteX1" fmla="*/ 393676 w 513828"/>
                <a:gd name="connsiteY1" fmla="*/ 30864 h 182164"/>
                <a:gd name="connsiteX2" fmla="*/ 274926 w 513828"/>
                <a:gd name="connsiteY2" fmla="*/ 0 h 182164"/>
                <a:gd name="connsiteX3" fmla="*/ 0 w 513828"/>
                <a:gd name="connsiteY3" fmla="*/ 130426 h 182164"/>
                <a:gd name="connsiteX4" fmla="*/ 508172 w 513828"/>
                <a:gd name="connsiteY4" fmla="*/ 132146 h 182164"/>
                <a:gd name="connsiteX5" fmla="*/ 513829 w 513828"/>
                <a:gd name="connsiteY5" fmla="*/ 38241 h 182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3828" h="182164">
                  <a:moveTo>
                    <a:pt x="513829" y="38241"/>
                  </a:moveTo>
                  <a:cubicBezTo>
                    <a:pt x="473642" y="37788"/>
                    <a:pt x="433501" y="36340"/>
                    <a:pt x="393676" y="30864"/>
                  </a:cubicBezTo>
                  <a:cubicBezTo>
                    <a:pt x="352720" y="25298"/>
                    <a:pt x="314253" y="11359"/>
                    <a:pt x="274926" y="0"/>
                  </a:cubicBezTo>
                  <a:cubicBezTo>
                    <a:pt x="209894" y="80102"/>
                    <a:pt x="8372" y="109473"/>
                    <a:pt x="0" y="130426"/>
                  </a:cubicBezTo>
                  <a:cubicBezTo>
                    <a:pt x="78246" y="245827"/>
                    <a:pt x="508172" y="132146"/>
                    <a:pt x="508172" y="132146"/>
                  </a:cubicBezTo>
                  <a:cubicBezTo>
                    <a:pt x="508172" y="132146"/>
                    <a:pt x="510208" y="97525"/>
                    <a:pt x="513829" y="38241"/>
                  </a:cubicBezTo>
                </a:path>
              </a:pathLst>
            </a:custGeom>
            <a:solidFill>
              <a:schemeClr val="accent1"/>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2" name="Freeform: Shape 91">
              <a:extLst>
                <a:ext uri="{FF2B5EF4-FFF2-40B4-BE49-F238E27FC236}">
                  <a16:creationId xmlns:a16="http://schemas.microsoft.com/office/drawing/2014/main" id="{8F020E73-78F1-422E-93AF-B22991701ACB}"/>
                </a:ext>
              </a:extLst>
            </p:cNvPr>
            <p:cNvSpPr/>
            <p:nvPr/>
          </p:nvSpPr>
          <p:spPr bwMode="gray">
            <a:xfrm flipH="1">
              <a:off x="821628" y="708308"/>
              <a:ext cx="134122" cy="56493"/>
            </a:xfrm>
            <a:custGeom>
              <a:avLst/>
              <a:gdLst>
                <a:gd name="connsiteX0" fmla="*/ 321222 w 352946"/>
                <a:gd name="connsiteY0" fmla="*/ 11857 h 148663"/>
                <a:gd name="connsiteX1" fmla="*/ 205957 w 352946"/>
                <a:gd name="connsiteY1" fmla="*/ 0 h 148663"/>
                <a:gd name="connsiteX2" fmla="*/ 67657 w 352946"/>
                <a:gd name="connsiteY2" fmla="*/ 22266 h 148663"/>
                <a:gd name="connsiteX3" fmla="*/ 0 w 352946"/>
                <a:gd name="connsiteY3" fmla="*/ 62452 h 148663"/>
                <a:gd name="connsiteX4" fmla="*/ 8915 w 352946"/>
                <a:gd name="connsiteY4" fmla="*/ 148664 h 148663"/>
                <a:gd name="connsiteX5" fmla="*/ 98159 w 352946"/>
                <a:gd name="connsiteY5" fmla="*/ 93678 h 148663"/>
                <a:gd name="connsiteX6" fmla="*/ 211207 w 352946"/>
                <a:gd name="connsiteY6" fmla="*/ 75079 h 148663"/>
                <a:gd name="connsiteX7" fmla="*/ 352946 w 352946"/>
                <a:gd name="connsiteY7" fmla="*/ 98883 h 148663"/>
                <a:gd name="connsiteX8" fmla="*/ 321222 w 352946"/>
                <a:gd name="connsiteY8" fmla="*/ 11857 h 148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2946" h="148663">
                  <a:moveTo>
                    <a:pt x="321222" y="11857"/>
                  </a:moveTo>
                  <a:lnTo>
                    <a:pt x="205957" y="0"/>
                  </a:lnTo>
                  <a:lnTo>
                    <a:pt x="67657" y="22266"/>
                  </a:lnTo>
                  <a:lnTo>
                    <a:pt x="0" y="62452"/>
                  </a:lnTo>
                  <a:lnTo>
                    <a:pt x="8915" y="148664"/>
                  </a:lnTo>
                  <a:lnTo>
                    <a:pt x="98159" y="93678"/>
                  </a:lnTo>
                  <a:lnTo>
                    <a:pt x="211207" y="75079"/>
                  </a:lnTo>
                  <a:lnTo>
                    <a:pt x="352946" y="98883"/>
                  </a:lnTo>
                  <a:lnTo>
                    <a:pt x="321222" y="11857"/>
                  </a:lnTo>
                </a:path>
              </a:pathLst>
            </a:custGeom>
            <a:solidFill>
              <a:srgbClr val="D0D0D0"/>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Shape 92">
              <a:extLst>
                <a:ext uri="{FF2B5EF4-FFF2-40B4-BE49-F238E27FC236}">
                  <a16:creationId xmlns:a16="http://schemas.microsoft.com/office/drawing/2014/main" id="{B1F77315-E7D9-498C-8F51-4EDCCAA10CFE}"/>
                </a:ext>
              </a:extLst>
            </p:cNvPr>
            <p:cNvSpPr/>
            <p:nvPr/>
          </p:nvSpPr>
          <p:spPr bwMode="gray">
            <a:xfrm flipH="1">
              <a:off x="832243" y="669871"/>
              <a:ext cx="140095" cy="180830"/>
            </a:xfrm>
            <a:custGeom>
              <a:avLst/>
              <a:gdLst>
                <a:gd name="connsiteX0" fmla="*/ 323241 w 368664"/>
                <a:gd name="connsiteY0" fmla="*/ 0 h 475859"/>
                <a:gd name="connsiteX1" fmla="*/ 364876 w 368664"/>
                <a:gd name="connsiteY1" fmla="*/ 294431 h 475859"/>
                <a:gd name="connsiteX2" fmla="*/ 91262 w 368664"/>
                <a:gd name="connsiteY2" fmla="*/ 475860 h 475859"/>
                <a:gd name="connsiteX3" fmla="*/ 13921 w 368664"/>
                <a:gd name="connsiteY3" fmla="*/ 309320 h 475859"/>
                <a:gd name="connsiteX4" fmla="*/ 82347 w 368664"/>
                <a:gd name="connsiteY4" fmla="*/ 68381 h 475859"/>
                <a:gd name="connsiteX5" fmla="*/ 323241 w 368664"/>
                <a:gd name="connsiteY5" fmla="*/ 0 h 47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664" h="475859">
                  <a:moveTo>
                    <a:pt x="323241" y="0"/>
                  </a:moveTo>
                  <a:cubicBezTo>
                    <a:pt x="323241" y="0"/>
                    <a:pt x="323241" y="208220"/>
                    <a:pt x="364876" y="294431"/>
                  </a:cubicBezTo>
                  <a:cubicBezTo>
                    <a:pt x="406511" y="380688"/>
                    <a:pt x="91262" y="475860"/>
                    <a:pt x="91262" y="475860"/>
                  </a:cubicBezTo>
                  <a:cubicBezTo>
                    <a:pt x="91262" y="475860"/>
                    <a:pt x="-42603" y="389648"/>
                    <a:pt x="13921" y="309320"/>
                  </a:cubicBezTo>
                  <a:cubicBezTo>
                    <a:pt x="70445" y="228992"/>
                    <a:pt x="82347" y="68381"/>
                    <a:pt x="82347" y="68381"/>
                  </a:cubicBezTo>
                  <a:lnTo>
                    <a:pt x="323241" y="0"/>
                  </a:ln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Shape 93">
              <a:extLst>
                <a:ext uri="{FF2B5EF4-FFF2-40B4-BE49-F238E27FC236}">
                  <a16:creationId xmlns:a16="http://schemas.microsoft.com/office/drawing/2014/main" id="{3059B4C3-DB59-4E2E-85A2-8C19F545EE24}"/>
                </a:ext>
              </a:extLst>
            </p:cNvPr>
            <p:cNvSpPr/>
            <p:nvPr/>
          </p:nvSpPr>
          <p:spPr bwMode="gray">
            <a:xfrm flipH="1">
              <a:off x="849213" y="669871"/>
              <a:ext cx="115704" cy="124733"/>
            </a:xfrm>
            <a:custGeom>
              <a:avLst/>
              <a:gdLst>
                <a:gd name="connsiteX0" fmla="*/ 150926 w 304477"/>
                <a:gd name="connsiteY0" fmla="*/ 258272 h 328237"/>
                <a:gd name="connsiteX1" fmla="*/ 35209 w 304477"/>
                <a:gd name="connsiteY1" fmla="*/ 327875 h 328237"/>
                <a:gd name="connsiteX2" fmla="*/ 0 w 304477"/>
                <a:gd name="connsiteY2" fmla="*/ 300812 h 328237"/>
                <a:gd name="connsiteX3" fmla="*/ 62814 w 304477"/>
                <a:gd name="connsiteY3" fmla="*/ 68381 h 328237"/>
                <a:gd name="connsiteX4" fmla="*/ 303708 w 304477"/>
                <a:gd name="connsiteY4" fmla="*/ 0 h 328237"/>
                <a:gd name="connsiteX5" fmla="*/ 304478 w 304477"/>
                <a:gd name="connsiteY5" fmla="*/ 37879 h 328237"/>
                <a:gd name="connsiteX6" fmla="*/ 150926 w 304477"/>
                <a:gd name="connsiteY6" fmla="*/ 258272 h 32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477" h="328237">
                  <a:moveTo>
                    <a:pt x="150926" y="258272"/>
                  </a:moveTo>
                  <a:cubicBezTo>
                    <a:pt x="120651" y="285335"/>
                    <a:pt x="76934" y="321765"/>
                    <a:pt x="35209" y="327875"/>
                  </a:cubicBezTo>
                  <a:cubicBezTo>
                    <a:pt x="17514" y="330545"/>
                    <a:pt x="6834" y="318190"/>
                    <a:pt x="0" y="300812"/>
                  </a:cubicBezTo>
                  <a:cubicBezTo>
                    <a:pt x="51682" y="218221"/>
                    <a:pt x="62814" y="68381"/>
                    <a:pt x="62814" y="68381"/>
                  </a:cubicBezTo>
                  <a:lnTo>
                    <a:pt x="303708" y="0"/>
                  </a:lnTo>
                  <a:cubicBezTo>
                    <a:pt x="303708" y="0"/>
                    <a:pt x="303708" y="14753"/>
                    <a:pt x="304478" y="37879"/>
                  </a:cubicBezTo>
                  <a:cubicBezTo>
                    <a:pt x="263160" y="117935"/>
                    <a:pt x="218628" y="197720"/>
                    <a:pt x="150926" y="258272"/>
                  </a:cubicBez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Shape 94">
              <a:extLst>
                <a:ext uri="{FF2B5EF4-FFF2-40B4-BE49-F238E27FC236}">
                  <a16:creationId xmlns:a16="http://schemas.microsoft.com/office/drawing/2014/main" id="{1494CA34-9FA7-4773-8C35-D6C9AE1F797E}"/>
                </a:ext>
              </a:extLst>
            </p:cNvPr>
            <p:cNvSpPr/>
            <p:nvPr/>
          </p:nvSpPr>
          <p:spPr bwMode="gray">
            <a:xfrm flipH="1">
              <a:off x="671319" y="739950"/>
              <a:ext cx="414905" cy="475818"/>
            </a:xfrm>
            <a:custGeom>
              <a:avLst/>
              <a:gdLst>
                <a:gd name="connsiteX0" fmla="*/ 1348 w 1091830"/>
                <a:gd name="connsiteY0" fmla="*/ 175455 h 1252124"/>
                <a:gd name="connsiteX1" fmla="*/ 325512 w 1091830"/>
                <a:gd name="connsiteY1" fmla="*/ 17831 h 1252124"/>
                <a:gd name="connsiteX2" fmla="*/ 379049 w 1091830"/>
                <a:gd name="connsiteY2" fmla="*/ 211161 h 1252124"/>
                <a:gd name="connsiteX3" fmla="*/ 673526 w 1091830"/>
                <a:gd name="connsiteY3" fmla="*/ 0 h 1252124"/>
                <a:gd name="connsiteX4" fmla="*/ 1091504 w 1091830"/>
                <a:gd name="connsiteY4" fmla="*/ 199259 h 1252124"/>
                <a:gd name="connsiteX5" fmla="*/ 800648 w 1091830"/>
                <a:gd name="connsiteY5" fmla="*/ 1176503 h 1252124"/>
                <a:gd name="connsiteX6" fmla="*/ 249574 w 1091830"/>
                <a:gd name="connsiteY6" fmla="*/ 1252124 h 1252124"/>
                <a:gd name="connsiteX7" fmla="*/ 100458 w 1091830"/>
                <a:gd name="connsiteY7" fmla="*/ 1221350 h 1252124"/>
                <a:gd name="connsiteX8" fmla="*/ 1348 w 1091830"/>
                <a:gd name="connsiteY8" fmla="*/ 175455 h 125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830" h="1252124">
                  <a:moveTo>
                    <a:pt x="1348" y="175455"/>
                  </a:moveTo>
                  <a:cubicBezTo>
                    <a:pt x="16192" y="161697"/>
                    <a:pt x="325512" y="17831"/>
                    <a:pt x="325512" y="17831"/>
                  </a:cubicBezTo>
                  <a:lnTo>
                    <a:pt x="379049" y="211161"/>
                  </a:lnTo>
                  <a:lnTo>
                    <a:pt x="673526" y="0"/>
                  </a:lnTo>
                  <a:cubicBezTo>
                    <a:pt x="673526" y="0"/>
                    <a:pt x="1073311" y="181021"/>
                    <a:pt x="1091504" y="199259"/>
                  </a:cubicBezTo>
                  <a:cubicBezTo>
                    <a:pt x="1103134" y="210890"/>
                    <a:pt x="800648" y="1176503"/>
                    <a:pt x="800648" y="1176503"/>
                  </a:cubicBezTo>
                  <a:lnTo>
                    <a:pt x="249574" y="1252124"/>
                  </a:lnTo>
                  <a:lnTo>
                    <a:pt x="100458" y="1221350"/>
                  </a:lnTo>
                  <a:cubicBezTo>
                    <a:pt x="100458" y="1221350"/>
                    <a:pt x="-13586" y="189212"/>
                    <a:pt x="1348" y="175455"/>
                  </a:cubicBezTo>
                </a:path>
              </a:pathLst>
            </a:custGeom>
            <a:solidFill>
              <a:schemeClr val="accent3"/>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6" name="Freeform: Shape 95">
              <a:extLst>
                <a:ext uri="{FF2B5EF4-FFF2-40B4-BE49-F238E27FC236}">
                  <a16:creationId xmlns:a16="http://schemas.microsoft.com/office/drawing/2014/main" id="{2EB54B21-D490-4431-8943-9A360B36CF8E}"/>
                </a:ext>
              </a:extLst>
            </p:cNvPr>
            <p:cNvSpPr/>
            <p:nvPr/>
          </p:nvSpPr>
          <p:spPr bwMode="gray">
            <a:xfrm flipH="1">
              <a:off x="822092" y="712813"/>
              <a:ext cx="97922" cy="92109"/>
            </a:xfrm>
            <a:custGeom>
              <a:avLst/>
              <a:gdLst>
                <a:gd name="connsiteX0" fmla="*/ 7105 w 257683"/>
                <a:gd name="connsiteY0" fmla="*/ 136807 h 242387"/>
                <a:gd name="connsiteX1" fmla="*/ 0 w 257683"/>
                <a:gd name="connsiteY1" fmla="*/ 242387 h 242387"/>
                <a:gd name="connsiteX2" fmla="*/ 257684 w 257683"/>
                <a:gd name="connsiteY2" fmla="*/ 84446 h 242387"/>
                <a:gd name="connsiteX3" fmla="*/ 227182 w 257683"/>
                <a:gd name="connsiteY3" fmla="*/ 0 h 242387"/>
                <a:gd name="connsiteX4" fmla="*/ 7105 w 257683"/>
                <a:gd name="connsiteY4" fmla="*/ 136807 h 24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83" h="242387">
                  <a:moveTo>
                    <a:pt x="7105" y="136807"/>
                  </a:moveTo>
                  <a:lnTo>
                    <a:pt x="0" y="242387"/>
                  </a:lnTo>
                  <a:cubicBezTo>
                    <a:pt x="107798" y="234332"/>
                    <a:pt x="257684" y="84446"/>
                    <a:pt x="257684" y="84446"/>
                  </a:cubicBezTo>
                  <a:lnTo>
                    <a:pt x="227182" y="0"/>
                  </a:lnTo>
                  <a:lnTo>
                    <a:pt x="7105" y="136807"/>
                  </a:lnTo>
                </a:path>
              </a:pathLst>
            </a:custGeom>
            <a:solidFill>
              <a:schemeClr val="bg1"/>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7" name="Freeform: Shape 96">
              <a:extLst>
                <a:ext uri="{FF2B5EF4-FFF2-40B4-BE49-F238E27FC236}">
                  <a16:creationId xmlns:a16="http://schemas.microsoft.com/office/drawing/2014/main" id="{17132084-FF57-4F16-BC06-C3D9D0C99AD2}"/>
                </a:ext>
              </a:extLst>
            </p:cNvPr>
            <p:cNvSpPr/>
            <p:nvPr/>
          </p:nvSpPr>
          <p:spPr bwMode="gray">
            <a:xfrm flipH="1">
              <a:off x="780767" y="1186447"/>
              <a:ext cx="270756" cy="40912"/>
            </a:xfrm>
            <a:custGeom>
              <a:avLst/>
              <a:gdLst>
                <a:gd name="connsiteX0" fmla="*/ 193195 w 712499"/>
                <a:gd name="connsiteY0" fmla="*/ 107662 h 107662"/>
                <a:gd name="connsiteX1" fmla="*/ 707703 w 712499"/>
                <a:gd name="connsiteY1" fmla="*/ 60144 h 107662"/>
                <a:gd name="connsiteX2" fmla="*/ 712500 w 712499"/>
                <a:gd name="connsiteY2" fmla="*/ 0 h 107662"/>
                <a:gd name="connsiteX3" fmla="*/ 193195 w 712499"/>
                <a:gd name="connsiteY3" fmla="*/ 45210 h 107662"/>
                <a:gd name="connsiteX4" fmla="*/ 3394 w 712499"/>
                <a:gd name="connsiteY4" fmla="*/ 39598 h 107662"/>
                <a:gd name="connsiteX5" fmla="*/ 0 w 712499"/>
                <a:gd name="connsiteY5" fmla="*/ 102232 h 107662"/>
                <a:gd name="connsiteX6" fmla="*/ 193195 w 712499"/>
                <a:gd name="connsiteY6" fmla="*/ 107662 h 10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499" h="107662">
                  <a:moveTo>
                    <a:pt x="193195" y="107662"/>
                  </a:moveTo>
                  <a:cubicBezTo>
                    <a:pt x="308143" y="107662"/>
                    <a:pt x="707703" y="60144"/>
                    <a:pt x="707703" y="60144"/>
                  </a:cubicBezTo>
                  <a:lnTo>
                    <a:pt x="712500" y="0"/>
                  </a:lnTo>
                  <a:cubicBezTo>
                    <a:pt x="712500" y="0"/>
                    <a:pt x="280809" y="45210"/>
                    <a:pt x="193195" y="45210"/>
                  </a:cubicBezTo>
                  <a:cubicBezTo>
                    <a:pt x="84220" y="45210"/>
                    <a:pt x="4209" y="39689"/>
                    <a:pt x="3394" y="39598"/>
                  </a:cubicBezTo>
                  <a:lnTo>
                    <a:pt x="0" y="102232"/>
                  </a:lnTo>
                  <a:cubicBezTo>
                    <a:pt x="3439" y="102547"/>
                    <a:pt x="81731" y="107662"/>
                    <a:pt x="193195" y="107662"/>
                  </a:cubicBezTo>
                </a:path>
              </a:pathLst>
            </a:custGeom>
            <a:solidFill>
              <a:schemeClr val="accent1"/>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8" name="Freeform: Shape 97">
              <a:extLst>
                <a:ext uri="{FF2B5EF4-FFF2-40B4-BE49-F238E27FC236}">
                  <a16:creationId xmlns:a16="http://schemas.microsoft.com/office/drawing/2014/main" id="{F4BBB34E-3FC3-403F-9C94-3F22E3A1D526}"/>
                </a:ext>
              </a:extLst>
            </p:cNvPr>
            <p:cNvSpPr/>
            <p:nvPr/>
          </p:nvSpPr>
          <p:spPr bwMode="gray">
            <a:xfrm flipH="1">
              <a:off x="822092" y="712813"/>
              <a:ext cx="95222" cy="93811"/>
            </a:xfrm>
            <a:custGeom>
              <a:avLst/>
              <a:gdLst>
                <a:gd name="connsiteX0" fmla="*/ 220077 w 250578"/>
                <a:gd name="connsiteY0" fmla="*/ 0 h 246867"/>
                <a:gd name="connsiteX1" fmla="*/ 0 w 250578"/>
                <a:gd name="connsiteY1" fmla="*/ 136807 h 246867"/>
                <a:gd name="connsiteX2" fmla="*/ 89198 w 250578"/>
                <a:gd name="connsiteY2" fmla="*/ 246868 h 246867"/>
                <a:gd name="connsiteX3" fmla="*/ 250579 w 250578"/>
                <a:gd name="connsiteY3" fmla="*/ 84446 h 246867"/>
                <a:gd name="connsiteX4" fmla="*/ 220077 w 250578"/>
                <a:gd name="connsiteY4" fmla="*/ 0 h 246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578" h="246867">
                  <a:moveTo>
                    <a:pt x="220077" y="0"/>
                  </a:moveTo>
                  <a:lnTo>
                    <a:pt x="0" y="136807"/>
                  </a:lnTo>
                  <a:cubicBezTo>
                    <a:pt x="0" y="136807"/>
                    <a:pt x="20591" y="222566"/>
                    <a:pt x="89198" y="246868"/>
                  </a:cubicBezTo>
                  <a:lnTo>
                    <a:pt x="250579" y="84446"/>
                  </a:lnTo>
                  <a:lnTo>
                    <a:pt x="220077" y="0"/>
                  </a:lnTo>
                </a:path>
              </a:pathLst>
            </a:custGeom>
            <a:solidFill>
              <a:schemeClr val="bg1"/>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Freeform: Shape 98">
              <a:extLst>
                <a:ext uri="{FF2B5EF4-FFF2-40B4-BE49-F238E27FC236}">
                  <a16:creationId xmlns:a16="http://schemas.microsoft.com/office/drawing/2014/main" id="{BEFBD34A-787D-48C4-AFA5-FA9CA19B4255}"/>
                </a:ext>
              </a:extLst>
            </p:cNvPr>
            <p:cNvSpPr/>
            <p:nvPr/>
          </p:nvSpPr>
          <p:spPr bwMode="gray">
            <a:xfrm flipH="1">
              <a:off x="953085" y="732040"/>
              <a:ext cx="41085" cy="71197"/>
            </a:xfrm>
            <a:custGeom>
              <a:avLst/>
              <a:gdLst>
                <a:gd name="connsiteX0" fmla="*/ 108115 w 108114"/>
                <a:gd name="connsiteY0" fmla="*/ 67611 h 187356"/>
                <a:gd name="connsiteX1" fmla="*/ 0 w 108114"/>
                <a:gd name="connsiteY1" fmla="*/ 187357 h 187356"/>
                <a:gd name="connsiteX2" fmla="*/ 53537 w 108114"/>
                <a:gd name="connsiteY2" fmla="*/ 44622 h 187356"/>
                <a:gd name="connsiteX3" fmla="*/ 101100 w 108114"/>
                <a:gd name="connsiteY3" fmla="*/ 0 h 187356"/>
                <a:gd name="connsiteX4" fmla="*/ 108115 w 108114"/>
                <a:gd name="connsiteY4" fmla="*/ 67611 h 187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114" h="187356">
                  <a:moveTo>
                    <a:pt x="108115" y="67611"/>
                  </a:moveTo>
                  <a:cubicBezTo>
                    <a:pt x="108115" y="67611"/>
                    <a:pt x="81414" y="167083"/>
                    <a:pt x="0" y="187357"/>
                  </a:cubicBezTo>
                  <a:lnTo>
                    <a:pt x="53537" y="44622"/>
                  </a:lnTo>
                  <a:lnTo>
                    <a:pt x="101100" y="0"/>
                  </a:lnTo>
                  <a:lnTo>
                    <a:pt x="108115" y="67611"/>
                  </a:lnTo>
                </a:path>
              </a:pathLst>
            </a:custGeom>
            <a:solidFill>
              <a:schemeClr val="bg1"/>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reeform: Shape 99">
              <a:extLst>
                <a:ext uri="{FF2B5EF4-FFF2-40B4-BE49-F238E27FC236}">
                  <a16:creationId xmlns:a16="http://schemas.microsoft.com/office/drawing/2014/main" id="{C7248714-5889-473D-B7D1-971F784FDE92}"/>
                </a:ext>
              </a:extLst>
            </p:cNvPr>
            <p:cNvSpPr/>
            <p:nvPr/>
          </p:nvSpPr>
          <p:spPr bwMode="gray">
            <a:xfrm flipH="1">
              <a:off x="949525" y="732040"/>
              <a:ext cx="24299" cy="61583"/>
            </a:xfrm>
            <a:custGeom>
              <a:avLst/>
              <a:gdLst>
                <a:gd name="connsiteX0" fmla="*/ 0 w 63945"/>
                <a:gd name="connsiteY0" fmla="*/ 44622 h 162059"/>
                <a:gd name="connsiteX1" fmla="*/ 63946 w 63945"/>
                <a:gd name="connsiteY1" fmla="*/ 162059 h 162059"/>
                <a:gd name="connsiteX2" fmla="*/ 43852 w 63945"/>
                <a:gd name="connsiteY2" fmla="*/ 74354 h 162059"/>
                <a:gd name="connsiteX3" fmla="*/ 47563 w 63945"/>
                <a:gd name="connsiteY3" fmla="*/ 0 h 162059"/>
                <a:gd name="connsiteX4" fmla="*/ 0 w 63945"/>
                <a:gd name="connsiteY4" fmla="*/ 44622 h 162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45" h="162059">
                  <a:moveTo>
                    <a:pt x="0" y="44622"/>
                  </a:moveTo>
                  <a:lnTo>
                    <a:pt x="63946" y="162059"/>
                  </a:lnTo>
                  <a:cubicBezTo>
                    <a:pt x="63946" y="162059"/>
                    <a:pt x="46749" y="107617"/>
                    <a:pt x="43852" y="74354"/>
                  </a:cubicBezTo>
                  <a:cubicBezTo>
                    <a:pt x="41001" y="41092"/>
                    <a:pt x="47563" y="0"/>
                    <a:pt x="47563" y="0"/>
                  </a:cubicBezTo>
                  <a:lnTo>
                    <a:pt x="0" y="44622"/>
                  </a:lnTo>
                </a:path>
              </a:pathLst>
            </a:custGeom>
            <a:solidFill>
              <a:schemeClr val="bg1"/>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1" name="Freeform: Shape 100">
              <a:extLst>
                <a:ext uri="{FF2B5EF4-FFF2-40B4-BE49-F238E27FC236}">
                  <a16:creationId xmlns:a16="http://schemas.microsoft.com/office/drawing/2014/main" id="{838212AC-3F39-4786-BA76-8E56329760C8}"/>
                </a:ext>
              </a:extLst>
            </p:cNvPr>
            <p:cNvSpPr/>
            <p:nvPr/>
          </p:nvSpPr>
          <p:spPr bwMode="gray">
            <a:xfrm flipH="1">
              <a:off x="715118" y="2070918"/>
              <a:ext cx="107438" cy="108938"/>
            </a:xfrm>
            <a:custGeom>
              <a:avLst/>
              <a:gdLst>
                <a:gd name="connsiteX0" fmla="*/ 17650 w 282725"/>
                <a:gd name="connsiteY0" fmla="*/ 54875 h 286672"/>
                <a:gd name="connsiteX1" fmla="*/ 249040 w 282725"/>
                <a:gd name="connsiteY1" fmla="*/ 55689 h 286672"/>
                <a:gd name="connsiteX2" fmla="*/ 282710 w 282725"/>
                <a:gd name="connsiteY2" fmla="*/ 186884 h 286672"/>
                <a:gd name="connsiteX3" fmla="*/ 157986 w 282725"/>
                <a:gd name="connsiteY3" fmla="*/ 286673 h 286672"/>
                <a:gd name="connsiteX4" fmla="*/ 0 w 282725"/>
                <a:gd name="connsiteY4" fmla="*/ 186884 h 286672"/>
                <a:gd name="connsiteX5" fmla="*/ 17650 w 282725"/>
                <a:gd name="connsiteY5" fmla="*/ 54875 h 28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2725" h="286672">
                  <a:moveTo>
                    <a:pt x="17650" y="54875"/>
                  </a:moveTo>
                  <a:cubicBezTo>
                    <a:pt x="29099" y="-27218"/>
                    <a:pt x="244514" y="-9026"/>
                    <a:pt x="249040" y="55689"/>
                  </a:cubicBezTo>
                  <a:cubicBezTo>
                    <a:pt x="253611" y="120359"/>
                    <a:pt x="282710" y="149458"/>
                    <a:pt x="282710" y="186884"/>
                  </a:cubicBezTo>
                  <a:cubicBezTo>
                    <a:pt x="282710" y="224311"/>
                    <a:pt x="286873" y="286673"/>
                    <a:pt x="157986" y="286673"/>
                  </a:cubicBezTo>
                  <a:cubicBezTo>
                    <a:pt x="29099" y="286673"/>
                    <a:pt x="0" y="232638"/>
                    <a:pt x="0" y="186884"/>
                  </a:cubicBezTo>
                  <a:cubicBezTo>
                    <a:pt x="0" y="141131"/>
                    <a:pt x="6245" y="137013"/>
                    <a:pt x="17650" y="54875"/>
                  </a:cubicBezTo>
                </a:path>
              </a:pathLst>
            </a:custGeom>
            <a:solidFill>
              <a:schemeClr val="accent1"/>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2" name="Freeform: Shape 101">
              <a:extLst>
                <a:ext uri="{FF2B5EF4-FFF2-40B4-BE49-F238E27FC236}">
                  <a16:creationId xmlns:a16="http://schemas.microsoft.com/office/drawing/2014/main" id="{2B2B6CC6-CE50-4E46-A158-5F948B8C19F0}"/>
                </a:ext>
              </a:extLst>
            </p:cNvPr>
            <p:cNvSpPr/>
            <p:nvPr/>
          </p:nvSpPr>
          <p:spPr bwMode="gray">
            <a:xfrm flipH="1">
              <a:off x="829117" y="473292"/>
              <a:ext cx="176480" cy="248920"/>
            </a:xfrm>
            <a:custGeom>
              <a:avLst/>
              <a:gdLst>
                <a:gd name="connsiteX0" fmla="*/ 29165 w 464410"/>
                <a:gd name="connsiteY0" fmla="*/ 121090 h 655038"/>
                <a:gd name="connsiteX1" fmla="*/ 1921 w 464410"/>
                <a:gd name="connsiteY1" fmla="*/ 280117 h 655038"/>
                <a:gd name="connsiteX2" fmla="*/ 14140 w 464410"/>
                <a:gd name="connsiteY2" fmla="*/ 331980 h 655038"/>
                <a:gd name="connsiteX3" fmla="*/ 156 w 464410"/>
                <a:gd name="connsiteY3" fmla="*/ 412579 h 655038"/>
                <a:gd name="connsiteX4" fmla="*/ 127007 w 464410"/>
                <a:gd name="connsiteY4" fmla="*/ 631977 h 655038"/>
                <a:gd name="connsiteX5" fmla="*/ 208693 w 464410"/>
                <a:gd name="connsiteY5" fmla="*/ 654605 h 655038"/>
                <a:gd name="connsiteX6" fmla="*/ 400485 w 464410"/>
                <a:gd name="connsiteY6" fmla="*/ 536805 h 655038"/>
                <a:gd name="connsiteX7" fmla="*/ 423701 w 464410"/>
                <a:gd name="connsiteY7" fmla="*/ 444258 h 655038"/>
                <a:gd name="connsiteX8" fmla="*/ 459769 w 464410"/>
                <a:gd name="connsiteY8" fmla="*/ 283647 h 655038"/>
                <a:gd name="connsiteX9" fmla="*/ 460720 w 464410"/>
                <a:gd name="connsiteY9" fmla="*/ 84388 h 655038"/>
                <a:gd name="connsiteX10" fmla="*/ 234669 w 464410"/>
                <a:gd name="connsiteY10" fmla="*/ 258 h 655038"/>
                <a:gd name="connsiteX11" fmla="*/ 29165 w 464410"/>
                <a:gd name="connsiteY11" fmla="*/ 121090 h 65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4410" h="655038">
                  <a:moveTo>
                    <a:pt x="29165" y="121090"/>
                  </a:moveTo>
                  <a:cubicBezTo>
                    <a:pt x="21291" y="132268"/>
                    <a:pt x="1423" y="269075"/>
                    <a:pt x="1921" y="280117"/>
                  </a:cubicBezTo>
                  <a:cubicBezTo>
                    <a:pt x="2374" y="291159"/>
                    <a:pt x="15453" y="312248"/>
                    <a:pt x="14140" y="331980"/>
                  </a:cubicBezTo>
                  <a:cubicBezTo>
                    <a:pt x="12828" y="351666"/>
                    <a:pt x="-1654" y="380448"/>
                    <a:pt x="156" y="412579"/>
                  </a:cubicBezTo>
                  <a:cubicBezTo>
                    <a:pt x="5406" y="479648"/>
                    <a:pt x="118680" y="609078"/>
                    <a:pt x="127007" y="631977"/>
                  </a:cubicBezTo>
                  <a:cubicBezTo>
                    <a:pt x="132573" y="647364"/>
                    <a:pt x="182173" y="657275"/>
                    <a:pt x="208693" y="654605"/>
                  </a:cubicBezTo>
                  <a:cubicBezTo>
                    <a:pt x="252952" y="650125"/>
                    <a:pt x="384555" y="563506"/>
                    <a:pt x="400485" y="536805"/>
                  </a:cubicBezTo>
                  <a:cubicBezTo>
                    <a:pt x="416369" y="510150"/>
                    <a:pt x="423701" y="444258"/>
                    <a:pt x="423701" y="444258"/>
                  </a:cubicBezTo>
                  <a:cubicBezTo>
                    <a:pt x="423701" y="444258"/>
                    <a:pt x="457778" y="310031"/>
                    <a:pt x="459769" y="283647"/>
                  </a:cubicBezTo>
                  <a:cubicBezTo>
                    <a:pt x="461715" y="257263"/>
                    <a:pt x="468594" y="100001"/>
                    <a:pt x="460720" y="84388"/>
                  </a:cubicBezTo>
                  <a:cubicBezTo>
                    <a:pt x="452890" y="68775"/>
                    <a:pt x="386682" y="-4901"/>
                    <a:pt x="234669" y="258"/>
                  </a:cubicBezTo>
                  <a:cubicBezTo>
                    <a:pt x="82657" y="5463"/>
                    <a:pt x="37085" y="109867"/>
                    <a:pt x="29165" y="121090"/>
                  </a:cubicBez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3" name="Freeform: Shape 102">
              <a:extLst>
                <a:ext uri="{FF2B5EF4-FFF2-40B4-BE49-F238E27FC236}">
                  <a16:creationId xmlns:a16="http://schemas.microsoft.com/office/drawing/2014/main" id="{FBA9FD4C-68ED-443A-AE36-2F1AEB8F63BB}"/>
                </a:ext>
              </a:extLst>
            </p:cNvPr>
            <p:cNvSpPr/>
            <p:nvPr/>
          </p:nvSpPr>
          <p:spPr bwMode="gray">
            <a:xfrm flipH="1">
              <a:off x="818870" y="440902"/>
              <a:ext cx="189466" cy="182570"/>
            </a:xfrm>
            <a:custGeom>
              <a:avLst/>
              <a:gdLst>
                <a:gd name="connsiteX0" fmla="*/ 419821 w 498583"/>
                <a:gd name="connsiteY0" fmla="*/ 351912 h 480436"/>
                <a:gd name="connsiteX1" fmla="*/ 377643 w 498583"/>
                <a:gd name="connsiteY1" fmla="*/ 324306 h 480436"/>
                <a:gd name="connsiteX2" fmla="*/ 382712 w 498583"/>
                <a:gd name="connsiteY2" fmla="*/ 250721 h 480436"/>
                <a:gd name="connsiteX3" fmla="*/ 342932 w 498583"/>
                <a:gd name="connsiteY3" fmla="*/ 222934 h 480436"/>
                <a:gd name="connsiteX4" fmla="*/ 217937 w 498583"/>
                <a:gd name="connsiteY4" fmla="*/ 228817 h 480436"/>
                <a:gd name="connsiteX5" fmla="*/ 147203 w 498583"/>
                <a:gd name="connsiteY5" fmla="*/ 208000 h 480436"/>
                <a:gd name="connsiteX6" fmla="*/ 29358 w 498583"/>
                <a:gd name="connsiteY6" fmla="*/ 220716 h 480436"/>
                <a:gd name="connsiteX7" fmla="*/ 1843 w 498583"/>
                <a:gd name="connsiteY7" fmla="*/ 181435 h 480436"/>
                <a:gd name="connsiteX8" fmla="*/ 3925 w 498583"/>
                <a:gd name="connsiteY8" fmla="*/ 130523 h 480436"/>
                <a:gd name="connsiteX9" fmla="*/ 84932 w 498583"/>
                <a:gd name="connsiteY9" fmla="*/ 64721 h 480436"/>
                <a:gd name="connsiteX10" fmla="*/ 145936 w 498583"/>
                <a:gd name="connsiteY10" fmla="*/ 22227 h 480436"/>
                <a:gd name="connsiteX11" fmla="*/ 285549 w 498583"/>
                <a:gd name="connsiteY11" fmla="*/ 4215 h 480436"/>
                <a:gd name="connsiteX12" fmla="*/ 487523 w 498583"/>
                <a:gd name="connsiteY12" fmla="*/ 121924 h 480436"/>
                <a:gd name="connsiteX13" fmla="*/ 489650 w 498583"/>
                <a:gd name="connsiteY13" fmla="*/ 177090 h 480436"/>
                <a:gd name="connsiteX14" fmla="*/ 496076 w 498583"/>
                <a:gd name="connsiteY14" fmla="*/ 223115 h 480436"/>
                <a:gd name="connsiteX15" fmla="*/ 490646 w 498583"/>
                <a:gd name="connsiteY15" fmla="*/ 360465 h 480436"/>
                <a:gd name="connsiteX16" fmla="*/ 443128 w 498583"/>
                <a:gd name="connsiteY16" fmla="*/ 480437 h 480436"/>
                <a:gd name="connsiteX17" fmla="*/ 419821 w 498583"/>
                <a:gd name="connsiteY17" fmla="*/ 351912 h 480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98583" h="480436">
                  <a:moveTo>
                    <a:pt x="419821" y="351912"/>
                  </a:moveTo>
                  <a:cubicBezTo>
                    <a:pt x="413033" y="336661"/>
                    <a:pt x="377960" y="326161"/>
                    <a:pt x="377643" y="324306"/>
                  </a:cubicBezTo>
                  <a:cubicBezTo>
                    <a:pt x="377415" y="322903"/>
                    <a:pt x="392442" y="271448"/>
                    <a:pt x="382712" y="250721"/>
                  </a:cubicBezTo>
                  <a:cubicBezTo>
                    <a:pt x="375652" y="235741"/>
                    <a:pt x="359405" y="226328"/>
                    <a:pt x="342932" y="222934"/>
                  </a:cubicBezTo>
                  <a:cubicBezTo>
                    <a:pt x="326414" y="219540"/>
                    <a:pt x="228799" y="229677"/>
                    <a:pt x="217937" y="228817"/>
                  </a:cubicBezTo>
                  <a:cubicBezTo>
                    <a:pt x="193409" y="226735"/>
                    <a:pt x="170962" y="214562"/>
                    <a:pt x="147203" y="208000"/>
                  </a:cubicBezTo>
                  <a:cubicBezTo>
                    <a:pt x="123489" y="201392"/>
                    <a:pt x="44428" y="202162"/>
                    <a:pt x="29358" y="220716"/>
                  </a:cubicBezTo>
                  <a:cubicBezTo>
                    <a:pt x="29358" y="220716"/>
                    <a:pt x="5328" y="198270"/>
                    <a:pt x="1843" y="181435"/>
                  </a:cubicBezTo>
                  <a:cubicBezTo>
                    <a:pt x="-1596" y="164555"/>
                    <a:pt x="169" y="147177"/>
                    <a:pt x="3925" y="130523"/>
                  </a:cubicBezTo>
                  <a:cubicBezTo>
                    <a:pt x="9356" y="106628"/>
                    <a:pt x="68912" y="83367"/>
                    <a:pt x="84932" y="64721"/>
                  </a:cubicBezTo>
                  <a:cubicBezTo>
                    <a:pt x="101043" y="45895"/>
                    <a:pt x="122946" y="32454"/>
                    <a:pt x="145936" y="22227"/>
                  </a:cubicBezTo>
                  <a:cubicBezTo>
                    <a:pt x="189155" y="2948"/>
                    <a:pt x="238574" y="-5877"/>
                    <a:pt x="285549" y="4215"/>
                  </a:cubicBezTo>
                  <a:cubicBezTo>
                    <a:pt x="358365" y="19828"/>
                    <a:pt x="489560" y="117715"/>
                    <a:pt x="487523" y="121924"/>
                  </a:cubicBezTo>
                  <a:cubicBezTo>
                    <a:pt x="479377" y="138804"/>
                    <a:pt x="485622" y="158671"/>
                    <a:pt x="489650" y="177090"/>
                  </a:cubicBezTo>
                  <a:cubicBezTo>
                    <a:pt x="492999" y="192296"/>
                    <a:pt x="494719" y="207683"/>
                    <a:pt x="496076" y="223115"/>
                  </a:cubicBezTo>
                  <a:cubicBezTo>
                    <a:pt x="499968" y="269004"/>
                    <a:pt x="500149" y="315572"/>
                    <a:pt x="490646" y="360465"/>
                  </a:cubicBezTo>
                  <a:cubicBezTo>
                    <a:pt x="481097" y="405358"/>
                    <a:pt x="443128" y="480437"/>
                    <a:pt x="443128" y="480437"/>
                  </a:cubicBezTo>
                  <a:cubicBezTo>
                    <a:pt x="443128" y="480437"/>
                    <a:pt x="423215" y="359469"/>
                    <a:pt x="419821" y="351912"/>
                  </a:cubicBezTo>
                </a:path>
              </a:pathLst>
            </a:custGeom>
            <a:solidFill>
              <a:srgbClr val="4D4D4D"/>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4" name="Freeform: Shape 103">
              <a:extLst>
                <a:ext uri="{FF2B5EF4-FFF2-40B4-BE49-F238E27FC236}">
                  <a16:creationId xmlns:a16="http://schemas.microsoft.com/office/drawing/2014/main" id="{7EA19161-6954-458E-9E8C-BBFF599D1D9D}"/>
                </a:ext>
              </a:extLst>
            </p:cNvPr>
            <p:cNvSpPr/>
            <p:nvPr/>
          </p:nvSpPr>
          <p:spPr bwMode="gray">
            <a:xfrm flipH="1">
              <a:off x="958915" y="597470"/>
              <a:ext cx="21118" cy="47052"/>
            </a:xfrm>
            <a:custGeom>
              <a:avLst/>
              <a:gdLst>
                <a:gd name="connsiteX0" fmla="*/ 55574 w 55573"/>
                <a:gd name="connsiteY0" fmla="*/ 272 h 123818"/>
                <a:gd name="connsiteX1" fmla="*/ 42223 w 55573"/>
                <a:gd name="connsiteY1" fmla="*/ 38648 h 123818"/>
                <a:gd name="connsiteX2" fmla="*/ 32720 w 55573"/>
                <a:gd name="connsiteY2" fmla="*/ 56750 h 123818"/>
                <a:gd name="connsiteX3" fmla="*/ 21406 w 55573"/>
                <a:gd name="connsiteY3" fmla="*/ 73857 h 123818"/>
                <a:gd name="connsiteX4" fmla="*/ 18328 w 55573"/>
                <a:gd name="connsiteY4" fmla="*/ 78020 h 123818"/>
                <a:gd name="connsiteX5" fmla="*/ 15161 w 55573"/>
                <a:gd name="connsiteY5" fmla="*/ 82048 h 123818"/>
                <a:gd name="connsiteX6" fmla="*/ 11993 w 55573"/>
                <a:gd name="connsiteY6" fmla="*/ 86076 h 123818"/>
                <a:gd name="connsiteX7" fmla="*/ 9594 w 55573"/>
                <a:gd name="connsiteY7" fmla="*/ 89515 h 123818"/>
                <a:gd name="connsiteX8" fmla="*/ 9051 w 55573"/>
                <a:gd name="connsiteY8" fmla="*/ 92185 h 123818"/>
                <a:gd name="connsiteX9" fmla="*/ 9775 w 55573"/>
                <a:gd name="connsiteY9" fmla="*/ 95534 h 123818"/>
                <a:gd name="connsiteX10" fmla="*/ 11585 w 55573"/>
                <a:gd name="connsiteY10" fmla="*/ 99607 h 123818"/>
                <a:gd name="connsiteX11" fmla="*/ 13758 w 55573"/>
                <a:gd name="connsiteY11" fmla="*/ 103951 h 123818"/>
                <a:gd name="connsiteX12" fmla="*/ 25026 w 55573"/>
                <a:gd name="connsiteY12" fmla="*/ 116985 h 123818"/>
                <a:gd name="connsiteX13" fmla="*/ 34122 w 55573"/>
                <a:gd name="connsiteY13" fmla="*/ 119067 h 123818"/>
                <a:gd name="connsiteX14" fmla="*/ 43988 w 55573"/>
                <a:gd name="connsiteY14" fmla="*/ 123049 h 123818"/>
                <a:gd name="connsiteX15" fmla="*/ 43490 w 55573"/>
                <a:gd name="connsiteY15" fmla="*/ 123819 h 123818"/>
                <a:gd name="connsiteX16" fmla="*/ 23080 w 55573"/>
                <a:gd name="connsiteY16" fmla="*/ 122913 h 123818"/>
                <a:gd name="connsiteX17" fmla="*/ 12898 w 55573"/>
                <a:gd name="connsiteY17" fmla="*/ 117030 h 123818"/>
                <a:gd name="connsiteX18" fmla="*/ 6109 w 55573"/>
                <a:gd name="connsiteY18" fmla="*/ 108341 h 123818"/>
                <a:gd name="connsiteX19" fmla="*/ 1131 w 55573"/>
                <a:gd name="connsiteY19" fmla="*/ 98611 h 123818"/>
                <a:gd name="connsiteX20" fmla="*/ 0 w 55573"/>
                <a:gd name="connsiteY20" fmla="*/ 92140 h 123818"/>
                <a:gd name="connsiteX21" fmla="*/ 2036 w 55573"/>
                <a:gd name="connsiteY21" fmla="*/ 85171 h 123818"/>
                <a:gd name="connsiteX22" fmla="*/ 5793 w 55573"/>
                <a:gd name="connsiteY22" fmla="*/ 80554 h 123818"/>
                <a:gd name="connsiteX23" fmla="*/ 9232 w 55573"/>
                <a:gd name="connsiteY23" fmla="*/ 76979 h 123818"/>
                <a:gd name="connsiteX24" fmla="*/ 12581 w 55573"/>
                <a:gd name="connsiteY24" fmla="*/ 73314 h 123818"/>
                <a:gd name="connsiteX25" fmla="*/ 15839 w 55573"/>
                <a:gd name="connsiteY25" fmla="*/ 69557 h 123818"/>
                <a:gd name="connsiteX26" fmla="*/ 27787 w 55573"/>
                <a:gd name="connsiteY26" fmla="*/ 53628 h 123818"/>
                <a:gd name="connsiteX27" fmla="*/ 38286 w 55573"/>
                <a:gd name="connsiteY27" fmla="*/ 36657 h 123818"/>
                <a:gd name="connsiteX28" fmla="*/ 54714 w 55573"/>
                <a:gd name="connsiteY28" fmla="*/ 0 h 123818"/>
                <a:gd name="connsiteX29" fmla="*/ 55574 w 55573"/>
                <a:gd name="connsiteY29" fmla="*/ 272 h 123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573" h="123818">
                  <a:moveTo>
                    <a:pt x="55574" y="272"/>
                  </a:moveTo>
                  <a:cubicBezTo>
                    <a:pt x="52406" y="13396"/>
                    <a:pt x="47880" y="26248"/>
                    <a:pt x="42223" y="38648"/>
                  </a:cubicBezTo>
                  <a:cubicBezTo>
                    <a:pt x="39327" y="44803"/>
                    <a:pt x="36159" y="50867"/>
                    <a:pt x="32720" y="56750"/>
                  </a:cubicBezTo>
                  <a:cubicBezTo>
                    <a:pt x="29280" y="62633"/>
                    <a:pt x="25433" y="68336"/>
                    <a:pt x="21406" y="73857"/>
                  </a:cubicBezTo>
                  <a:lnTo>
                    <a:pt x="18328" y="78020"/>
                  </a:lnTo>
                  <a:lnTo>
                    <a:pt x="15161" y="82048"/>
                  </a:lnTo>
                  <a:lnTo>
                    <a:pt x="11993" y="86076"/>
                  </a:lnTo>
                  <a:lnTo>
                    <a:pt x="9594" y="89515"/>
                  </a:lnTo>
                  <a:lnTo>
                    <a:pt x="9051" y="92185"/>
                  </a:lnTo>
                  <a:lnTo>
                    <a:pt x="9775" y="95534"/>
                  </a:lnTo>
                  <a:lnTo>
                    <a:pt x="11585" y="99607"/>
                  </a:lnTo>
                  <a:lnTo>
                    <a:pt x="13758" y="103951"/>
                  </a:lnTo>
                  <a:cubicBezTo>
                    <a:pt x="16654" y="109608"/>
                    <a:pt x="20048" y="114677"/>
                    <a:pt x="25026" y="116985"/>
                  </a:cubicBezTo>
                  <a:lnTo>
                    <a:pt x="34122" y="119067"/>
                  </a:lnTo>
                  <a:lnTo>
                    <a:pt x="43988" y="123049"/>
                  </a:lnTo>
                  <a:lnTo>
                    <a:pt x="43490" y="123819"/>
                  </a:lnTo>
                  <a:cubicBezTo>
                    <a:pt x="37245" y="121330"/>
                    <a:pt x="31136" y="124678"/>
                    <a:pt x="23080" y="122913"/>
                  </a:cubicBezTo>
                  <a:lnTo>
                    <a:pt x="12898" y="117030"/>
                  </a:lnTo>
                  <a:lnTo>
                    <a:pt x="6109" y="108341"/>
                  </a:lnTo>
                  <a:lnTo>
                    <a:pt x="1131" y="98611"/>
                  </a:lnTo>
                  <a:lnTo>
                    <a:pt x="0" y="92140"/>
                  </a:lnTo>
                  <a:lnTo>
                    <a:pt x="2036" y="85171"/>
                  </a:lnTo>
                  <a:lnTo>
                    <a:pt x="5793" y="80554"/>
                  </a:lnTo>
                  <a:lnTo>
                    <a:pt x="9232" y="76979"/>
                  </a:lnTo>
                  <a:lnTo>
                    <a:pt x="12581" y="73314"/>
                  </a:lnTo>
                  <a:lnTo>
                    <a:pt x="15839" y="69557"/>
                  </a:lnTo>
                  <a:cubicBezTo>
                    <a:pt x="20048" y="64398"/>
                    <a:pt x="24076" y="59149"/>
                    <a:pt x="27787" y="53628"/>
                  </a:cubicBezTo>
                  <a:cubicBezTo>
                    <a:pt x="31543" y="48106"/>
                    <a:pt x="35028" y="42450"/>
                    <a:pt x="38286" y="36657"/>
                  </a:cubicBezTo>
                  <a:cubicBezTo>
                    <a:pt x="44893" y="25026"/>
                    <a:pt x="50233" y="12717"/>
                    <a:pt x="54714" y="0"/>
                  </a:cubicBezTo>
                  <a:lnTo>
                    <a:pt x="55574" y="272"/>
                  </a:lnTo>
                </a:path>
              </a:pathLst>
            </a:custGeom>
            <a:solidFill>
              <a:srgbClr val="D0D0D0"/>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5" name="Freeform: Shape 104">
              <a:extLst>
                <a:ext uri="{FF2B5EF4-FFF2-40B4-BE49-F238E27FC236}">
                  <a16:creationId xmlns:a16="http://schemas.microsoft.com/office/drawing/2014/main" id="{A3C7E3FC-E4D1-40D8-A5F6-1CCC10D83A7C}"/>
                </a:ext>
              </a:extLst>
            </p:cNvPr>
            <p:cNvSpPr/>
            <p:nvPr/>
          </p:nvSpPr>
          <p:spPr bwMode="gray">
            <a:xfrm flipH="1">
              <a:off x="890163" y="567224"/>
              <a:ext cx="51190" cy="19591"/>
            </a:xfrm>
            <a:custGeom>
              <a:avLst/>
              <a:gdLst>
                <a:gd name="connsiteX0" fmla="*/ 1352 w 134709"/>
                <a:gd name="connsiteY0" fmla="*/ 35648 h 51554"/>
                <a:gd name="connsiteX1" fmla="*/ 4882 w 134709"/>
                <a:gd name="connsiteY1" fmla="*/ 35510 h 51554"/>
                <a:gd name="connsiteX2" fmla="*/ 119151 w 134709"/>
                <a:gd name="connsiteY2" fmla="*/ 49856 h 51554"/>
                <a:gd name="connsiteX3" fmla="*/ 132999 w 134709"/>
                <a:gd name="connsiteY3" fmla="*/ 47141 h 51554"/>
                <a:gd name="connsiteX4" fmla="*/ 130284 w 134709"/>
                <a:gd name="connsiteY4" fmla="*/ 33293 h 51554"/>
                <a:gd name="connsiteX5" fmla="*/ 8457 w 134709"/>
                <a:gd name="connsiteY5" fmla="*/ 3967 h 51554"/>
                <a:gd name="connsiteX6" fmla="*/ 1352 w 134709"/>
                <a:gd name="connsiteY6" fmla="*/ 35646 h 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709" h="51554">
                  <a:moveTo>
                    <a:pt x="1352" y="35648"/>
                  </a:moveTo>
                  <a:lnTo>
                    <a:pt x="4882" y="35510"/>
                  </a:lnTo>
                  <a:cubicBezTo>
                    <a:pt x="73172" y="20078"/>
                    <a:pt x="118699" y="49585"/>
                    <a:pt x="119151" y="49856"/>
                  </a:cubicBezTo>
                  <a:cubicBezTo>
                    <a:pt x="123722" y="52934"/>
                    <a:pt x="129967" y="51712"/>
                    <a:pt x="132999" y="47141"/>
                  </a:cubicBezTo>
                  <a:cubicBezTo>
                    <a:pt x="136077" y="42525"/>
                    <a:pt x="134900" y="36370"/>
                    <a:pt x="130284" y="33293"/>
                  </a:cubicBezTo>
                  <a:cubicBezTo>
                    <a:pt x="128202" y="31845"/>
                    <a:pt x="85572" y="-13411"/>
                    <a:pt x="8457" y="3967"/>
                  </a:cubicBezTo>
                  <a:cubicBezTo>
                    <a:pt x="3071" y="5189"/>
                    <a:pt x="-2676" y="35148"/>
                    <a:pt x="1352" y="35646"/>
                  </a:cubicBezTo>
                </a:path>
              </a:pathLst>
            </a:custGeom>
            <a:solidFill>
              <a:srgbClr val="4D4D4D"/>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Freeform: Shape 105">
              <a:extLst>
                <a:ext uri="{FF2B5EF4-FFF2-40B4-BE49-F238E27FC236}">
                  <a16:creationId xmlns:a16="http://schemas.microsoft.com/office/drawing/2014/main" id="{A9A0C559-8B5E-4416-A7E1-5F2C32196EB9}"/>
                </a:ext>
              </a:extLst>
            </p:cNvPr>
            <p:cNvSpPr/>
            <p:nvPr/>
          </p:nvSpPr>
          <p:spPr bwMode="gray">
            <a:xfrm flipH="1">
              <a:off x="966447" y="568270"/>
              <a:ext cx="41172" cy="16647"/>
            </a:xfrm>
            <a:custGeom>
              <a:avLst/>
              <a:gdLst>
                <a:gd name="connsiteX0" fmla="*/ 6880 w 108344"/>
                <a:gd name="connsiteY0" fmla="*/ 32534 h 43807"/>
                <a:gd name="connsiteX1" fmla="*/ 9731 w 108344"/>
                <a:gd name="connsiteY1" fmla="*/ 32172 h 43807"/>
                <a:gd name="connsiteX2" fmla="*/ 96350 w 108344"/>
                <a:gd name="connsiteY2" fmla="*/ 42128 h 43807"/>
                <a:gd name="connsiteX3" fmla="*/ 107799 w 108344"/>
                <a:gd name="connsiteY3" fmla="*/ 38507 h 43807"/>
                <a:gd name="connsiteX4" fmla="*/ 99291 w 108344"/>
                <a:gd name="connsiteY4" fmla="*/ 7643 h 43807"/>
                <a:gd name="connsiteX5" fmla="*/ 6699 w 108344"/>
                <a:gd name="connsiteY5" fmla="*/ 10721 h 43807"/>
                <a:gd name="connsiteX6" fmla="*/ 137 w 108344"/>
                <a:gd name="connsiteY6" fmla="*/ 24342 h 43807"/>
                <a:gd name="connsiteX7" fmla="*/ 6880 w 108344"/>
                <a:gd name="connsiteY7" fmla="*/ 32534 h 43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44" h="43807">
                  <a:moveTo>
                    <a:pt x="6880" y="32534"/>
                  </a:moveTo>
                  <a:lnTo>
                    <a:pt x="9731" y="32172"/>
                  </a:lnTo>
                  <a:cubicBezTo>
                    <a:pt x="62544" y="13255"/>
                    <a:pt x="96033" y="41856"/>
                    <a:pt x="96350" y="42128"/>
                  </a:cubicBezTo>
                  <a:cubicBezTo>
                    <a:pt x="100016" y="45386"/>
                    <a:pt x="105129" y="43757"/>
                    <a:pt x="107799" y="38507"/>
                  </a:cubicBezTo>
                  <a:cubicBezTo>
                    <a:pt x="110424" y="33303"/>
                    <a:pt x="102912" y="10856"/>
                    <a:pt x="99291" y="7643"/>
                  </a:cubicBezTo>
                  <a:cubicBezTo>
                    <a:pt x="97708" y="6286"/>
                    <a:pt x="66391" y="-10640"/>
                    <a:pt x="6699" y="10721"/>
                  </a:cubicBezTo>
                  <a:cubicBezTo>
                    <a:pt x="2219" y="12350"/>
                    <a:pt x="-678" y="18414"/>
                    <a:pt x="137" y="24342"/>
                  </a:cubicBezTo>
                  <a:cubicBezTo>
                    <a:pt x="816" y="28958"/>
                    <a:pt x="3576" y="32126"/>
                    <a:pt x="6880" y="32534"/>
                  </a:cubicBezTo>
                </a:path>
              </a:pathLst>
            </a:custGeom>
            <a:solidFill>
              <a:srgbClr val="4D4D4D"/>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7" name="Freeform: Shape 106">
              <a:extLst>
                <a:ext uri="{FF2B5EF4-FFF2-40B4-BE49-F238E27FC236}">
                  <a16:creationId xmlns:a16="http://schemas.microsoft.com/office/drawing/2014/main" id="{7DD2D7D4-2AC6-4D60-A107-3AA147285968}"/>
                </a:ext>
              </a:extLst>
            </p:cNvPr>
            <p:cNvSpPr/>
            <p:nvPr/>
          </p:nvSpPr>
          <p:spPr bwMode="gray">
            <a:xfrm flipH="1">
              <a:off x="816827" y="584366"/>
              <a:ext cx="35623" cy="59651"/>
            </a:xfrm>
            <a:custGeom>
              <a:avLst/>
              <a:gdLst>
                <a:gd name="connsiteX0" fmla="*/ 4309 w 93741"/>
                <a:gd name="connsiteY0" fmla="*/ 62678 h 156974"/>
                <a:gd name="connsiteX1" fmla="*/ 32910 w 93741"/>
                <a:gd name="connsiteY1" fmla="*/ 156944 h 156974"/>
                <a:gd name="connsiteX2" fmla="*/ 61828 w 93741"/>
                <a:gd name="connsiteY2" fmla="*/ 130425 h 156974"/>
                <a:gd name="connsiteX3" fmla="*/ 87081 w 93741"/>
                <a:gd name="connsiteY3" fmla="*/ 89605 h 156974"/>
                <a:gd name="connsiteX4" fmla="*/ 70065 w 93741"/>
                <a:gd name="connsiteY4" fmla="*/ 1221 h 156974"/>
                <a:gd name="connsiteX5" fmla="*/ 4309 w 93741"/>
                <a:gd name="connsiteY5" fmla="*/ 62678 h 1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741" h="156974">
                  <a:moveTo>
                    <a:pt x="4309" y="62678"/>
                  </a:moveTo>
                  <a:cubicBezTo>
                    <a:pt x="-9132" y="104131"/>
                    <a:pt x="11233" y="158438"/>
                    <a:pt x="32910" y="156944"/>
                  </a:cubicBezTo>
                  <a:cubicBezTo>
                    <a:pt x="45536" y="156085"/>
                    <a:pt x="49428" y="142870"/>
                    <a:pt x="61828" y="130425"/>
                  </a:cubicBezTo>
                  <a:cubicBezTo>
                    <a:pt x="72916" y="119292"/>
                    <a:pt x="80745" y="109155"/>
                    <a:pt x="87081" y="89605"/>
                  </a:cubicBezTo>
                  <a:cubicBezTo>
                    <a:pt x="100567" y="48196"/>
                    <a:pt x="92919" y="8643"/>
                    <a:pt x="70065" y="1221"/>
                  </a:cubicBezTo>
                  <a:cubicBezTo>
                    <a:pt x="47166" y="-6246"/>
                    <a:pt x="17750" y="21314"/>
                    <a:pt x="4309" y="62678"/>
                  </a:cubicBezTo>
                </a:path>
              </a:pathLst>
            </a:custGeom>
            <a:solidFill>
              <a:srgbClr val="E6E6E6"/>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8" name="Freeform: Shape 107">
              <a:extLst>
                <a:ext uri="{FF2B5EF4-FFF2-40B4-BE49-F238E27FC236}">
                  <a16:creationId xmlns:a16="http://schemas.microsoft.com/office/drawing/2014/main" id="{480C4D8B-1022-4494-9172-48DF225E7940}"/>
                </a:ext>
              </a:extLst>
            </p:cNvPr>
            <p:cNvSpPr/>
            <p:nvPr/>
          </p:nvSpPr>
          <p:spPr bwMode="gray">
            <a:xfrm flipH="1">
              <a:off x="822832" y="592372"/>
              <a:ext cx="19846" cy="37498"/>
            </a:xfrm>
            <a:custGeom>
              <a:avLst/>
              <a:gdLst>
                <a:gd name="connsiteX0" fmla="*/ 47609 w 52224"/>
                <a:gd name="connsiteY0" fmla="*/ 7939 h 98675"/>
                <a:gd name="connsiteX1" fmla="*/ 38060 w 52224"/>
                <a:gd name="connsiteY1" fmla="*/ 1784 h 98675"/>
                <a:gd name="connsiteX2" fmla="*/ 25705 w 52224"/>
                <a:gd name="connsiteY2" fmla="*/ 64 h 98675"/>
                <a:gd name="connsiteX3" fmla="*/ 13079 w 52224"/>
                <a:gd name="connsiteY3" fmla="*/ 4183 h 98675"/>
                <a:gd name="connsiteX4" fmla="*/ 1086 w 52224"/>
                <a:gd name="connsiteY4" fmla="*/ 24548 h 98675"/>
                <a:gd name="connsiteX5" fmla="*/ 3756 w 52224"/>
                <a:gd name="connsiteY5" fmla="*/ 36133 h 98675"/>
                <a:gd name="connsiteX6" fmla="*/ 10182 w 52224"/>
                <a:gd name="connsiteY6" fmla="*/ 44731 h 98675"/>
                <a:gd name="connsiteX7" fmla="*/ 11676 w 52224"/>
                <a:gd name="connsiteY7" fmla="*/ 46315 h 98675"/>
                <a:gd name="connsiteX8" fmla="*/ 15568 w 52224"/>
                <a:gd name="connsiteY8" fmla="*/ 50750 h 98675"/>
                <a:gd name="connsiteX9" fmla="*/ 18012 w 52224"/>
                <a:gd name="connsiteY9" fmla="*/ 56136 h 98675"/>
                <a:gd name="connsiteX10" fmla="*/ 14708 w 52224"/>
                <a:gd name="connsiteY10" fmla="*/ 68174 h 98675"/>
                <a:gd name="connsiteX11" fmla="*/ 14029 w 52224"/>
                <a:gd name="connsiteY11" fmla="*/ 68853 h 98675"/>
                <a:gd name="connsiteX12" fmla="*/ 13622 w 52224"/>
                <a:gd name="connsiteY12" fmla="*/ 69350 h 98675"/>
                <a:gd name="connsiteX13" fmla="*/ 13079 w 52224"/>
                <a:gd name="connsiteY13" fmla="*/ 69803 h 98675"/>
                <a:gd name="connsiteX14" fmla="*/ 12309 w 52224"/>
                <a:gd name="connsiteY14" fmla="*/ 70482 h 98675"/>
                <a:gd name="connsiteX15" fmla="*/ 11766 w 52224"/>
                <a:gd name="connsiteY15" fmla="*/ 70889 h 98675"/>
                <a:gd name="connsiteX16" fmla="*/ 10816 w 52224"/>
                <a:gd name="connsiteY16" fmla="*/ 71523 h 98675"/>
                <a:gd name="connsiteX17" fmla="*/ 10137 w 52224"/>
                <a:gd name="connsiteY17" fmla="*/ 71930 h 98675"/>
                <a:gd name="connsiteX18" fmla="*/ 8689 w 52224"/>
                <a:gd name="connsiteY18" fmla="*/ 72790 h 98675"/>
                <a:gd name="connsiteX19" fmla="*/ 4254 w 52224"/>
                <a:gd name="connsiteY19" fmla="*/ 77542 h 98675"/>
                <a:gd name="connsiteX20" fmla="*/ 3349 w 52224"/>
                <a:gd name="connsiteY20" fmla="*/ 83017 h 98675"/>
                <a:gd name="connsiteX21" fmla="*/ 3892 w 52224"/>
                <a:gd name="connsiteY21" fmla="*/ 87045 h 98675"/>
                <a:gd name="connsiteX22" fmla="*/ 4299 w 52224"/>
                <a:gd name="connsiteY22" fmla="*/ 91299 h 98675"/>
                <a:gd name="connsiteX23" fmla="*/ 3439 w 52224"/>
                <a:gd name="connsiteY23" fmla="*/ 94693 h 98675"/>
                <a:gd name="connsiteX24" fmla="*/ 815 w 52224"/>
                <a:gd name="connsiteY24" fmla="*/ 96685 h 98675"/>
                <a:gd name="connsiteX25" fmla="*/ 0 w 52224"/>
                <a:gd name="connsiteY25" fmla="*/ 97816 h 98675"/>
                <a:gd name="connsiteX26" fmla="*/ 1131 w 52224"/>
                <a:gd name="connsiteY26" fmla="*/ 98676 h 98675"/>
                <a:gd name="connsiteX27" fmla="*/ 4028 w 52224"/>
                <a:gd name="connsiteY27" fmla="*/ 98087 h 98675"/>
                <a:gd name="connsiteX28" fmla="*/ 6336 w 52224"/>
                <a:gd name="connsiteY28" fmla="*/ 96413 h 98675"/>
                <a:gd name="connsiteX29" fmla="*/ 8825 w 52224"/>
                <a:gd name="connsiteY29" fmla="*/ 91978 h 98675"/>
                <a:gd name="connsiteX30" fmla="*/ 9549 w 52224"/>
                <a:gd name="connsiteY30" fmla="*/ 87271 h 98675"/>
                <a:gd name="connsiteX31" fmla="*/ 9956 w 52224"/>
                <a:gd name="connsiteY31" fmla="*/ 83334 h 98675"/>
                <a:gd name="connsiteX32" fmla="*/ 10997 w 52224"/>
                <a:gd name="connsiteY32" fmla="*/ 80619 h 98675"/>
                <a:gd name="connsiteX33" fmla="*/ 12943 w 52224"/>
                <a:gd name="connsiteY33" fmla="*/ 79261 h 98675"/>
                <a:gd name="connsiteX34" fmla="*/ 13758 w 52224"/>
                <a:gd name="connsiteY34" fmla="*/ 78990 h 98675"/>
                <a:gd name="connsiteX35" fmla="*/ 17514 w 52224"/>
                <a:gd name="connsiteY35" fmla="*/ 77406 h 98675"/>
                <a:gd name="connsiteX36" fmla="*/ 19324 w 52224"/>
                <a:gd name="connsiteY36" fmla="*/ 76365 h 98675"/>
                <a:gd name="connsiteX37" fmla="*/ 20636 w 52224"/>
                <a:gd name="connsiteY37" fmla="*/ 75460 h 98675"/>
                <a:gd name="connsiteX38" fmla="*/ 22220 w 52224"/>
                <a:gd name="connsiteY38" fmla="*/ 74238 h 98675"/>
                <a:gd name="connsiteX39" fmla="*/ 28737 w 52224"/>
                <a:gd name="connsiteY39" fmla="*/ 65639 h 98675"/>
                <a:gd name="connsiteX40" fmla="*/ 30819 w 52224"/>
                <a:gd name="connsiteY40" fmla="*/ 55140 h 98675"/>
                <a:gd name="connsiteX41" fmla="*/ 27560 w 52224"/>
                <a:gd name="connsiteY41" fmla="*/ 44505 h 98675"/>
                <a:gd name="connsiteX42" fmla="*/ 23397 w 52224"/>
                <a:gd name="connsiteY42" fmla="*/ 38441 h 98675"/>
                <a:gd name="connsiteX43" fmla="*/ 22130 w 52224"/>
                <a:gd name="connsiteY43" fmla="*/ 36767 h 98675"/>
                <a:gd name="connsiteX44" fmla="*/ 18962 w 52224"/>
                <a:gd name="connsiteY44" fmla="*/ 30974 h 98675"/>
                <a:gd name="connsiteX45" fmla="*/ 18962 w 52224"/>
                <a:gd name="connsiteY45" fmla="*/ 25951 h 98675"/>
                <a:gd name="connsiteX46" fmla="*/ 24302 w 52224"/>
                <a:gd name="connsiteY46" fmla="*/ 16854 h 98675"/>
                <a:gd name="connsiteX47" fmla="*/ 50369 w 52224"/>
                <a:gd name="connsiteY47" fmla="*/ 17940 h 98675"/>
                <a:gd name="connsiteX48" fmla="*/ 51636 w 52224"/>
                <a:gd name="connsiteY48" fmla="*/ 18031 h 98675"/>
                <a:gd name="connsiteX49" fmla="*/ 52225 w 52224"/>
                <a:gd name="connsiteY49" fmla="*/ 17035 h 98675"/>
                <a:gd name="connsiteX50" fmla="*/ 47609 w 52224"/>
                <a:gd name="connsiteY50" fmla="*/ 7939 h 9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2224" h="98675">
                  <a:moveTo>
                    <a:pt x="47609" y="7939"/>
                  </a:moveTo>
                  <a:lnTo>
                    <a:pt x="38060" y="1784"/>
                  </a:lnTo>
                  <a:cubicBezTo>
                    <a:pt x="34213" y="381"/>
                    <a:pt x="29959" y="-207"/>
                    <a:pt x="25705" y="64"/>
                  </a:cubicBezTo>
                  <a:cubicBezTo>
                    <a:pt x="21315" y="427"/>
                    <a:pt x="16835" y="1875"/>
                    <a:pt x="13079" y="4183"/>
                  </a:cubicBezTo>
                  <a:cubicBezTo>
                    <a:pt x="5793" y="8799"/>
                    <a:pt x="1312" y="16402"/>
                    <a:pt x="1086" y="24548"/>
                  </a:cubicBezTo>
                  <a:lnTo>
                    <a:pt x="3756" y="36133"/>
                  </a:lnTo>
                  <a:lnTo>
                    <a:pt x="10182" y="44731"/>
                  </a:lnTo>
                  <a:lnTo>
                    <a:pt x="11676" y="46315"/>
                  </a:lnTo>
                  <a:lnTo>
                    <a:pt x="15568" y="50750"/>
                  </a:lnTo>
                  <a:lnTo>
                    <a:pt x="18012" y="56136"/>
                  </a:lnTo>
                  <a:lnTo>
                    <a:pt x="14708" y="68174"/>
                  </a:lnTo>
                  <a:lnTo>
                    <a:pt x="14029" y="68853"/>
                  </a:lnTo>
                  <a:lnTo>
                    <a:pt x="13622" y="69350"/>
                  </a:lnTo>
                  <a:lnTo>
                    <a:pt x="13079" y="69803"/>
                  </a:lnTo>
                  <a:lnTo>
                    <a:pt x="12309" y="70482"/>
                  </a:lnTo>
                  <a:lnTo>
                    <a:pt x="11766" y="70889"/>
                  </a:lnTo>
                  <a:lnTo>
                    <a:pt x="10816" y="71523"/>
                  </a:lnTo>
                  <a:lnTo>
                    <a:pt x="10137" y="71930"/>
                  </a:lnTo>
                  <a:lnTo>
                    <a:pt x="8689" y="72790"/>
                  </a:lnTo>
                  <a:lnTo>
                    <a:pt x="4254" y="77542"/>
                  </a:lnTo>
                  <a:lnTo>
                    <a:pt x="3349" y="83017"/>
                  </a:lnTo>
                  <a:lnTo>
                    <a:pt x="3892" y="87045"/>
                  </a:lnTo>
                  <a:lnTo>
                    <a:pt x="4299" y="91299"/>
                  </a:lnTo>
                  <a:lnTo>
                    <a:pt x="3439" y="94693"/>
                  </a:lnTo>
                  <a:lnTo>
                    <a:pt x="815" y="96685"/>
                  </a:lnTo>
                  <a:lnTo>
                    <a:pt x="0" y="97816"/>
                  </a:lnTo>
                  <a:lnTo>
                    <a:pt x="1131" y="98676"/>
                  </a:lnTo>
                  <a:lnTo>
                    <a:pt x="4028" y="98087"/>
                  </a:lnTo>
                  <a:lnTo>
                    <a:pt x="6336" y="96413"/>
                  </a:lnTo>
                  <a:lnTo>
                    <a:pt x="8825" y="91978"/>
                  </a:lnTo>
                  <a:lnTo>
                    <a:pt x="9549" y="87271"/>
                  </a:lnTo>
                  <a:lnTo>
                    <a:pt x="9956" y="83334"/>
                  </a:lnTo>
                  <a:lnTo>
                    <a:pt x="10997" y="80619"/>
                  </a:lnTo>
                  <a:lnTo>
                    <a:pt x="12943" y="79261"/>
                  </a:lnTo>
                  <a:lnTo>
                    <a:pt x="13758" y="78990"/>
                  </a:lnTo>
                  <a:lnTo>
                    <a:pt x="17514" y="77406"/>
                  </a:lnTo>
                  <a:lnTo>
                    <a:pt x="19324" y="76365"/>
                  </a:lnTo>
                  <a:lnTo>
                    <a:pt x="20636" y="75460"/>
                  </a:lnTo>
                  <a:lnTo>
                    <a:pt x="22220" y="74238"/>
                  </a:lnTo>
                  <a:lnTo>
                    <a:pt x="28737" y="65639"/>
                  </a:lnTo>
                  <a:lnTo>
                    <a:pt x="30819" y="55140"/>
                  </a:lnTo>
                  <a:lnTo>
                    <a:pt x="27560" y="44505"/>
                  </a:lnTo>
                  <a:lnTo>
                    <a:pt x="23397" y="38441"/>
                  </a:lnTo>
                  <a:lnTo>
                    <a:pt x="22130" y="36767"/>
                  </a:lnTo>
                  <a:lnTo>
                    <a:pt x="18962" y="30974"/>
                  </a:lnTo>
                  <a:lnTo>
                    <a:pt x="18962" y="25951"/>
                  </a:lnTo>
                  <a:lnTo>
                    <a:pt x="24302" y="16854"/>
                  </a:lnTo>
                  <a:cubicBezTo>
                    <a:pt x="28556" y="12600"/>
                    <a:pt x="40277" y="10518"/>
                    <a:pt x="50369" y="17940"/>
                  </a:cubicBezTo>
                  <a:lnTo>
                    <a:pt x="51636" y="18031"/>
                  </a:lnTo>
                  <a:lnTo>
                    <a:pt x="52225" y="17035"/>
                  </a:lnTo>
                  <a:lnTo>
                    <a:pt x="47609" y="7939"/>
                  </a:lnTo>
                </a:path>
              </a:pathLst>
            </a:custGeom>
            <a:solidFill>
              <a:srgbClr val="D0D0D0"/>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Freeform: Shape 108">
              <a:extLst>
                <a:ext uri="{FF2B5EF4-FFF2-40B4-BE49-F238E27FC236}">
                  <a16:creationId xmlns:a16="http://schemas.microsoft.com/office/drawing/2014/main" id="{F85EA8B3-E63D-4CF7-88AD-D5C99C610BA7}"/>
                </a:ext>
              </a:extLst>
            </p:cNvPr>
            <p:cNvSpPr/>
            <p:nvPr/>
          </p:nvSpPr>
          <p:spPr bwMode="gray">
            <a:xfrm flipH="1">
              <a:off x="911675" y="592198"/>
              <a:ext cx="14768" cy="22958"/>
            </a:xfrm>
            <a:custGeom>
              <a:avLst/>
              <a:gdLst>
                <a:gd name="connsiteX0" fmla="*/ 17644 w 38863"/>
                <a:gd name="connsiteY0" fmla="*/ 70 h 60415"/>
                <a:gd name="connsiteX1" fmla="*/ 38778 w 38863"/>
                <a:gd name="connsiteY1" fmla="*/ 28219 h 60415"/>
                <a:gd name="connsiteX2" fmla="*/ 21264 w 38863"/>
                <a:gd name="connsiteY2" fmla="*/ 60351 h 60415"/>
                <a:gd name="connsiteX3" fmla="*/ 85 w 38863"/>
                <a:gd name="connsiteY3" fmla="*/ 32156 h 60415"/>
                <a:gd name="connsiteX4" fmla="*/ 17644 w 38863"/>
                <a:gd name="connsiteY4" fmla="*/ 70 h 60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63" h="60415">
                  <a:moveTo>
                    <a:pt x="17644" y="70"/>
                  </a:moveTo>
                  <a:cubicBezTo>
                    <a:pt x="28324" y="-1061"/>
                    <a:pt x="37783" y="11565"/>
                    <a:pt x="38778" y="28219"/>
                  </a:cubicBezTo>
                  <a:cubicBezTo>
                    <a:pt x="39774" y="44873"/>
                    <a:pt x="31899" y="59219"/>
                    <a:pt x="21264" y="60351"/>
                  </a:cubicBezTo>
                  <a:cubicBezTo>
                    <a:pt x="10539" y="61437"/>
                    <a:pt x="1081" y="48810"/>
                    <a:pt x="85" y="32156"/>
                  </a:cubicBezTo>
                  <a:cubicBezTo>
                    <a:pt x="-911" y="15548"/>
                    <a:pt x="6964" y="1157"/>
                    <a:pt x="17644" y="70"/>
                  </a:cubicBezTo>
                </a:path>
              </a:pathLst>
            </a:custGeom>
            <a:solidFill>
              <a:srgbClr val="211D1D"/>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Freeform: Shape 109">
              <a:extLst>
                <a:ext uri="{FF2B5EF4-FFF2-40B4-BE49-F238E27FC236}">
                  <a16:creationId xmlns:a16="http://schemas.microsoft.com/office/drawing/2014/main" id="{52A8B317-0FA3-4416-A6AE-C04A3466EC7E}"/>
                </a:ext>
              </a:extLst>
            </p:cNvPr>
            <p:cNvSpPr/>
            <p:nvPr/>
          </p:nvSpPr>
          <p:spPr bwMode="gray">
            <a:xfrm flipH="1">
              <a:off x="913995" y="597659"/>
              <a:ext cx="4024" cy="5245"/>
            </a:xfrm>
            <a:custGeom>
              <a:avLst/>
              <a:gdLst>
                <a:gd name="connsiteX0" fmla="*/ 5295 w 10589"/>
                <a:gd name="connsiteY0" fmla="*/ 0 h 13802"/>
                <a:gd name="connsiteX1" fmla="*/ 0 w 10589"/>
                <a:gd name="connsiteY1" fmla="*/ 6924 h 13802"/>
                <a:gd name="connsiteX2" fmla="*/ 5295 w 10589"/>
                <a:gd name="connsiteY2" fmla="*/ 13803 h 13802"/>
                <a:gd name="connsiteX3" fmla="*/ 10590 w 10589"/>
                <a:gd name="connsiteY3" fmla="*/ 6924 h 13802"/>
                <a:gd name="connsiteX4" fmla="*/ 5295 w 10589"/>
                <a:gd name="connsiteY4" fmla="*/ 0 h 138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9" h="13802">
                  <a:moveTo>
                    <a:pt x="5295" y="0"/>
                  </a:moveTo>
                  <a:lnTo>
                    <a:pt x="0" y="6924"/>
                  </a:lnTo>
                  <a:lnTo>
                    <a:pt x="5295" y="13803"/>
                  </a:lnTo>
                  <a:lnTo>
                    <a:pt x="10590" y="6924"/>
                  </a:lnTo>
                  <a:lnTo>
                    <a:pt x="5295" y="0"/>
                  </a:lnTo>
                </a:path>
              </a:pathLst>
            </a:custGeom>
            <a:solidFill>
              <a:srgbClr val="FFFFFF"/>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1" name="Freeform: Shape 110">
              <a:extLst>
                <a:ext uri="{FF2B5EF4-FFF2-40B4-BE49-F238E27FC236}">
                  <a16:creationId xmlns:a16="http://schemas.microsoft.com/office/drawing/2014/main" id="{ADBA25C4-844D-499B-B91F-F751C86F7E56}"/>
                </a:ext>
              </a:extLst>
            </p:cNvPr>
            <p:cNvSpPr/>
            <p:nvPr/>
          </p:nvSpPr>
          <p:spPr bwMode="gray">
            <a:xfrm flipH="1">
              <a:off x="977515" y="589254"/>
              <a:ext cx="11455" cy="21022"/>
            </a:xfrm>
            <a:custGeom>
              <a:avLst/>
              <a:gdLst>
                <a:gd name="connsiteX0" fmla="*/ 13649 w 30142"/>
                <a:gd name="connsiteY0" fmla="*/ 32 h 55320"/>
                <a:gd name="connsiteX1" fmla="*/ 30077 w 30142"/>
                <a:gd name="connsiteY1" fmla="*/ 26325 h 55320"/>
                <a:gd name="connsiteX2" fmla="*/ 16455 w 30142"/>
                <a:gd name="connsiteY2" fmla="*/ 55288 h 55320"/>
                <a:gd name="connsiteX3" fmla="*/ 73 w 30142"/>
                <a:gd name="connsiteY3" fmla="*/ 28995 h 55320"/>
                <a:gd name="connsiteX4" fmla="*/ 13649 w 30142"/>
                <a:gd name="connsiteY4" fmla="*/ 32 h 55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42" h="55320">
                  <a:moveTo>
                    <a:pt x="13649" y="32"/>
                  </a:moveTo>
                  <a:cubicBezTo>
                    <a:pt x="21931" y="-693"/>
                    <a:pt x="29308" y="11119"/>
                    <a:pt x="30077" y="26325"/>
                  </a:cubicBezTo>
                  <a:cubicBezTo>
                    <a:pt x="30846" y="41621"/>
                    <a:pt x="24737" y="54564"/>
                    <a:pt x="16455" y="55288"/>
                  </a:cubicBezTo>
                  <a:cubicBezTo>
                    <a:pt x="8219" y="56012"/>
                    <a:pt x="842" y="44246"/>
                    <a:pt x="73" y="28995"/>
                  </a:cubicBezTo>
                  <a:cubicBezTo>
                    <a:pt x="-742" y="13699"/>
                    <a:pt x="5368" y="756"/>
                    <a:pt x="13649" y="32"/>
                  </a:cubicBezTo>
                </a:path>
              </a:pathLst>
            </a:custGeom>
            <a:solidFill>
              <a:srgbClr val="211D1D"/>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2" name="Freeform: Shape 111">
              <a:extLst>
                <a:ext uri="{FF2B5EF4-FFF2-40B4-BE49-F238E27FC236}">
                  <a16:creationId xmlns:a16="http://schemas.microsoft.com/office/drawing/2014/main" id="{EB6AD127-4521-4BCF-A903-80A710535EB7}"/>
                </a:ext>
              </a:extLst>
            </p:cNvPr>
            <p:cNvSpPr/>
            <p:nvPr/>
          </p:nvSpPr>
          <p:spPr bwMode="gray">
            <a:xfrm flipH="1">
              <a:off x="979380" y="594512"/>
              <a:ext cx="4024" cy="5263"/>
            </a:xfrm>
            <a:custGeom>
              <a:avLst/>
              <a:gdLst>
                <a:gd name="connsiteX0" fmla="*/ 5295 w 10589"/>
                <a:gd name="connsiteY0" fmla="*/ 0 h 13848"/>
                <a:gd name="connsiteX1" fmla="*/ 0 w 10589"/>
                <a:gd name="connsiteY1" fmla="*/ 6924 h 13848"/>
                <a:gd name="connsiteX2" fmla="*/ 5295 w 10589"/>
                <a:gd name="connsiteY2" fmla="*/ 13848 h 13848"/>
                <a:gd name="connsiteX3" fmla="*/ 10590 w 10589"/>
                <a:gd name="connsiteY3" fmla="*/ 6924 h 13848"/>
                <a:gd name="connsiteX4" fmla="*/ 5295 w 10589"/>
                <a:gd name="connsiteY4" fmla="*/ 0 h 13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9" h="13848">
                  <a:moveTo>
                    <a:pt x="5295" y="0"/>
                  </a:moveTo>
                  <a:lnTo>
                    <a:pt x="0" y="6924"/>
                  </a:lnTo>
                  <a:lnTo>
                    <a:pt x="5295" y="13848"/>
                  </a:lnTo>
                  <a:lnTo>
                    <a:pt x="10590" y="6924"/>
                  </a:lnTo>
                  <a:lnTo>
                    <a:pt x="5295" y="0"/>
                  </a:lnTo>
                </a:path>
              </a:pathLst>
            </a:custGeom>
            <a:solidFill>
              <a:srgbClr val="FFFFFF"/>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Freeform: Shape 112">
              <a:extLst>
                <a:ext uri="{FF2B5EF4-FFF2-40B4-BE49-F238E27FC236}">
                  <a16:creationId xmlns:a16="http://schemas.microsoft.com/office/drawing/2014/main" id="{282169BE-47F6-4B86-ACFB-350146028786}"/>
                </a:ext>
              </a:extLst>
            </p:cNvPr>
            <p:cNvSpPr/>
            <p:nvPr/>
          </p:nvSpPr>
          <p:spPr bwMode="gray">
            <a:xfrm flipH="1">
              <a:off x="836488" y="568922"/>
              <a:ext cx="160433" cy="153291"/>
            </a:xfrm>
            <a:custGeom>
              <a:avLst/>
              <a:gdLst>
                <a:gd name="connsiteX0" fmla="*/ 378923 w 422183"/>
                <a:gd name="connsiteY0" fmla="*/ 0 h 403387"/>
                <a:gd name="connsiteX1" fmla="*/ 337243 w 422183"/>
                <a:gd name="connsiteY1" fmla="*/ 188760 h 403387"/>
                <a:gd name="connsiteX2" fmla="*/ 112731 w 422183"/>
                <a:gd name="connsiteY2" fmla="*/ 212655 h 403387"/>
                <a:gd name="connsiteX3" fmla="*/ 0 w 422183"/>
                <a:gd name="connsiteY3" fmla="*/ 223426 h 403387"/>
                <a:gd name="connsiteX4" fmla="*/ 54306 w 422183"/>
                <a:gd name="connsiteY4" fmla="*/ 380326 h 403387"/>
                <a:gd name="connsiteX5" fmla="*/ 185864 w 422183"/>
                <a:gd name="connsiteY5" fmla="*/ 402953 h 403387"/>
                <a:gd name="connsiteX6" fmla="*/ 377656 w 422183"/>
                <a:gd name="connsiteY6" fmla="*/ 285154 h 403387"/>
                <a:gd name="connsiteX7" fmla="*/ 400871 w 422183"/>
                <a:gd name="connsiteY7" fmla="*/ 192607 h 403387"/>
                <a:gd name="connsiteX8" fmla="*/ 414765 w 422183"/>
                <a:gd name="connsiteY8" fmla="*/ 136445 h 403387"/>
                <a:gd name="connsiteX9" fmla="*/ 422141 w 422183"/>
                <a:gd name="connsiteY9" fmla="*/ 24664 h 403387"/>
                <a:gd name="connsiteX10" fmla="*/ 378923 w 422183"/>
                <a:gd name="connsiteY10" fmla="*/ 0 h 403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2183" h="403387">
                  <a:moveTo>
                    <a:pt x="378923" y="0"/>
                  </a:moveTo>
                  <a:cubicBezTo>
                    <a:pt x="374035" y="62362"/>
                    <a:pt x="378651" y="144681"/>
                    <a:pt x="337243" y="188760"/>
                  </a:cubicBezTo>
                  <a:cubicBezTo>
                    <a:pt x="289770" y="239265"/>
                    <a:pt x="175726" y="212745"/>
                    <a:pt x="112731" y="212655"/>
                  </a:cubicBezTo>
                  <a:cubicBezTo>
                    <a:pt x="64263" y="212655"/>
                    <a:pt x="47563" y="223154"/>
                    <a:pt x="0" y="223426"/>
                  </a:cubicBezTo>
                  <a:cubicBezTo>
                    <a:pt x="34847" y="288457"/>
                    <a:pt x="48152" y="363445"/>
                    <a:pt x="54306" y="380326"/>
                  </a:cubicBezTo>
                  <a:cubicBezTo>
                    <a:pt x="59873" y="395713"/>
                    <a:pt x="159344" y="405623"/>
                    <a:pt x="185864" y="402953"/>
                  </a:cubicBezTo>
                  <a:cubicBezTo>
                    <a:pt x="230123" y="398473"/>
                    <a:pt x="361726" y="311854"/>
                    <a:pt x="377656" y="285154"/>
                  </a:cubicBezTo>
                  <a:cubicBezTo>
                    <a:pt x="393540" y="258498"/>
                    <a:pt x="400871" y="192607"/>
                    <a:pt x="400871" y="192607"/>
                  </a:cubicBezTo>
                  <a:cubicBezTo>
                    <a:pt x="400871" y="192607"/>
                    <a:pt x="407298" y="167264"/>
                    <a:pt x="414765" y="136445"/>
                  </a:cubicBezTo>
                  <a:cubicBezTo>
                    <a:pt x="420558" y="98928"/>
                    <a:pt x="422504" y="61728"/>
                    <a:pt x="422141" y="24664"/>
                  </a:cubicBezTo>
                  <a:cubicBezTo>
                    <a:pt x="408429" y="15477"/>
                    <a:pt x="394400" y="6653"/>
                    <a:pt x="378923" y="0"/>
                  </a:cubicBezTo>
                </a:path>
              </a:pathLst>
            </a:custGeom>
            <a:solidFill>
              <a:srgbClr val="4D4D4D"/>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4" name="Freeform: Shape 113">
              <a:extLst>
                <a:ext uri="{FF2B5EF4-FFF2-40B4-BE49-F238E27FC236}">
                  <a16:creationId xmlns:a16="http://schemas.microsoft.com/office/drawing/2014/main" id="{3CE8DB4E-5144-41E1-BC81-4E1B9BADA751}"/>
                </a:ext>
              </a:extLst>
            </p:cNvPr>
            <p:cNvSpPr/>
            <p:nvPr/>
          </p:nvSpPr>
          <p:spPr bwMode="gray">
            <a:xfrm flipH="1">
              <a:off x="819272" y="440902"/>
              <a:ext cx="189064" cy="95310"/>
            </a:xfrm>
            <a:custGeom>
              <a:avLst/>
              <a:gdLst>
                <a:gd name="connsiteX0" fmla="*/ 3925 w 497524"/>
                <a:gd name="connsiteY0" fmla="*/ 130523 h 250811"/>
                <a:gd name="connsiteX1" fmla="*/ 35015 w 497524"/>
                <a:gd name="connsiteY1" fmla="*/ 64721 h 250811"/>
                <a:gd name="connsiteX2" fmla="*/ 145936 w 497524"/>
                <a:gd name="connsiteY2" fmla="*/ 22227 h 250811"/>
                <a:gd name="connsiteX3" fmla="*/ 285549 w 497524"/>
                <a:gd name="connsiteY3" fmla="*/ 4215 h 250811"/>
                <a:gd name="connsiteX4" fmla="*/ 487523 w 497524"/>
                <a:gd name="connsiteY4" fmla="*/ 121924 h 250811"/>
                <a:gd name="connsiteX5" fmla="*/ 489650 w 497524"/>
                <a:gd name="connsiteY5" fmla="*/ 177090 h 250811"/>
                <a:gd name="connsiteX6" fmla="*/ 496076 w 497524"/>
                <a:gd name="connsiteY6" fmla="*/ 223115 h 250811"/>
                <a:gd name="connsiteX7" fmla="*/ 497525 w 497524"/>
                <a:gd name="connsiteY7" fmla="*/ 243389 h 250811"/>
                <a:gd name="connsiteX8" fmla="*/ 428782 w 497524"/>
                <a:gd name="connsiteY8" fmla="*/ 233162 h 250811"/>
                <a:gd name="connsiteX9" fmla="*/ 382712 w 497524"/>
                <a:gd name="connsiteY9" fmla="*/ 250811 h 250811"/>
                <a:gd name="connsiteX10" fmla="*/ 382712 w 497524"/>
                <a:gd name="connsiteY10" fmla="*/ 250721 h 250811"/>
                <a:gd name="connsiteX11" fmla="*/ 342932 w 497524"/>
                <a:gd name="connsiteY11" fmla="*/ 222934 h 250811"/>
                <a:gd name="connsiteX12" fmla="*/ 217937 w 497524"/>
                <a:gd name="connsiteY12" fmla="*/ 228817 h 250811"/>
                <a:gd name="connsiteX13" fmla="*/ 147203 w 497524"/>
                <a:gd name="connsiteY13" fmla="*/ 208000 h 250811"/>
                <a:gd name="connsiteX14" fmla="*/ 29358 w 497524"/>
                <a:gd name="connsiteY14" fmla="*/ 220716 h 250811"/>
                <a:gd name="connsiteX15" fmla="*/ 1843 w 497524"/>
                <a:gd name="connsiteY15" fmla="*/ 181435 h 250811"/>
                <a:gd name="connsiteX16" fmla="*/ 3925 w 497524"/>
                <a:gd name="connsiteY16" fmla="*/ 130523 h 250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7524" h="250811">
                  <a:moveTo>
                    <a:pt x="3925" y="130523"/>
                  </a:moveTo>
                  <a:cubicBezTo>
                    <a:pt x="9356" y="106628"/>
                    <a:pt x="18995" y="83367"/>
                    <a:pt x="35015" y="64721"/>
                  </a:cubicBezTo>
                  <a:cubicBezTo>
                    <a:pt x="51171" y="45895"/>
                    <a:pt x="122946" y="32454"/>
                    <a:pt x="145936" y="22227"/>
                  </a:cubicBezTo>
                  <a:cubicBezTo>
                    <a:pt x="189155" y="2948"/>
                    <a:pt x="238574" y="-5877"/>
                    <a:pt x="285549" y="4215"/>
                  </a:cubicBezTo>
                  <a:cubicBezTo>
                    <a:pt x="358365" y="19828"/>
                    <a:pt x="489560" y="117715"/>
                    <a:pt x="487523" y="121924"/>
                  </a:cubicBezTo>
                  <a:cubicBezTo>
                    <a:pt x="479377" y="138804"/>
                    <a:pt x="485622" y="158671"/>
                    <a:pt x="489650" y="177090"/>
                  </a:cubicBezTo>
                  <a:cubicBezTo>
                    <a:pt x="492999" y="192296"/>
                    <a:pt x="494719" y="207683"/>
                    <a:pt x="496076" y="223115"/>
                  </a:cubicBezTo>
                  <a:cubicBezTo>
                    <a:pt x="496619" y="229858"/>
                    <a:pt x="497117" y="236646"/>
                    <a:pt x="497525" y="243389"/>
                  </a:cubicBezTo>
                  <a:cubicBezTo>
                    <a:pt x="476255" y="234202"/>
                    <a:pt x="453717" y="229405"/>
                    <a:pt x="428782" y="233162"/>
                  </a:cubicBezTo>
                  <a:cubicBezTo>
                    <a:pt x="412852" y="235560"/>
                    <a:pt x="394569" y="240629"/>
                    <a:pt x="382712" y="250811"/>
                  </a:cubicBezTo>
                  <a:lnTo>
                    <a:pt x="382712" y="250721"/>
                  </a:lnTo>
                  <a:cubicBezTo>
                    <a:pt x="375652" y="235741"/>
                    <a:pt x="359405" y="226328"/>
                    <a:pt x="342932" y="222934"/>
                  </a:cubicBezTo>
                  <a:cubicBezTo>
                    <a:pt x="326414" y="219540"/>
                    <a:pt x="228799" y="229677"/>
                    <a:pt x="217937" y="228817"/>
                  </a:cubicBezTo>
                  <a:cubicBezTo>
                    <a:pt x="193409" y="226735"/>
                    <a:pt x="170962" y="214562"/>
                    <a:pt x="147203" y="208000"/>
                  </a:cubicBezTo>
                  <a:cubicBezTo>
                    <a:pt x="123489" y="201392"/>
                    <a:pt x="44428" y="202162"/>
                    <a:pt x="29358" y="220716"/>
                  </a:cubicBezTo>
                  <a:cubicBezTo>
                    <a:pt x="29358" y="220716"/>
                    <a:pt x="5328" y="198270"/>
                    <a:pt x="1843" y="181435"/>
                  </a:cubicBezTo>
                  <a:cubicBezTo>
                    <a:pt x="-1596" y="164555"/>
                    <a:pt x="169" y="147177"/>
                    <a:pt x="3925" y="130523"/>
                  </a:cubicBezTo>
                </a:path>
              </a:pathLst>
            </a:custGeom>
            <a:solidFill>
              <a:srgbClr val="4D4D4D"/>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5" name="Freeform: Shape 114">
              <a:extLst>
                <a:ext uri="{FF2B5EF4-FFF2-40B4-BE49-F238E27FC236}">
                  <a16:creationId xmlns:a16="http://schemas.microsoft.com/office/drawing/2014/main" id="{078D735F-28F2-4110-8B79-144EF90CF5EE}"/>
                </a:ext>
              </a:extLst>
            </p:cNvPr>
            <p:cNvSpPr/>
            <p:nvPr/>
          </p:nvSpPr>
          <p:spPr bwMode="gray">
            <a:xfrm flipH="1">
              <a:off x="920891" y="663301"/>
              <a:ext cx="56631" cy="13207"/>
            </a:xfrm>
            <a:custGeom>
              <a:avLst/>
              <a:gdLst>
                <a:gd name="connsiteX0" fmla="*/ 149026 w 149025"/>
                <a:gd name="connsiteY0" fmla="*/ 10182 h 34756"/>
                <a:gd name="connsiteX1" fmla="*/ 74535 w 149025"/>
                <a:gd name="connsiteY1" fmla="*/ 34756 h 34756"/>
                <a:gd name="connsiteX2" fmla="*/ 0 w 149025"/>
                <a:gd name="connsiteY2" fmla="*/ 10182 h 34756"/>
                <a:gd name="connsiteX3" fmla="*/ 149026 w 149025"/>
                <a:gd name="connsiteY3" fmla="*/ 10182 h 34756"/>
              </a:gdLst>
              <a:ahLst/>
              <a:cxnLst>
                <a:cxn ang="0">
                  <a:pos x="connsiteX0" y="connsiteY0"/>
                </a:cxn>
                <a:cxn ang="0">
                  <a:pos x="connsiteX1" y="connsiteY1"/>
                </a:cxn>
                <a:cxn ang="0">
                  <a:pos x="connsiteX2" y="connsiteY2"/>
                </a:cxn>
                <a:cxn ang="0">
                  <a:pos x="connsiteX3" y="connsiteY3"/>
                </a:cxn>
              </a:cxnLst>
              <a:rect l="l" t="t" r="r" b="b"/>
              <a:pathLst>
                <a:path w="149025" h="34756">
                  <a:moveTo>
                    <a:pt x="149026" y="10182"/>
                  </a:moveTo>
                  <a:cubicBezTo>
                    <a:pt x="149026" y="23759"/>
                    <a:pt x="115673" y="34756"/>
                    <a:pt x="74535" y="34756"/>
                  </a:cubicBezTo>
                  <a:cubicBezTo>
                    <a:pt x="33353" y="34756"/>
                    <a:pt x="0" y="23759"/>
                    <a:pt x="0" y="10182"/>
                  </a:cubicBezTo>
                  <a:cubicBezTo>
                    <a:pt x="0" y="-3394"/>
                    <a:pt x="149026" y="-3394"/>
                    <a:pt x="149026" y="10182"/>
                  </a:cubicBezTo>
                </a:path>
              </a:pathLst>
            </a:custGeom>
            <a:solidFill>
              <a:srgbClr val="FFFFFF"/>
            </a:solidFill>
            <a:ln w="361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Freeform: Shape 115">
              <a:extLst>
                <a:ext uri="{FF2B5EF4-FFF2-40B4-BE49-F238E27FC236}">
                  <a16:creationId xmlns:a16="http://schemas.microsoft.com/office/drawing/2014/main" id="{C9BF9083-C8DB-4D27-B73B-6F08BE8BB3A9}"/>
                </a:ext>
              </a:extLst>
            </p:cNvPr>
            <p:cNvSpPr/>
            <p:nvPr/>
          </p:nvSpPr>
          <p:spPr bwMode="gray">
            <a:xfrm>
              <a:off x="2101673" y="1184923"/>
              <a:ext cx="292518" cy="449864"/>
            </a:xfrm>
            <a:custGeom>
              <a:avLst/>
              <a:gdLst>
                <a:gd name="connsiteX0" fmla="*/ 22705 w 197288"/>
                <a:gd name="connsiteY0" fmla="*/ 299261 h 303410"/>
                <a:gd name="connsiteX1" fmla="*/ 49054 w 197288"/>
                <a:gd name="connsiteY1" fmla="*/ 301991 h 303410"/>
                <a:gd name="connsiteX2" fmla="*/ 171295 w 197288"/>
                <a:gd name="connsiteY2" fmla="*/ 303153 h 303410"/>
                <a:gd name="connsiteX3" fmla="*/ 196465 w 197288"/>
                <a:gd name="connsiteY3" fmla="*/ 104431 h 303410"/>
                <a:gd name="connsiteX4" fmla="*/ 172676 w 197288"/>
                <a:gd name="connsiteY4" fmla="*/ 0 h 303410"/>
                <a:gd name="connsiteX5" fmla="*/ 0 w 197288"/>
                <a:gd name="connsiteY5" fmla="*/ 0 h 303410"/>
                <a:gd name="connsiteX6" fmla="*/ 16550 w 197288"/>
                <a:gd name="connsiteY6" fmla="*/ 278141 h 303410"/>
                <a:gd name="connsiteX7" fmla="*/ 22705 w 197288"/>
                <a:gd name="connsiteY7" fmla="*/ 299261 h 303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288" h="303410">
                  <a:moveTo>
                    <a:pt x="22705" y="299261"/>
                  </a:moveTo>
                  <a:cubicBezTo>
                    <a:pt x="31480" y="299986"/>
                    <a:pt x="40231" y="301070"/>
                    <a:pt x="49054" y="301991"/>
                  </a:cubicBezTo>
                  <a:cubicBezTo>
                    <a:pt x="63734" y="303526"/>
                    <a:pt x="149400" y="303642"/>
                    <a:pt x="171295" y="303153"/>
                  </a:cubicBezTo>
                  <a:cubicBezTo>
                    <a:pt x="182249" y="244054"/>
                    <a:pt x="201501" y="126229"/>
                    <a:pt x="196465" y="104431"/>
                  </a:cubicBezTo>
                  <a:cubicBezTo>
                    <a:pt x="189405" y="16822"/>
                    <a:pt x="172676" y="0"/>
                    <a:pt x="172676" y="0"/>
                  </a:cubicBezTo>
                  <a:lnTo>
                    <a:pt x="0" y="0"/>
                  </a:lnTo>
                  <a:lnTo>
                    <a:pt x="16550" y="278141"/>
                  </a:lnTo>
                  <a:lnTo>
                    <a:pt x="22705" y="299261"/>
                  </a:lnTo>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7" name="Freeform: Shape 116">
              <a:extLst>
                <a:ext uri="{FF2B5EF4-FFF2-40B4-BE49-F238E27FC236}">
                  <a16:creationId xmlns:a16="http://schemas.microsoft.com/office/drawing/2014/main" id="{71D7E9E2-67DA-4AB4-BB35-B6E46CD82C95}"/>
                </a:ext>
              </a:extLst>
            </p:cNvPr>
            <p:cNvSpPr/>
            <p:nvPr/>
          </p:nvSpPr>
          <p:spPr bwMode="gray">
            <a:xfrm>
              <a:off x="2075103" y="2068032"/>
              <a:ext cx="172771" cy="100133"/>
            </a:xfrm>
            <a:custGeom>
              <a:avLst/>
              <a:gdLst>
                <a:gd name="connsiteX0" fmla="*/ 0 w 502239"/>
                <a:gd name="connsiteY0" fmla="*/ 291082 h 291081"/>
                <a:gd name="connsiteX1" fmla="*/ 117017 w 502239"/>
                <a:gd name="connsiteY1" fmla="*/ 200246 h 291081"/>
                <a:gd name="connsiteX2" fmla="*/ 126046 w 502239"/>
                <a:gd name="connsiteY2" fmla="*/ 191323 h 291081"/>
                <a:gd name="connsiteX3" fmla="*/ 306211 w 502239"/>
                <a:gd name="connsiteY3" fmla="*/ 115551 h 291081"/>
                <a:gd name="connsiteX4" fmla="*/ 502239 w 502239"/>
                <a:gd name="connsiteY4" fmla="*/ 9068 h 291081"/>
                <a:gd name="connsiteX5" fmla="*/ 375443 w 502239"/>
                <a:gd name="connsiteY5" fmla="*/ 291082 h 291081"/>
                <a:gd name="connsiteX6" fmla="*/ 360829 w 502239"/>
                <a:gd name="connsiteY6" fmla="*/ 291082 h 291081"/>
                <a:gd name="connsiteX7" fmla="*/ 375443 w 502239"/>
                <a:gd name="connsiteY7" fmla="*/ 109471 h 291081"/>
                <a:gd name="connsiteX8" fmla="*/ 229197 w 502239"/>
                <a:gd name="connsiteY8" fmla="*/ 291082 h 291081"/>
                <a:gd name="connsiteX9" fmla="*/ 0 w 502239"/>
                <a:gd name="connsiteY9" fmla="*/ 291082 h 29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2239" h="291081">
                  <a:moveTo>
                    <a:pt x="0" y="291082"/>
                  </a:moveTo>
                  <a:cubicBezTo>
                    <a:pt x="0" y="247143"/>
                    <a:pt x="90182" y="227426"/>
                    <a:pt x="117017" y="200246"/>
                  </a:cubicBezTo>
                  <a:lnTo>
                    <a:pt x="126046" y="191323"/>
                  </a:lnTo>
                  <a:cubicBezTo>
                    <a:pt x="198471" y="204242"/>
                    <a:pt x="254136" y="176808"/>
                    <a:pt x="306211" y="115551"/>
                  </a:cubicBezTo>
                  <a:cubicBezTo>
                    <a:pt x="359183" y="53416"/>
                    <a:pt x="502239" y="-27309"/>
                    <a:pt x="502239" y="9068"/>
                  </a:cubicBezTo>
                  <a:cubicBezTo>
                    <a:pt x="502239" y="71203"/>
                    <a:pt x="375443" y="291082"/>
                    <a:pt x="375443" y="291082"/>
                  </a:cubicBezTo>
                  <a:lnTo>
                    <a:pt x="360829" y="291082"/>
                  </a:lnTo>
                  <a:lnTo>
                    <a:pt x="375443" y="109471"/>
                  </a:lnTo>
                  <a:lnTo>
                    <a:pt x="229197" y="291082"/>
                  </a:lnTo>
                  <a:lnTo>
                    <a:pt x="0" y="291082"/>
                  </a:lnTo>
                </a:path>
              </a:pathLst>
            </a:custGeom>
            <a:solidFill>
              <a:schemeClr val="accent1"/>
            </a:solidFill>
            <a:ln w="398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8" name="Freeform: Shape 117">
              <a:extLst>
                <a:ext uri="{FF2B5EF4-FFF2-40B4-BE49-F238E27FC236}">
                  <a16:creationId xmlns:a16="http://schemas.microsoft.com/office/drawing/2014/main" id="{65F56A20-8EB8-4852-A412-3871EBDFE681}"/>
                </a:ext>
              </a:extLst>
            </p:cNvPr>
            <p:cNvSpPr/>
            <p:nvPr/>
          </p:nvSpPr>
          <p:spPr bwMode="gray">
            <a:xfrm>
              <a:off x="2299711" y="2127290"/>
              <a:ext cx="83937" cy="43427"/>
            </a:xfrm>
            <a:custGeom>
              <a:avLst/>
              <a:gdLst>
                <a:gd name="connsiteX0" fmla="*/ 11739 w 235827"/>
                <a:gd name="connsiteY0" fmla="*/ 26596 h 122010"/>
                <a:gd name="connsiteX1" fmla="*/ 514 w 235827"/>
                <a:gd name="connsiteY1" fmla="*/ 122010 h 122010"/>
                <a:gd name="connsiteX2" fmla="*/ 222378 w 235827"/>
                <a:gd name="connsiteY2" fmla="*/ 122010 h 122010"/>
                <a:gd name="connsiteX3" fmla="*/ 235295 w 235827"/>
                <a:gd name="connsiteY3" fmla="*/ 0 h 122010"/>
                <a:gd name="connsiteX4" fmla="*/ 11739 w 235827"/>
                <a:gd name="connsiteY4" fmla="*/ 26596 h 122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827" h="122010">
                  <a:moveTo>
                    <a:pt x="11739" y="26596"/>
                  </a:moveTo>
                  <a:cubicBezTo>
                    <a:pt x="3355" y="56818"/>
                    <a:pt x="-1681" y="87933"/>
                    <a:pt x="514" y="122010"/>
                  </a:cubicBezTo>
                  <a:lnTo>
                    <a:pt x="222378" y="122010"/>
                  </a:lnTo>
                  <a:cubicBezTo>
                    <a:pt x="234050" y="91185"/>
                    <a:pt x="237242" y="47834"/>
                    <a:pt x="235295" y="0"/>
                  </a:cubicBezTo>
                  <a:cubicBezTo>
                    <a:pt x="179534" y="48787"/>
                    <a:pt x="85956" y="55571"/>
                    <a:pt x="11739" y="26596"/>
                  </a:cubicBezTo>
                </a:path>
              </a:pathLst>
            </a:custGeom>
            <a:solidFill>
              <a:schemeClr val="accent1"/>
            </a:solidFill>
            <a:ln w="398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119" name="Freeform: Shape 118">
              <a:extLst>
                <a:ext uri="{FF2B5EF4-FFF2-40B4-BE49-F238E27FC236}">
                  <a16:creationId xmlns:a16="http://schemas.microsoft.com/office/drawing/2014/main" id="{7F82C117-E0DC-43A8-A832-A8E59D5BE52C}"/>
                </a:ext>
              </a:extLst>
            </p:cNvPr>
            <p:cNvSpPr/>
            <p:nvPr/>
          </p:nvSpPr>
          <p:spPr bwMode="gray">
            <a:xfrm>
              <a:off x="1377894" y="644737"/>
              <a:ext cx="638151" cy="37800"/>
            </a:xfrm>
            <a:custGeom>
              <a:avLst/>
              <a:gdLst>
                <a:gd name="connsiteX0" fmla="*/ 0 w 442995"/>
                <a:gd name="connsiteY0" fmla="*/ 26240 h 26240"/>
                <a:gd name="connsiteX1" fmla="*/ 442996 w 442995"/>
                <a:gd name="connsiteY1" fmla="*/ 26240 h 26240"/>
                <a:gd name="connsiteX2" fmla="*/ 442996 w 442995"/>
                <a:gd name="connsiteY2" fmla="*/ 0 h 26240"/>
                <a:gd name="connsiteX3" fmla="*/ 0 w 442995"/>
                <a:gd name="connsiteY3" fmla="*/ 0 h 26240"/>
                <a:gd name="connsiteX4" fmla="*/ 0 w 442995"/>
                <a:gd name="connsiteY4" fmla="*/ 26240 h 2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995" h="26240">
                  <a:moveTo>
                    <a:pt x="0" y="26240"/>
                  </a:moveTo>
                  <a:lnTo>
                    <a:pt x="442996" y="26240"/>
                  </a:lnTo>
                  <a:lnTo>
                    <a:pt x="442996" y="0"/>
                  </a:lnTo>
                  <a:lnTo>
                    <a:pt x="0" y="0"/>
                  </a:lnTo>
                  <a:lnTo>
                    <a:pt x="0" y="26240"/>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21454594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EWVI" val="true"/>
  <p:tag name="BLUEONEFOURTHTITLEFONTCOLORFIXED" val="true"/>
  <p:tag name="DARKLAYOUTNAMESCHANGEDTOCONTRAST" val="true"/>
  <p:tag name="ICONENCLOSURE" val="Tru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5.xml><?xml version="1.0" encoding="utf-8"?>
<p:tagLst xmlns:a="http://schemas.openxmlformats.org/drawingml/2006/main" xmlns:r="http://schemas.openxmlformats.org/officeDocument/2006/relationships" xmlns:p="http://schemas.openxmlformats.org/presentationml/2006/main">
  <p:tag name="SHAPENAME" val="LogoImage"/>
</p:tagLst>
</file>

<file path=ppt/tags/tag26.xml><?xml version="1.0" encoding="utf-8"?>
<p:tagLst xmlns:a="http://schemas.openxmlformats.org/drawingml/2006/main" xmlns:r="http://schemas.openxmlformats.org/officeDocument/2006/relationships" xmlns:p="http://schemas.openxmlformats.org/presentationml/2006/main">
  <p:tag name="SHAPENAME" val="ClientLogo"/>
</p:tagLst>
</file>

<file path=ppt/tags/tag2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xml><?xml version="1.0" encoding="utf-8"?>
<p:tagLst xmlns:a="http://schemas.openxmlformats.org/drawingml/2006/main" xmlns:r="http://schemas.openxmlformats.org/officeDocument/2006/relationships" xmlns:p="http://schemas.openxmlformats.org/presentationml/2006/main">
  <p:tag name="SHAPENAME" val="Subtitle"/>
</p:tagLst>
</file>

<file path=ppt/tags/tag29.xml><?xml version="1.0" encoding="utf-8"?>
<p:tagLst xmlns:a="http://schemas.openxmlformats.org/drawingml/2006/main" xmlns:r="http://schemas.openxmlformats.org/officeDocument/2006/relationships" xmlns:p="http://schemas.openxmlformats.org/presentationml/2006/main">
  <p:tag name="SHAPENAME" val="Title"/>
</p:tagLst>
</file>

<file path=ppt/tags/tag3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xml><?xml version="1.0" encoding="utf-8"?>
<p:tagLst xmlns:a="http://schemas.openxmlformats.org/drawingml/2006/main" xmlns:r="http://schemas.openxmlformats.org/officeDocument/2006/relationships" xmlns:p="http://schemas.openxmlformats.org/presentationml/2006/main">
  <p:tag name="SHAPENAME" val="5. Source"/>
</p:tagLst>
</file>

<file path=ppt/tags/tag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xml><?xml version="1.0" encoding="utf-8"?>
<p:tagLst xmlns:a="http://schemas.openxmlformats.org/drawingml/2006/main" xmlns:r="http://schemas.openxmlformats.org/officeDocument/2006/relationships" xmlns:p="http://schemas.openxmlformats.org/presentationml/2006/main">
  <p:tag name="SHAPENAME" val="5. Source"/>
</p:tagLst>
</file>

<file path=ppt/tags/tag4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xml><?xml version="1.0" encoding="utf-8"?>
<p:tagLst xmlns:a="http://schemas.openxmlformats.org/drawingml/2006/main" xmlns:r="http://schemas.openxmlformats.org/officeDocument/2006/relationships" xmlns:p="http://schemas.openxmlformats.org/presentationml/2006/main">
  <p:tag name="SHAPENAME" val="5. Source"/>
</p:tagLst>
</file>

<file path=ppt/tags/tag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xml><?xml version="1.0" encoding="utf-8"?>
<p:tagLst xmlns:a="http://schemas.openxmlformats.org/drawingml/2006/main" xmlns:r="http://schemas.openxmlformats.org/officeDocument/2006/relationships" xmlns:p="http://schemas.openxmlformats.org/presentationml/2006/main">
  <p:tag name="SHAPENAME" val="5. Source"/>
</p:tagLst>
</file>

<file path=ppt/tags/tag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xml><?xml version="1.0" encoding="utf-8"?>
<p:tagLst xmlns:a="http://schemas.openxmlformats.org/drawingml/2006/main" xmlns:r="http://schemas.openxmlformats.org/officeDocument/2006/relationships" xmlns:p="http://schemas.openxmlformats.org/presentationml/2006/main">
  <p:tag name="SHAPENAME" val="3. Subtitle"/>
</p:tagLst>
</file>

<file path=ppt/tags/tag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7.xml><?xml version="1.0" encoding="utf-8"?>
<p:tagLst xmlns:a="http://schemas.openxmlformats.org/drawingml/2006/main" xmlns:r="http://schemas.openxmlformats.org/officeDocument/2006/relationships" xmlns:p="http://schemas.openxmlformats.org/presentationml/2006/main">
  <p:tag name="SHAPENAME" val="5. Source"/>
</p:tagLst>
</file>

<file path=ppt/tags/tag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6.xml><?xml version="1.0" encoding="utf-8"?>
<p:tagLst xmlns:a="http://schemas.openxmlformats.org/drawingml/2006/main" xmlns:r="http://schemas.openxmlformats.org/officeDocument/2006/relationships" xmlns:p="http://schemas.openxmlformats.org/presentationml/2006/main">
  <p:tag name="SHAPENAME" val="5. Source"/>
</p:tagLst>
</file>

<file path=ppt/tags/tag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4.xml><?xml version="1.0" encoding="utf-8"?>
<p:tagLst xmlns:a="http://schemas.openxmlformats.org/drawingml/2006/main" xmlns:r="http://schemas.openxmlformats.org/officeDocument/2006/relationships" xmlns:p="http://schemas.openxmlformats.org/presentationml/2006/main">
  <p:tag name="SHAPENAME" val="3. Subtitle"/>
</p:tagLst>
</file>

<file path=ppt/tags/tag75.xml><?xml version="1.0" encoding="utf-8"?>
<p:tagLst xmlns:a="http://schemas.openxmlformats.org/drawingml/2006/main" xmlns:r="http://schemas.openxmlformats.org/officeDocument/2006/relationships" xmlns:p="http://schemas.openxmlformats.org/presentationml/2006/main">
  <p:tag name="SHAPENAME" val="5. Source"/>
</p:tagLst>
</file>

<file path=ppt/tags/tag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7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2.xml><?xml version="1.0" encoding="utf-8"?>
<p:tagLst xmlns:a="http://schemas.openxmlformats.org/drawingml/2006/main" xmlns:r="http://schemas.openxmlformats.org/officeDocument/2006/relationships" xmlns:p="http://schemas.openxmlformats.org/presentationml/2006/main">
  <p:tag name="SHAPENAME" val="5. Source"/>
</p:tagLst>
</file>

<file path=ppt/tags/tag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5.xml><?xml version="1.0" encoding="utf-8"?>
<p:tagLst xmlns:a="http://schemas.openxmlformats.org/drawingml/2006/main" xmlns:r="http://schemas.openxmlformats.org/officeDocument/2006/relationships" xmlns:p="http://schemas.openxmlformats.org/presentationml/2006/main">
  <p:tag name="SHAPENAME" val="3. Subtitl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1.xml><?xml version="1.0" encoding="utf-8"?>
<p:tagLst xmlns:a="http://schemas.openxmlformats.org/drawingml/2006/main" xmlns:r="http://schemas.openxmlformats.org/officeDocument/2006/relationships" xmlns:p="http://schemas.openxmlformats.org/presentationml/2006/main">
  <p:tag name="SHAPENAME" val="5. Source"/>
</p:tagLst>
</file>

<file path=ppt/tags/tag9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3.xml><?xml version="1.0" encoding="utf-8"?>
<p:tagLst xmlns:a="http://schemas.openxmlformats.org/drawingml/2006/main" xmlns:r="http://schemas.openxmlformats.org/officeDocument/2006/relationships" xmlns:p="http://schemas.openxmlformats.org/presentationml/2006/main">
  <p:tag name="SHAPENAME" val="3. Subtitle"/>
</p:tagLst>
</file>

<file path=ppt/tags/tag9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0.xml><?xml version="1.0" encoding="utf-8"?>
<p:tagLst xmlns:a="http://schemas.openxmlformats.org/drawingml/2006/main" xmlns:r="http://schemas.openxmlformats.org/officeDocument/2006/relationships" xmlns:p="http://schemas.openxmlformats.org/presentationml/2006/main">
  <p:tag name="SHAPENAME" val="5. Source"/>
</p:tagLst>
</file>

<file path=ppt/tags/tag1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5. Source"/>
</p:tagLst>
</file>

<file path=ppt/tags/tag10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1.xml><?xml version="1.0" encoding="utf-8"?>
<p:tagLst xmlns:a="http://schemas.openxmlformats.org/drawingml/2006/main" xmlns:r="http://schemas.openxmlformats.org/officeDocument/2006/relationships" xmlns:p="http://schemas.openxmlformats.org/presentationml/2006/main">
  <p:tag name="SHAPENAME" val="5. Source"/>
</p:tagLst>
</file>

<file path=ppt/tags/tag1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SHAPENAME" val="LogoImage"/>
</p:tagLst>
</file>

<file path=ppt/tags/tag115.xml><?xml version="1.0" encoding="utf-8"?>
<p:tagLst xmlns:a="http://schemas.openxmlformats.org/drawingml/2006/main" xmlns:r="http://schemas.openxmlformats.org/officeDocument/2006/relationships" xmlns:p="http://schemas.openxmlformats.org/presentationml/2006/main">
  <p:tag name="SHAPENAME" val="5. Sourc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2.xml><?xml version="1.0" encoding="utf-8"?>
<p:tagLst xmlns:a="http://schemas.openxmlformats.org/drawingml/2006/main" xmlns:r="http://schemas.openxmlformats.org/officeDocument/2006/relationships" xmlns:p="http://schemas.openxmlformats.org/presentationml/2006/main">
  <p:tag name="SHAPENAME" val="5. Sourc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1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7.xml><?xml version="1.0" encoding="utf-8"?>
<p:tagLst xmlns:a="http://schemas.openxmlformats.org/drawingml/2006/main" xmlns:r="http://schemas.openxmlformats.org/officeDocument/2006/relationships" xmlns:p="http://schemas.openxmlformats.org/presentationml/2006/main">
  <p:tag name="SHAPENAME" val="5. Source"/>
</p:tagLst>
</file>

<file path=ppt/tags/tag1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13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3.xml><?xml version="1.0" encoding="utf-8"?>
<p:tagLst xmlns:a="http://schemas.openxmlformats.org/drawingml/2006/main" xmlns:r="http://schemas.openxmlformats.org/officeDocument/2006/relationships" xmlns:p="http://schemas.openxmlformats.org/presentationml/2006/main">
  <p:tag name="SHAPENAME" val="Grid"/>
</p:tagLst>
</file>

<file path=ppt/tags/tag134.xml><?xml version="1.0" encoding="utf-8"?>
<p:tagLst xmlns:a="http://schemas.openxmlformats.org/drawingml/2006/main" xmlns:r="http://schemas.openxmlformats.org/officeDocument/2006/relationships" xmlns:p="http://schemas.openxmlformats.org/presentationml/2006/main">
  <p:tag name="SHAPENAME" val="4. Footnote"/>
</p:tagLst>
</file>

<file path=ppt/tags/tag135.xml><?xml version="1.0" encoding="utf-8"?>
<p:tagLst xmlns:a="http://schemas.openxmlformats.org/drawingml/2006/main" xmlns:r="http://schemas.openxmlformats.org/officeDocument/2006/relationships" xmlns:p="http://schemas.openxmlformats.org/presentationml/2006/main">
  <p:tag name="NAME" val="Moon"/>
</p:tagLst>
</file>

<file path=ppt/tags/tag136.xml><?xml version="1.0" encoding="utf-8"?>
<p:tagLst xmlns:a="http://schemas.openxmlformats.org/drawingml/2006/main" xmlns:r="http://schemas.openxmlformats.org/officeDocument/2006/relationships" xmlns:p="http://schemas.openxmlformats.org/presentationml/2006/main">
  <p:tag name="NAME" val="Moon"/>
</p:tagLst>
</file>

<file path=ppt/tags/tag137.xml><?xml version="1.0" encoding="utf-8"?>
<p:tagLst xmlns:a="http://schemas.openxmlformats.org/drawingml/2006/main" xmlns:r="http://schemas.openxmlformats.org/officeDocument/2006/relationships" xmlns:p="http://schemas.openxmlformats.org/presentationml/2006/main">
  <p:tag name="NAME" val="Moon"/>
</p:tagLst>
</file>

<file path=ppt/tags/tag138.xml><?xml version="1.0" encoding="utf-8"?>
<p:tagLst xmlns:a="http://schemas.openxmlformats.org/drawingml/2006/main" xmlns:r="http://schemas.openxmlformats.org/officeDocument/2006/relationships" xmlns:p="http://schemas.openxmlformats.org/presentationml/2006/main">
  <p:tag name="NAME" val="Moon"/>
</p:tagLst>
</file>

<file path=ppt/tags/tag139.xml><?xml version="1.0" encoding="utf-8"?>
<p:tagLst xmlns:a="http://schemas.openxmlformats.org/drawingml/2006/main" xmlns:r="http://schemas.openxmlformats.org/officeDocument/2006/relationships" xmlns:p="http://schemas.openxmlformats.org/presentationml/2006/main">
  <p:tag name="NAME" val="Moon"/>
</p:tagLst>
</file>

<file path=ppt/tags/tag140.xml><?xml version="1.0" encoding="utf-8"?>
<p:tagLst xmlns:a="http://schemas.openxmlformats.org/drawingml/2006/main" xmlns:r="http://schemas.openxmlformats.org/officeDocument/2006/relationships" xmlns:p="http://schemas.openxmlformats.org/presentationml/2006/main">
  <p:tag name="ANGLE" val="5"/>
</p:tagLst>
</file>

<file path=ppt/tags/tag141.xml><?xml version="1.0" encoding="utf-8"?>
<p:tagLst xmlns:a="http://schemas.openxmlformats.org/drawingml/2006/main" xmlns:r="http://schemas.openxmlformats.org/officeDocument/2006/relationships" xmlns:p="http://schemas.openxmlformats.org/presentationml/2006/main">
  <p:tag name="ANGLE" val="5"/>
</p:tagLst>
</file>

<file path=ppt/tags/tag142.xml><?xml version="1.0" encoding="utf-8"?>
<p:tagLst xmlns:a="http://schemas.openxmlformats.org/drawingml/2006/main" xmlns:r="http://schemas.openxmlformats.org/officeDocument/2006/relationships" xmlns:p="http://schemas.openxmlformats.org/presentationml/2006/main">
  <p:tag name="ANGLE" val="4"/>
</p:tagLst>
</file>

<file path=ppt/tags/tag143.xml><?xml version="1.0" encoding="utf-8"?>
<p:tagLst xmlns:a="http://schemas.openxmlformats.org/drawingml/2006/main" xmlns:r="http://schemas.openxmlformats.org/officeDocument/2006/relationships" xmlns:p="http://schemas.openxmlformats.org/presentationml/2006/main">
  <p:tag name="ANGLE" val="4"/>
</p:tagLst>
</file>

<file path=ppt/tags/tag144.xml><?xml version="1.0" encoding="utf-8"?>
<p:tagLst xmlns:a="http://schemas.openxmlformats.org/drawingml/2006/main" xmlns:r="http://schemas.openxmlformats.org/officeDocument/2006/relationships" xmlns:p="http://schemas.openxmlformats.org/presentationml/2006/main">
  <p:tag name="ANGLE" val="3"/>
</p:tagLst>
</file>

<file path=ppt/tags/tag145.xml><?xml version="1.0" encoding="utf-8"?>
<p:tagLst xmlns:a="http://schemas.openxmlformats.org/drawingml/2006/main" xmlns:r="http://schemas.openxmlformats.org/officeDocument/2006/relationships" xmlns:p="http://schemas.openxmlformats.org/presentationml/2006/main">
  <p:tag name="ANGLE" val="3"/>
</p:tagLst>
</file>

<file path=ppt/tags/tag146.xml><?xml version="1.0" encoding="utf-8"?>
<p:tagLst xmlns:a="http://schemas.openxmlformats.org/drawingml/2006/main" xmlns:r="http://schemas.openxmlformats.org/officeDocument/2006/relationships" xmlns:p="http://schemas.openxmlformats.org/presentationml/2006/main">
  <p:tag name="ANGLE" val="2"/>
</p:tagLst>
</file>

<file path=ppt/tags/tag147.xml><?xml version="1.0" encoding="utf-8"?>
<p:tagLst xmlns:a="http://schemas.openxmlformats.org/drawingml/2006/main" xmlns:r="http://schemas.openxmlformats.org/officeDocument/2006/relationships" xmlns:p="http://schemas.openxmlformats.org/presentationml/2006/main">
  <p:tag name="ANGLE" val="2"/>
</p:tagLst>
</file>

<file path=ppt/tags/tag148.xml><?xml version="1.0" encoding="utf-8"?>
<p:tagLst xmlns:a="http://schemas.openxmlformats.org/drawingml/2006/main" xmlns:r="http://schemas.openxmlformats.org/officeDocument/2006/relationships" xmlns:p="http://schemas.openxmlformats.org/presentationml/2006/main">
  <p:tag name="ANGLE" val="1"/>
</p:tagLst>
</file>

<file path=ppt/tags/tag149.xml><?xml version="1.0" encoding="utf-8"?>
<p:tagLst xmlns:a="http://schemas.openxmlformats.org/drawingml/2006/main" xmlns:r="http://schemas.openxmlformats.org/officeDocument/2006/relationships" xmlns:p="http://schemas.openxmlformats.org/presentationml/2006/main">
  <p:tag name="ANGLE" val="1"/>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Kcd9z.T0ityQiOhevFTgFQ"/>
</p:tagLst>
</file>

<file path=ppt/tags/tag152.xml><?xml version="1.0" encoding="utf-8"?>
<p:tagLst xmlns:a="http://schemas.openxmlformats.org/drawingml/2006/main" xmlns:r="http://schemas.openxmlformats.org/officeDocument/2006/relationships" xmlns:p="http://schemas.openxmlformats.org/presentationml/2006/main">
  <p:tag name="SHAPENAME" val="ClientLogo"/>
</p:tagLst>
</file>

<file path=ppt/tags/tag15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54.xml><?xml version="1.0" encoding="utf-8"?>
<p:tagLst xmlns:a="http://schemas.openxmlformats.org/drawingml/2006/main" xmlns:r="http://schemas.openxmlformats.org/officeDocument/2006/relationships" xmlns:p="http://schemas.openxmlformats.org/presentationml/2006/main">
  <p:tag name="SHAPENAME" val="Subtitle"/>
</p:tagLst>
</file>

<file path=ppt/tags/tag155.xml><?xml version="1.0" encoding="utf-8"?>
<p:tagLst xmlns:a="http://schemas.openxmlformats.org/drawingml/2006/main" xmlns:r="http://schemas.openxmlformats.org/officeDocument/2006/relationships" xmlns:p="http://schemas.openxmlformats.org/presentationml/2006/main">
  <p:tag name="SHAPENAME" val="Title"/>
</p:tagLst>
</file>

<file path=ppt/tags/tag15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57.xml><?xml version="1.0" encoding="utf-8"?>
<p:tagLst xmlns:a="http://schemas.openxmlformats.org/drawingml/2006/main" xmlns:r="http://schemas.openxmlformats.org/officeDocument/2006/relationships" xmlns:p="http://schemas.openxmlformats.org/presentationml/2006/main">
  <p:tag name="SHAPENAME" val="LogoImag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1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1.xml><?xml version="1.0" encoding="utf-8"?>
<p:tagLst xmlns:a="http://schemas.openxmlformats.org/drawingml/2006/main" xmlns:r="http://schemas.openxmlformats.org/officeDocument/2006/relationships" xmlns:p="http://schemas.openxmlformats.org/presentationml/2006/main">
  <p:tag name="SHAPENAME" val="5. Source"/>
</p:tagLst>
</file>

<file path=ppt/tags/tag16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7.xml><?xml version="1.0" encoding="utf-8"?>
<p:tagLst xmlns:a="http://schemas.openxmlformats.org/drawingml/2006/main" xmlns:r="http://schemas.openxmlformats.org/officeDocument/2006/relationships" xmlns:p="http://schemas.openxmlformats.org/presentationml/2006/main">
  <p:tag name="SHAPENAME" val="5. Source"/>
</p:tagLst>
</file>

<file path=ppt/tags/tag1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1.xml><?xml version="1.0" encoding="utf-8"?>
<p:tagLst xmlns:a="http://schemas.openxmlformats.org/drawingml/2006/main" xmlns:r="http://schemas.openxmlformats.org/officeDocument/2006/relationships" xmlns:p="http://schemas.openxmlformats.org/presentationml/2006/main">
  <p:tag name="SHAPENAME" val="5. Source"/>
</p:tagLst>
</file>

<file path=ppt/tags/tag1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zsZQyKFgCFD5XAZPv3AWBQ"/>
</p:tagLst>
</file>

<file path=ppt/tags/tag1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7.xml><?xml version="1.0" encoding="utf-8"?>
<p:tagLst xmlns:a="http://schemas.openxmlformats.org/drawingml/2006/main" xmlns:r="http://schemas.openxmlformats.org/officeDocument/2006/relationships" xmlns:p="http://schemas.openxmlformats.org/presentationml/2006/main">
  <p:tag name="SHAPENAME" val="5. Source"/>
</p:tagLst>
</file>

<file path=ppt/tags/tag17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Yh.LyJP9Ef7CM8T6PUBqdw"/>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4.xml><?xml version="1.0" encoding="utf-8"?>
<p:tagLst xmlns:a="http://schemas.openxmlformats.org/drawingml/2006/main" xmlns:r="http://schemas.openxmlformats.org/officeDocument/2006/relationships" xmlns:p="http://schemas.openxmlformats.org/presentationml/2006/main">
  <p:tag name="SHAPENAME" val="5. Source"/>
</p:tagLst>
</file>

<file path=ppt/tags/tag1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9.xml><?xml version="1.0" encoding="utf-8"?>
<p:tagLst xmlns:a="http://schemas.openxmlformats.org/drawingml/2006/main" xmlns:r="http://schemas.openxmlformats.org/officeDocument/2006/relationships" xmlns:p="http://schemas.openxmlformats.org/presentationml/2006/main">
  <p:tag name="SHAPENAME" val="5. Source"/>
</p:tagLst>
</file>

<file path=ppt/tags/tag1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19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8.xml><?xml version="1.0" encoding="utf-8"?>
<p:tagLst xmlns:a="http://schemas.openxmlformats.org/drawingml/2006/main" xmlns:r="http://schemas.openxmlformats.org/officeDocument/2006/relationships" xmlns:p="http://schemas.openxmlformats.org/presentationml/2006/main">
  <p:tag name="SHAPENAME" val="5. Source"/>
</p:tagLst>
</file>

<file path=ppt/tags/tag19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20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7.xml><?xml version="1.0" encoding="utf-8"?>
<p:tagLst xmlns:a="http://schemas.openxmlformats.org/drawingml/2006/main" xmlns:r="http://schemas.openxmlformats.org/officeDocument/2006/relationships" xmlns:p="http://schemas.openxmlformats.org/presentationml/2006/main">
  <p:tag name="SHAPENAME" val="5. Source"/>
</p:tagLst>
</file>

<file path=ppt/tags/tag20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1LRCzsv.ik_t3bs5QJ6VLg"/>
</p:tagLst>
</file>

<file path=ppt/tags/tag21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1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4.xml><?xml version="1.0" encoding="utf-8"?>
<p:tagLst xmlns:a="http://schemas.openxmlformats.org/drawingml/2006/main" xmlns:r="http://schemas.openxmlformats.org/officeDocument/2006/relationships" xmlns:p="http://schemas.openxmlformats.org/presentationml/2006/main">
  <p:tag name="SHAPENAME" val="5. Source"/>
</p:tagLst>
</file>

<file path=ppt/tags/tag2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20.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3.xml><?xml version="1.0" encoding="utf-8"?>
<p:tagLst xmlns:a="http://schemas.openxmlformats.org/drawingml/2006/main" xmlns:r="http://schemas.openxmlformats.org/officeDocument/2006/relationships" xmlns:p="http://schemas.openxmlformats.org/presentationml/2006/main">
  <p:tag name="SHAPENAME" val="5. Source"/>
</p:tagLst>
</file>

<file path=ppt/tags/tag2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22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3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3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2.xml><?xml version="1.0" encoding="utf-8"?>
<p:tagLst xmlns:a="http://schemas.openxmlformats.org/drawingml/2006/main" xmlns:r="http://schemas.openxmlformats.org/officeDocument/2006/relationships" xmlns:p="http://schemas.openxmlformats.org/presentationml/2006/main">
  <p:tag name="SHAPENAME" val="5. Source"/>
</p:tagLst>
</file>

<file path=ppt/tags/tag2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PFw0tr2VymfPrG.nUcDKQ"/>
</p:tagLst>
</file>

<file path=ppt/tags/tag23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1.xml><?xml version="1.0" encoding="utf-8"?>
<p:tagLst xmlns:a="http://schemas.openxmlformats.org/drawingml/2006/main" xmlns:r="http://schemas.openxmlformats.org/officeDocument/2006/relationships" xmlns:p="http://schemas.openxmlformats.org/presentationml/2006/main">
  <p:tag name="SHAPENAME" val="5. Source"/>
</p:tagLst>
</file>

<file path=ppt/tags/tag2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4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4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5. Source"/>
</p:tagLst>
</file>

<file path=ppt/tags/tag2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2.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5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5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9.xml><?xml version="1.0" encoding="utf-8"?>
<p:tagLst xmlns:a="http://schemas.openxmlformats.org/drawingml/2006/main" xmlns:r="http://schemas.openxmlformats.org/officeDocument/2006/relationships" xmlns:p="http://schemas.openxmlformats.org/presentationml/2006/main">
  <p:tag name="SHAPENAME" val="5. Source"/>
</p:tagLst>
</file>

<file path=ppt/tags/tag26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5.xml><?xml version="1.0" encoding="utf-8"?>
<p:tagLst xmlns:a="http://schemas.openxmlformats.org/drawingml/2006/main" xmlns:r="http://schemas.openxmlformats.org/officeDocument/2006/relationships" xmlns:p="http://schemas.openxmlformats.org/presentationml/2006/main">
  <p:tag name="SHAPENAME" val="5. Source"/>
</p:tagLst>
</file>

<file path=ppt/tags/tag26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SHAPENAME" val="LogoImage"/>
</p:tagLst>
</file>

<file path=ppt/tags/tag269.xml><?xml version="1.0" encoding="utf-8"?>
<p:tagLst xmlns:a="http://schemas.openxmlformats.org/drawingml/2006/main" xmlns:r="http://schemas.openxmlformats.org/officeDocument/2006/relationships" xmlns:p="http://schemas.openxmlformats.org/presentationml/2006/main">
  <p:tag name="SHAPENAME" val="5. Source"/>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1.xml><?xml version="1.0" encoding="utf-8"?>
<p:tagLst xmlns:a="http://schemas.openxmlformats.org/drawingml/2006/main" xmlns:r="http://schemas.openxmlformats.org/officeDocument/2006/relationships" xmlns:p="http://schemas.openxmlformats.org/presentationml/2006/main">
  <p:tag name="NAME" val="Sticky"/>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4.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275.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276.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277.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278.xml><?xml version="1.0" encoding="utf-8"?>
<p:tagLst xmlns:a="http://schemas.openxmlformats.org/drawingml/2006/main" xmlns:r="http://schemas.openxmlformats.org/officeDocument/2006/relationships" xmlns:p="http://schemas.openxmlformats.org/presentationml/2006/main">
  <p:tag name="NAME" val="CustomIcon"/>
</p:tagLst>
</file>

<file path=ppt/tags/tag279.xml><?xml version="1.0" encoding="utf-8"?>
<p:tagLst xmlns:a="http://schemas.openxmlformats.org/drawingml/2006/main" xmlns:r="http://schemas.openxmlformats.org/officeDocument/2006/relationships" xmlns:p="http://schemas.openxmlformats.org/presentationml/2006/main">
  <p:tag name="NAME" val="CustomIcon"/>
</p:tagLst>
</file>

<file path=ppt/tags/tag280.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281.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282.xml><?xml version="1.0" encoding="utf-8"?>
<p:tagLst xmlns:a="http://schemas.openxmlformats.org/drawingml/2006/main" xmlns:r="http://schemas.openxmlformats.org/officeDocument/2006/relationships" xmlns:p="http://schemas.openxmlformats.org/presentationml/2006/main">
  <p:tag name="NAME" val="TrackerNumBlue"/>
</p:tagLst>
</file>

<file path=ppt/tags/tag283.xml><?xml version="1.0" encoding="utf-8"?>
<p:tagLst xmlns:a="http://schemas.openxmlformats.org/drawingml/2006/main" xmlns:r="http://schemas.openxmlformats.org/officeDocument/2006/relationships" xmlns:p="http://schemas.openxmlformats.org/presentationml/2006/main">
  <p:tag name="NAME" val="TrackerNumBlue"/>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6.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87.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88.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89.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0.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1.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2.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3.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4.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5.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6.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7.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8.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299.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0.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1.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2.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3.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4.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5.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6.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7.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8.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09.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310.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11.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12.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13.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14.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15.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16.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17.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18.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19.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20.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21.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22.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23.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24.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25.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26.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27.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28.xml><?xml version="1.0" encoding="utf-8"?>
<p:tagLst xmlns:a="http://schemas.openxmlformats.org/drawingml/2006/main" xmlns:r="http://schemas.openxmlformats.org/officeDocument/2006/relationships" xmlns:p="http://schemas.openxmlformats.org/presentationml/2006/main">
  <p:tag name="NAME" val="CustomIcon"/>
</p:tagLst>
</file>

<file path=ppt/tags/tag329.xml><?xml version="1.0" encoding="utf-8"?>
<p:tagLst xmlns:a="http://schemas.openxmlformats.org/drawingml/2006/main" xmlns:r="http://schemas.openxmlformats.org/officeDocument/2006/relationships" xmlns:p="http://schemas.openxmlformats.org/presentationml/2006/main">
  <p:tag name="NAME" val="CustomIcon"/>
</p:tagLst>
</file>

<file path=ppt/tags/tag330.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31.xml><?xml version="1.0" encoding="utf-8"?>
<p:tagLst xmlns:a="http://schemas.openxmlformats.org/drawingml/2006/main" xmlns:r="http://schemas.openxmlformats.org/officeDocument/2006/relationships" xmlns:p="http://schemas.openxmlformats.org/presentationml/2006/main">
  <p:tag name="NAME" val="Sticky"/>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4.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35.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36.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37.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338.xml><?xml version="1.0" encoding="utf-8"?>
<p:tagLst xmlns:a="http://schemas.openxmlformats.org/drawingml/2006/main" xmlns:r="http://schemas.openxmlformats.org/officeDocument/2006/relationships" xmlns:p="http://schemas.openxmlformats.org/presentationml/2006/main">
  <p:tag name="NAME" val="CustomIcon"/>
</p:tagLst>
</file>

<file path=ppt/tags/tag339.xml><?xml version="1.0" encoding="utf-8"?>
<p:tagLst xmlns:a="http://schemas.openxmlformats.org/drawingml/2006/main" xmlns:r="http://schemas.openxmlformats.org/officeDocument/2006/relationships" xmlns:p="http://schemas.openxmlformats.org/presentationml/2006/main">
  <p:tag name="NAME" val="CustomIcon"/>
</p:tagLst>
</file>

<file path=ppt/tags/tag340.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1.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2.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3.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4.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5.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6.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7.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8.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49.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50.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1.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2.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3.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4.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5.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6.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7.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8.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59.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60.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61.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62.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63.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64.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65.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66.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67.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68.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69.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70.xml><?xml version="1.0" encoding="utf-8"?>
<p:tagLst xmlns:a="http://schemas.openxmlformats.org/drawingml/2006/main" xmlns:r="http://schemas.openxmlformats.org/officeDocument/2006/relationships" xmlns:p="http://schemas.openxmlformats.org/presentationml/2006/main">
  <p:tag name="NAME" val="HeadingWithBodyText"/>
</p:tagLst>
</file>

<file path=ppt/tags/tag371.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72.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73.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74.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75.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76.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77.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78.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79.xml><?xml version="1.0" encoding="utf-8"?>
<p:tagLst xmlns:a="http://schemas.openxmlformats.org/drawingml/2006/main" xmlns:r="http://schemas.openxmlformats.org/officeDocument/2006/relationships" xmlns:p="http://schemas.openxmlformats.org/presentationml/2006/main">
  <p:tag name="NAME" val="Sticky"/>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1.xml><?xml version="1.0" encoding="utf-8"?>
<p:tagLst xmlns:a="http://schemas.openxmlformats.org/drawingml/2006/main" xmlns:r="http://schemas.openxmlformats.org/officeDocument/2006/relationships" xmlns:p="http://schemas.openxmlformats.org/presentationml/2006/main">
  <p:tag name="1LEVEL" val="0.2"/>
  <p:tag name="2LEVEL" val="0.1"/>
  <p:tag name="3LEVEL" val="0.05"/>
  <p:tag name="4LEVEL" val="0.03"/>
  <p:tag name="5LEVEL" val="0.01"/>
</p:tagLst>
</file>

<file path=ppt/tags/tag382.xml><?xml version="1.0" encoding="utf-8"?>
<p:tagLst xmlns:a="http://schemas.openxmlformats.org/drawingml/2006/main" xmlns:r="http://schemas.openxmlformats.org/officeDocument/2006/relationships" xmlns:p="http://schemas.openxmlformats.org/presentationml/2006/main">
  <p:tag name="1LEVEL" val="0.2"/>
  <p:tag name="2LEVEL" val="0.1"/>
  <p:tag name="3LEVEL" val="0.05"/>
  <p:tag name="4LEVEL" val="0.03"/>
  <p:tag name="5LEVEL" val="0.01"/>
</p:tagLst>
</file>

<file path=ppt/tags/tag383.xml><?xml version="1.0" encoding="utf-8"?>
<p:tagLst xmlns:a="http://schemas.openxmlformats.org/drawingml/2006/main" xmlns:r="http://schemas.openxmlformats.org/officeDocument/2006/relationships" xmlns:p="http://schemas.openxmlformats.org/presentationml/2006/main">
  <p:tag name="NAME" val="TrackerNum"/>
</p:tagLst>
</file>

<file path=ppt/tags/tag384.xml><?xml version="1.0" encoding="utf-8"?>
<p:tagLst xmlns:a="http://schemas.openxmlformats.org/drawingml/2006/main" xmlns:r="http://schemas.openxmlformats.org/officeDocument/2006/relationships" xmlns:p="http://schemas.openxmlformats.org/presentationml/2006/main">
  <p:tag name="NAME" val="TrackerNum"/>
</p:tagLst>
</file>

<file path=ppt/tags/tag385.xml><?xml version="1.0" encoding="utf-8"?>
<p:tagLst xmlns:a="http://schemas.openxmlformats.org/drawingml/2006/main" xmlns:r="http://schemas.openxmlformats.org/officeDocument/2006/relationships" xmlns:p="http://schemas.openxmlformats.org/presentationml/2006/main">
  <p:tag name="NAME" val="TrackerNum"/>
</p:tagLst>
</file>

<file path=ppt/tags/tag386.xml><?xml version="1.0" encoding="utf-8"?>
<p:tagLst xmlns:a="http://schemas.openxmlformats.org/drawingml/2006/main" xmlns:r="http://schemas.openxmlformats.org/officeDocument/2006/relationships" xmlns:p="http://schemas.openxmlformats.org/presentationml/2006/main">
  <p:tag name="NAME" val="TrackerNum"/>
</p:tagLst>
</file>

<file path=ppt/tags/tag387.xml><?xml version="1.0" encoding="utf-8"?>
<p:tagLst xmlns:a="http://schemas.openxmlformats.org/drawingml/2006/main" xmlns:r="http://schemas.openxmlformats.org/officeDocument/2006/relationships" xmlns:p="http://schemas.openxmlformats.org/presentationml/2006/main">
  <p:tag name="NAME" val="Sticky"/>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IzLXaymAUnNTo7q.zC6N5g"/>
</p:tagLst>
</file>

<file path=ppt/tags/tag390.xml><?xml version="1.0" encoding="utf-8"?>
<p:tagLst xmlns:a="http://schemas.openxmlformats.org/drawingml/2006/main" xmlns:r="http://schemas.openxmlformats.org/officeDocument/2006/relationships" xmlns:p="http://schemas.openxmlformats.org/presentationml/2006/main">
  <p:tag name="NAME" val="Sticky"/>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tIzLXaymAUnNTo7q.zC6N5g"/>
</p:tagLst>
</file>

<file path=ppt/tags/tag393.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94.xml><?xml version="1.0" encoding="utf-8"?>
<p:tagLst xmlns:a="http://schemas.openxmlformats.org/drawingml/2006/main" xmlns:r="http://schemas.openxmlformats.org/officeDocument/2006/relationships" xmlns:p="http://schemas.openxmlformats.org/presentationml/2006/main">
  <p:tag name="NAME" val="Sticky"/>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7.xml><?xml version="1.0" encoding="utf-8"?>
<p:tagLst xmlns:a="http://schemas.openxmlformats.org/drawingml/2006/main" xmlns:r="http://schemas.openxmlformats.org/officeDocument/2006/relationships" xmlns:p="http://schemas.openxmlformats.org/presentationml/2006/main">
  <p:tag name="NAME" val="CustomIcon"/>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1.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02.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03.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04.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05.xml><?xml version="1.0" encoding="utf-8"?>
<p:tagLst xmlns:a="http://schemas.openxmlformats.org/drawingml/2006/main" xmlns:r="http://schemas.openxmlformats.org/officeDocument/2006/relationships" xmlns:p="http://schemas.openxmlformats.org/presentationml/2006/main">
  <p:tag name="1LEVEL" val="3"/>
  <p:tag name="2LEVEL" val="1.5"/>
  <p:tag name="3LEVEL" val="0.75"/>
  <p:tag name="4LEVEL" val="0.38"/>
  <p:tag name="5LEVEL" val="0.19"/>
</p:tagLst>
</file>

<file path=ppt/tags/tag406.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07.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08.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09.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10.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11.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12.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13.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14.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15.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16.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17.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18.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19.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1.xml><?xml version="1.0" encoding="utf-8"?>
<p:tagLst xmlns:a="http://schemas.openxmlformats.org/drawingml/2006/main" xmlns:r="http://schemas.openxmlformats.org/officeDocument/2006/relationships" xmlns:p="http://schemas.openxmlformats.org/presentationml/2006/main">
  <p:tag name="NAME" val="CustomIcon"/>
</p:tagLst>
</file>

<file path=ppt/tags/tag422.xml><?xml version="1.0" encoding="utf-8"?>
<p:tagLst xmlns:a="http://schemas.openxmlformats.org/drawingml/2006/main" xmlns:r="http://schemas.openxmlformats.org/officeDocument/2006/relationships" xmlns:p="http://schemas.openxmlformats.org/presentationml/2006/main">
  <p:tag name="1LEVEL" val="3"/>
  <p:tag name="2LEVEL" val="1.5"/>
  <p:tag name="3LEVEL" val="0.75"/>
  <p:tag name="4LEVEL" val="0.38"/>
  <p:tag name="5LEVEL" val="0.19"/>
</p:tagLst>
</file>

<file path=ppt/tags/tag423.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24.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25.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26.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27.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28.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29.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30.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31.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32.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33.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34.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35.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36.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37.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38.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39.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40.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2.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43.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44.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45.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46.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47.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48.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49.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50.xml><?xml version="1.0" encoding="utf-8"?>
<p:tagLst xmlns:a="http://schemas.openxmlformats.org/drawingml/2006/main" xmlns:r="http://schemas.openxmlformats.org/officeDocument/2006/relationships" xmlns:p="http://schemas.openxmlformats.org/presentationml/2006/main">
  <p:tag name="1LEVEL" val="3"/>
  <p:tag name="2LEVEL" val="1.5"/>
  <p:tag name="3LEVEL" val="0.75"/>
  <p:tag name="4LEVEL" val="0.38"/>
  <p:tag name="5LEVEL" val="0.19"/>
</p:tagLst>
</file>

<file path=ppt/tags/tag451.xml><?xml version="1.0" encoding="utf-8"?>
<p:tagLst xmlns:a="http://schemas.openxmlformats.org/drawingml/2006/main" xmlns:r="http://schemas.openxmlformats.org/officeDocument/2006/relationships" xmlns:p="http://schemas.openxmlformats.org/presentationml/2006/main">
  <p:tag name="NAME" val="CustomIcon"/>
</p:tagLst>
</file>

<file path=ppt/tags/tag452.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53.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54.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55.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56.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57.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58.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59.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60.xml><?xml version="1.0" encoding="utf-8"?>
<p:tagLst xmlns:a="http://schemas.openxmlformats.org/drawingml/2006/main" xmlns:r="http://schemas.openxmlformats.org/officeDocument/2006/relationships" xmlns:p="http://schemas.openxmlformats.org/presentationml/2006/main">
  <p:tag name="1LEVEL" val="6"/>
  <p:tag name="2LEVEL" val="3"/>
  <p:tag name="3LEVEL" val="1.5"/>
  <p:tag name="4LEVEL" val="0.75"/>
  <p:tag name="5LEVEL" val="0.38"/>
</p:tagLst>
</file>

<file path=ppt/tags/tag461.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5.xml><?xml version="1.0" encoding="utf-8"?>
<p:tagLst xmlns:a="http://schemas.openxmlformats.org/drawingml/2006/main" xmlns:r="http://schemas.openxmlformats.org/officeDocument/2006/relationships" xmlns:p="http://schemas.openxmlformats.org/presentationml/2006/main">
  <p:tag name="NAME" val="LineSeparatorDefault"/>
</p:tagLst>
</file>

<file path=ppt/tags/tag466.xml><?xml version="1.0" encoding="utf-8"?>
<p:tagLst xmlns:a="http://schemas.openxmlformats.org/drawingml/2006/main" xmlns:r="http://schemas.openxmlformats.org/officeDocument/2006/relationships" xmlns:p="http://schemas.openxmlformats.org/presentationml/2006/main">
  <p:tag name="NAME" val="LineSeparatorDefault"/>
</p:tagLst>
</file>

<file path=ppt/theme/theme1.xml><?xml version="1.0" encoding="utf-8"?>
<a:theme xmlns:a="http://schemas.openxmlformats.org/drawingml/2006/main" name="Default Theme">
  <a:themeElements>
    <a:clrScheme name="Custom 10">
      <a:dk1>
        <a:srgbClr val="000000"/>
      </a:dk1>
      <a:lt1>
        <a:srgbClr val="FFFFFF"/>
      </a:lt1>
      <a:dk2>
        <a:srgbClr val="FFFFFF"/>
      </a:dk2>
      <a:lt2>
        <a:srgbClr val="FFFFFF"/>
      </a:lt2>
      <a:accent1>
        <a:srgbClr val="051C2C"/>
      </a:accent1>
      <a:accent2>
        <a:srgbClr val="00A9F4"/>
      </a:accent2>
      <a:accent3>
        <a:srgbClr val="2251FF"/>
      </a:accent3>
      <a:accent4>
        <a:srgbClr val="AAE6F0"/>
      </a:accent4>
      <a:accent5>
        <a:srgbClr val="3C96B4"/>
      </a:accent5>
      <a:accent6>
        <a:srgbClr val="AFC3FF"/>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Electric Blue">
      <a:srgbClr val="2251FF"/>
    </a:custClr>
    <a:custClr name="Cyan">
      <a:srgbClr val="00A9F4"/>
    </a:custClr>
    <a:custClr name="Pale Blue">
      <a:srgbClr val="6DC1DB"/>
    </a:custClr>
    <a:custClr name="Super Light Gray">
      <a:srgbClr val="D0D0D0"/>
    </a:custClr>
    <a:custClr name="Pink">
      <a:srgbClr val="E8BDAD"/>
    </a:custClr>
    <a:custClr name="Orange">
      <a:srgbClr val="FAA082"/>
    </a:custClr>
    <a:custClr name="Red">
      <a:srgbClr val="E5546C"/>
    </a:custClr>
    <a:custClr name="Null">
      <a:srgbClr val="FEFFFF"/>
    </a:custClr>
    <a:custClr name="Null">
      <a:srgbClr val="FEFFFF"/>
    </a:custClr>
    <a:custClr name="Null">
      <a:srgbClr val="FEFFFF"/>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EFFFF"/>
    </a:custClr>
    <a:custClr name="Null">
      <a:srgbClr val="FEFFFF"/>
    </a:custClr>
    <a:custClr name="Null">
      <a:srgbClr val="FEFFFF"/>
    </a:custClr>
    <a:custClr name="Null">
      <a:srgbClr val="FEFFFF"/>
    </a:custClr>
    <a:custClr name="Null">
      <a:srgbClr val="FE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Default Theme" id="{95D2CFC3-B3F8-4CED-8640-39E68F7B5A4F}" vid="{0F188D2E-99C2-4F24-816D-492017947B7E}"/>
    </a:ext>
  </a:extLst>
</a:theme>
</file>

<file path=ppt/theme/theme2.xml><?xml version="1.0" encoding="utf-8"?>
<a:theme xmlns:a="http://schemas.openxmlformats.org/drawingml/2006/main" name="Contrast">
  <a:themeElements>
    <a:clrScheme name="Custom 18">
      <a:dk1>
        <a:srgbClr val="FFFFFF"/>
      </a:dk1>
      <a:lt1>
        <a:srgbClr val="051C2C"/>
      </a:lt1>
      <a:dk2>
        <a:srgbClr val="000000"/>
      </a:dk2>
      <a:lt2>
        <a:srgbClr val="000000"/>
      </a:lt2>
      <a:accent1>
        <a:srgbClr val="FFFFFF"/>
      </a:accent1>
      <a:accent2>
        <a:srgbClr val="00A9F4"/>
      </a:accent2>
      <a:accent3>
        <a:srgbClr val="2251FF"/>
      </a:accent3>
      <a:accent4>
        <a:srgbClr val="AAE6F0"/>
      </a:accent4>
      <a:accent5>
        <a:srgbClr val="3C96B4"/>
      </a:accent5>
      <a:accent6>
        <a:srgbClr val="AFC3FF"/>
      </a:accent6>
      <a:hlink>
        <a:srgbClr val="00A9F4"/>
      </a:hlink>
      <a:folHlink>
        <a:srgbClr val="8C5AC8"/>
      </a:folHlink>
    </a:clrScheme>
    <a:fontScheme name="Scheme Blu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1F40E6"/>
        </a:accent3>
        <a:accent4>
          <a:srgbClr val="AAE6F0"/>
        </a:accent4>
        <a:accent5>
          <a:srgbClr val="3C96B4"/>
        </a:accent5>
        <a:accent6>
          <a:srgbClr val="AFC3FF"/>
        </a:accent6>
        <a:hlink>
          <a:srgbClr val="00A9F4"/>
        </a:hlink>
        <a:folHlink>
          <a:srgbClr val="8C5AC8"/>
        </a:folHlink>
      </a:clrScheme>
    </a:extraClrScheme>
  </a:extraClrSchemeLst>
  <a:custClrLst>
    <a:custClr name="Electric Blue">
      <a:srgbClr val="2251FF"/>
    </a:custClr>
    <a:custClr name="Cyan">
      <a:srgbClr val="00A9F4"/>
    </a:custClr>
    <a:custClr name="Pale Blue">
      <a:srgbClr val="6DC1DB"/>
    </a:custClr>
    <a:custClr name="Super Light Gray">
      <a:srgbClr val="D0D0D0"/>
    </a:custClr>
    <a:custClr name="Pink">
      <a:srgbClr val="E8BDAD"/>
    </a:custClr>
    <a:custClr name="Orange">
      <a:srgbClr val="FAA082"/>
    </a:custClr>
    <a:custClr name="Red">
      <a:srgbClr val="E5546C"/>
    </a:custClr>
    <a:custClr name="Null">
      <a:srgbClr val="FEFFFF"/>
    </a:custClr>
    <a:custClr name="Null">
      <a:srgbClr val="FEFFFF"/>
    </a:custClr>
    <a:custClr name="Null">
      <a:srgbClr val="FEFFFF"/>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EFFFF"/>
    </a:custClr>
    <a:custClr name="Null">
      <a:srgbClr val="FEFFFF"/>
    </a:custClr>
    <a:custClr name="Null">
      <a:srgbClr val="FEFFFF"/>
    </a:custClr>
    <a:custClr name="Null">
      <a:srgbClr val="FEFFFF"/>
    </a:custClr>
    <a:custClr name="Null">
      <a:srgbClr val="FEFFFF"/>
    </a:custClr>
    <a:custClr name="Linear 1 (White)">
      <a:srgbClr val="FFFFFF"/>
    </a:custClr>
    <a:custClr name="Linear 2 (Pale Blue)">
      <a:srgbClr val="AAE6F0"/>
    </a:custClr>
    <a:custClr name="Linear 3">
      <a:srgbClr val="71D2F1"/>
    </a:custClr>
    <a:custClr name="Linear 4">
      <a:srgbClr val="39BDF3"/>
    </a:custClr>
    <a:custClr name="Linear 5 (Cyan)">
      <a:srgbClr val="00A9F4"/>
    </a:custClr>
    <a:custClr name="Linear 6">
      <a:srgbClr val="027AB1"/>
    </a:custClr>
    <a:custClr name="Linear 7">
      <a:srgbClr val="034B6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Presentation2" id="{A302B4F8-5EA8-44D8-88B5-0EA8D055C305}" vid="{4E26EAA2-60E8-4D71-A419-C6F584D0041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4107E7DE32DD44B8236296E3B2E6AD" ma:contentTypeVersion="15" ma:contentTypeDescription="Create a new document." ma:contentTypeScope="" ma:versionID="0828c3c37e0605a86e7a7920582a5a5a">
  <xsd:schema xmlns:xsd="http://www.w3.org/2001/XMLSchema" xmlns:xs="http://www.w3.org/2001/XMLSchema" xmlns:p="http://schemas.microsoft.com/office/2006/metadata/properties" xmlns:ns2="8b24369f-831f-4fcf-981e-6f0464e8fff4" xmlns:ns3="5911eebf-66c1-43b3-8c02-d7e243cae553" targetNamespace="http://schemas.microsoft.com/office/2006/metadata/properties" ma:root="true" ma:fieldsID="b663d4089f467f600092472824f808cb" ns2:_="" ns3:_="">
    <xsd:import namespace="8b24369f-831f-4fcf-981e-6f0464e8fff4"/>
    <xsd:import namespace="5911eebf-66c1-43b3-8c02-d7e243cae55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24369f-831f-4fcf-981e-6f0464e8ff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8eb3a52-a9ad-454e-96a1-46bb4cd16a8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11eebf-66c1-43b3-8c02-d7e243cae55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06e5898-76ef-4a5a-9c35-4fc8c2fb078e}" ma:internalName="TaxCatchAll" ma:showField="CatchAllData" ma:web="5911eebf-66c1-43b3-8c02-d7e243cae553">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b24369f-831f-4fcf-981e-6f0464e8fff4">
      <Terms xmlns="http://schemas.microsoft.com/office/infopath/2007/PartnerControls"/>
    </lcf76f155ced4ddcb4097134ff3c332f>
    <TaxCatchAll xmlns="5911eebf-66c1-43b3-8c02-d7e243cae553" xsi:nil="true"/>
  </documentManagement>
</p:properties>
</file>

<file path=customXml/itemProps1.xml><?xml version="1.0" encoding="utf-8"?>
<ds:datastoreItem xmlns:ds="http://schemas.openxmlformats.org/officeDocument/2006/customXml" ds:itemID="{6494A4D1-F4C0-45F7-8502-3AF52CA8B2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24369f-831f-4fcf-981e-6f0464e8fff4"/>
    <ds:schemaRef ds:uri="5911eebf-66c1-43b3-8c02-d7e243cae5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6876E4-AF07-4C9D-943D-E4C155958367}">
  <ds:schemaRefs>
    <ds:schemaRef ds:uri="http://schemas.microsoft.com/sharepoint/v3/contenttype/forms"/>
  </ds:schemaRefs>
</ds:datastoreItem>
</file>

<file path=customXml/itemProps3.xml><?xml version="1.0" encoding="utf-8"?>
<ds:datastoreItem xmlns:ds="http://schemas.openxmlformats.org/officeDocument/2006/customXml" ds:itemID="{4CD436E8-97B0-4423-BCF2-D4A8E70D572F}">
  <ds:schemaRefs>
    <ds:schemaRef ds:uri="http://schemas.microsoft.com/office/2006/metadata/properties"/>
    <ds:schemaRef ds:uri="http://www.w3.org/XML/1998/namespace"/>
    <ds:schemaRef ds:uri="http://purl.org/dc/elements/1.1/"/>
    <ds:schemaRef ds:uri="http://schemas.microsoft.com/office/infopath/2007/PartnerControls"/>
    <ds:schemaRef ds:uri="http://schemas.microsoft.com/office/2006/documentManagement/types"/>
    <ds:schemaRef ds:uri="8b24369f-831f-4fcf-981e-6f0464e8fff4"/>
    <ds:schemaRef ds:uri="http://purl.org/dc/terms/"/>
    <ds:schemaRef ds:uri="http://schemas.openxmlformats.org/package/2006/metadata/core-properties"/>
    <ds:schemaRef ds:uri="5911eebf-66c1-43b3-8c02-d7e243cae553"/>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Default Theme</Template>
  <TotalTime>2761</TotalTime>
  <Words>3538</Words>
  <Application>Microsoft Macintosh PowerPoint</Application>
  <PresentationFormat>Widescreen</PresentationFormat>
  <Paragraphs>312</Paragraphs>
  <Slides>15</Slides>
  <Notes>7</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5" baseType="lpstr">
      <vt:lpstr>Arial</vt:lpstr>
      <vt:lpstr>Calibri</vt:lpstr>
      <vt:lpstr>Georgia</vt:lpstr>
      <vt:lpstr>Proximus</vt:lpstr>
      <vt:lpstr>Segoe UI</vt:lpstr>
      <vt:lpstr>Times New Roman</vt:lpstr>
      <vt:lpstr>Wingdings</vt:lpstr>
      <vt:lpstr>Default Theme</vt:lpstr>
      <vt:lpstr>Contrast</vt:lpstr>
      <vt:lpstr>think-cell Slide</vt:lpstr>
      <vt:lpstr>Full Stack Developer  Interview Guide (Medior / Senior)</vt:lpstr>
      <vt:lpstr>Structure of the interview process, and guiding principles</vt:lpstr>
      <vt:lpstr>Medior Full Stack Developer responsibilities and qualifications</vt:lpstr>
      <vt:lpstr>Senior Full Stack Developer responsibilities and qualifications</vt:lpstr>
      <vt:lpstr>Recruiter phone screen: interview questions &amp; assessment </vt:lpstr>
      <vt:lpstr>Round 1: Craft and Technical Domain Knowledge – interview questions</vt:lpstr>
      <vt:lpstr>Round 2: Cultural fit and leadership – interview questions</vt:lpstr>
      <vt:lpstr>FEEDBACK FORM </vt:lpstr>
      <vt:lpstr>BACKUP</vt:lpstr>
      <vt:lpstr>Engineering levels and expectations</vt:lpstr>
      <vt:lpstr>1. Engineering level – Junior Engineer</vt:lpstr>
      <vt:lpstr>2. Engineering level – Medior Engineer</vt:lpstr>
      <vt:lpstr>3. Engineering level – Senior Engineer</vt:lpstr>
      <vt:lpstr>Job advertisement template</vt:lpstr>
      <vt:lpstr>xCorp context and job advertisement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 Stack Developer  (Medior / Senior) Interview guide</dc:title>
  <dc:creator>Mathias Van Impe</dc:creator>
  <cp:lastModifiedBy>Mate Maczik</cp:lastModifiedBy>
  <cp:revision>20</cp:revision>
  <dcterms:created xsi:type="dcterms:W3CDTF">2023-08-31T08:34:55Z</dcterms:created>
  <dcterms:modified xsi:type="dcterms:W3CDTF">2024-06-06T08:20:08Z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0x010100604107E7DE32DD44B8236296E3B2E6AD</vt:lpwstr>
  </property>
</Properties>
</file>