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notesSlides/notesSlide1.xml" ContentType="application/vnd.openxmlformats-officedocument.presentationml.notesSlide+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2.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notesSlides/notesSlide3.xml" ContentType="application/vnd.openxmlformats-officedocument.presentationml.notesSlide+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notesSlides/notesSlide4.xml" ContentType="application/vnd.openxmlformats-officedocument.presentationml.notesSlide+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notesSlides/notesSlide5.xml" ContentType="application/vnd.openxmlformats-officedocument.presentationml.notesSlid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notesSlides/notesSlide6.xml" ContentType="application/vnd.openxmlformats-officedocument.presentationml.notesSlide+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notesSlides/notesSlide7.xml" ContentType="application/vnd.openxmlformats-officedocument.presentationml.notesSlide+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notesSlides/notesSlide8.xml" ContentType="application/vnd.openxmlformats-officedocument.presentationml.notesSlide+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notesSlides/notesSlide9.xml" ContentType="application/vnd.openxmlformats-officedocument.presentationml.notesSlide+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notesSlides/notesSlide10.xml" ContentType="application/vnd.openxmlformats-officedocument.presentationml.notesSlide+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notesSlides/notesSlide11.xml" ContentType="application/vnd.openxmlformats-officedocument.presentationml.notesSlide+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notesSlides/notesSlide12.xml" ContentType="application/vnd.openxmlformats-officedocument.presentationml.notesSlide+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notesSlides/notesSlide13.xml" ContentType="application/vnd.openxmlformats-officedocument.presentationml.notesSlide+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notesSlides/notesSlide14.xml" ContentType="application/vnd.openxmlformats-officedocument.presentationml.notesSlide+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notesSlides/notesSlide15.xml" ContentType="application/vnd.openxmlformats-officedocument.presentationml.notesSlide+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notesSlides/notesSlide16.xml" ContentType="application/vnd.openxmlformats-officedocument.presentationml.notesSlide+xml"/>
  <Override PartName="/ppt/tags/tag573.xml" ContentType="application/vnd.openxmlformats-officedocument.presentationml.tags+xml"/>
  <Override PartName="/ppt/tags/tag574.xml" ContentType="application/vnd.openxmlformats-officedocument.presentationml.tags+xml"/>
  <Override PartName="/ppt/notesSlides/notesSlide17.xml" ContentType="application/vnd.openxmlformats-officedocument.presentationml.notesSlide+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864" r:id="rId5"/>
    <p:sldMasterId id="2147483900" r:id="rId6"/>
  </p:sldMasterIdLst>
  <p:notesMasterIdLst>
    <p:notesMasterId r:id="rId31"/>
  </p:notesMasterIdLst>
  <p:handoutMasterIdLst>
    <p:handoutMasterId r:id="rId32"/>
  </p:handoutMasterIdLst>
  <p:sldIdLst>
    <p:sldId id="2147483641" r:id="rId7"/>
    <p:sldId id="2147483646" r:id="rId8"/>
    <p:sldId id="2147483647" r:id="rId9"/>
    <p:sldId id="261" r:id="rId10"/>
    <p:sldId id="2147482919" r:id="rId11"/>
    <p:sldId id="257" r:id="rId12"/>
    <p:sldId id="259" r:id="rId13"/>
    <p:sldId id="260" r:id="rId14"/>
    <p:sldId id="2147481972" r:id="rId15"/>
    <p:sldId id="2147473875" r:id="rId16"/>
    <p:sldId id="2147482000" r:id="rId17"/>
    <p:sldId id="263" r:id="rId18"/>
    <p:sldId id="2147481987" r:id="rId19"/>
    <p:sldId id="2147481930" r:id="rId20"/>
    <p:sldId id="2147481891" r:id="rId21"/>
    <p:sldId id="2147481959" r:id="rId22"/>
    <p:sldId id="2147481981" r:id="rId23"/>
    <p:sldId id="2147481916" r:id="rId24"/>
    <p:sldId id="264" r:id="rId25"/>
    <p:sldId id="256" r:id="rId26"/>
    <p:sldId id="258" r:id="rId27"/>
    <p:sldId id="2147481920" r:id="rId28"/>
    <p:sldId id="2147481982" r:id="rId29"/>
    <p:sldId id="2147481976" r:id="rId30"/>
  </p:sldIdLst>
  <p:sldSz cx="12192000" cy="6858000"/>
  <p:notesSz cx="7102475" cy="9388475"/>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0D0"/>
    <a:srgbClr val="051C2C"/>
    <a:srgbClr val="000000"/>
    <a:srgbClr val="7F7F7F"/>
    <a:srgbClr val="AFC3FF"/>
    <a:srgbClr val="0D3171"/>
    <a:srgbClr val="E6E6E6"/>
    <a:srgbClr val="4D4D4D"/>
    <a:srgbClr val="00A9F4"/>
    <a:srgbClr val="1F4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831CBF-A61C-454F-84A7-155543B6776B}" v="37" dt="2024-09-23T00:31:46.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23 September 2024</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23 September 2024</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September 2024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174106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Theinhardt Pan Light" panose="020B0404020101020102" pitchFamily="34" charset="0"/>
                <a:ea typeface="+mn-ea"/>
                <a:cs typeface="Theinhardt Pan Light" panose="020B0404020101020102"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Theinhardt Pan Light" panose="020B0404020101020102" pitchFamily="34" charset="0"/>
              <a:ea typeface="+mn-ea"/>
              <a:cs typeface="Theinhardt Pan Light" panose="020B0404020101020102" pitchFamily="34" charset="0"/>
            </a:endParaRPr>
          </a:p>
        </p:txBody>
      </p:sp>
    </p:spTree>
    <p:extLst>
      <p:ext uri="{BB962C8B-B14F-4D97-AF65-F5344CB8AC3E}">
        <p14:creationId xmlns:p14="http://schemas.microsoft.com/office/powerpoint/2010/main" val="1187217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23 September 2024</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5</a:t>
            </a:fld>
            <a:endParaRPr lang="en-US"/>
          </a:p>
        </p:txBody>
      </p:sp>
    </p:spTree>
    <p:extLst>
      <p:ext uri="{BB962C8B-B14F-4D97-AF65-F5344CB8AC3E}">
        <p14:creationId xmlns:p14="http://schemas.microsoft.com/office/powerpoint/2010/main" val="916763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23 September 2024</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6</a:t>
            </a:fld>
            <a:endParaRPr lang="en-US"/>
          </a:p>
        </p:txBody>
      </p:sp>
    </p:spTree>
    <p:extLst>
      <p:ext uri="{BB962C8B-B14F-4D97-AF65-F5344CB8AC3E}">
        <p14:creationId xmlns:p14="http://schemas.microsoft.com/office/powerpoint/2010/main" val="2115920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473" rtl="0" eaLnBrk="0" fontAlgn="base" latinLnBrk="0" hangingPunct="0">
              <a:lnSpc>
                <a:spcPct val="100000"/>
              </a:lnSpc>
              <a:spcBef>
                <a:spcPct val="0"/>
              </a:spcBef>
              <a:spcAft>
                <a:spcPct val="0"/>
              </a:spcAft>
              <a:buClr>
                <a:schemeClr val="tx2"/>
              </a:buClr>
              <a:buSzTx/>
              <a:buFontTx/>
              <a:buNone/>
              <a:tabLst/>
              <a:defRPr/>
            </a:pPr>
            <a:endParaRPr lang="en-US" sz="1800"/>
          </a:p>
        </p:txBody>
      </p:sp>
      <p:sp>
        <p:nvSpPr>
          <p:cNvPr id="4" name="Slide Number Placeholder 3"/>
          <p:cNvSpPr>
            <a:spLocks noGrp="1"/>
          </p:cNvSpPr>
          <p:nvPr>
            <p:ph type="sldNum" sz="quarter" idx="5"/>
          </p:nvPr>
        </p:nvSpPr>
        <p:spPr/>
        <p:txBody>
          <a:bodyPr/>
          <a:lstStyle/>
          <a:p>
            <a:pPr>
              <a:defRPr/>
            </a:pPr>
            <a:fld id="{3C3A632B-FBDE-46D4-BF6F-6D14421E6342}" type="slidenum">
              <a:rPr lang="en-US" smtClean="0"/>
              <a:pPr>
                <a:defRPr/>
              </a:pPr>
              <a:t>9</a:t>
            </a:fld>
            <a:endParaRPr lang="en-US"/>
          </a:p>
        </p:txBody>
      </p:sp>
    </p:spTree>
    <p:extLst>
      <p:ext uri="{BB962C8B-B14F-4D97-AF65-F5344CB8AC3E}">
        <p14:creationId xmlns:p14="http://schemas.microsoft.com/office/powerpoint/2010/main" val="3656024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250719" y="4530541"/>
            <a:ext cx="6647971" cy="5680529"/>
          </a:xfrm>
        </p:spPr>
        <p:txBody>
          <a:bodyPr/>
          <a:lstStyle/>
          <a:p>
            <a:pPr marL="0" marR="0" lvl="0" indent="0" algn="l" defTabSz="913473" rtl="0" eaLnBrk="0" fontAlgn="base" latinLnBrk="0" hangingPunct="0">
              <a:lnSpc>
                <a:spcPct val="100000"/>
              </a:lnSpc>
              <a:spcBef>
                <a:spcPct val="0"/>
              </a:spcBef>
              <a:spcAft>
                <a:spcPct val="0"/>
              </a:spcAft>
              <a:buClrTx/>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25822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250719" y="4530541"/>
            <a:ext cx="6647971" cy="10877337"/>
          </a:xfrm>
        </p:spPr>
        <p:txBody>
          <a:bodyPr/>
          <a:lstStyle/>
          <a:p>
            <a:pPr marL="0" marR="0" lvl="0" indent="0" algn="l" defTabSz="913473" rtl="0" eaLnBrk="0" fontAlgn="base" latinLnBrk="0" hangingPunct="0">
              <a:lnSpc>
                <a:spcPct val="100000"/>
              </a:lnSpc>
              <a:spcBef>
                <a:spcPct val="0"/>
              </a:spcBef>
              <a:spcAft>
                <a:spcPct val="0"/>
              </a:spcAft>
              <a:buClr>
                <a:schemeClr val="tx2"/>
              </a:buClr>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16738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735012" y="4518025"/>
            <a:ext cx="5632450" cy="10125849"/>
          </a:xfrm>
        </p:spPr>
        <p:txBody>
          <a:bodyPr/>
          <a:lstStyle/>
          <a:p>
            <a:pPr marL="0" marR="0" lvl="0" indent="0" algn="l" defTabSz="913473" rtl="0" eaLnBrk="0" fontAlgn="base" latinLnBrk="0" hangingPunct="0">
              <a:lnSpc>
                <a:spcPct val="100000"/>
              </a:lnSpc>
              <a:spcBef>
                <a:spcPct val="0"/>
              </a:spcBef>
              <a:spcAft>
                <a:spcPct val="0"/>
              </a:spcAft>
              <a:buClr>
                <a:schemeClr val="tx2"/>
              </a:buClr>
              <a:buSzTx/>
              <a:buFontTx/>
              <a:buNone/>
              <a:tabLst/>
              <a:defRPr/>
            </a:pPr>
            <a:endParaRPr lang="en-US" sz="1800" b="0">
              <a:latin typeface="+mn-lt"/>
              <a:ea typeface="SimSun" panose="02010600030101010101" pitchFamily="2" charset="-122"/>
            </a:endParaRPr>
          </a:p>
        </p:txBody>
      </p:sp>
      <p:sp>
        <p:nvSpPr>
          <p:cNvPr id="4" name="Date Placeholder 3"/>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DF34805-1F01-4BDA-A8CA-FCEA2B4BC8D0}" type="datetime3">
              <a:rPr kumimoji="0" lang="en-US" sz="1632"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23 September 2024</a:t>
            </a:fld>
            <a:endParaRPr kumimoji="0" lang="en-US" sz="1632"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F5EBCF4-26FC-4F76-8DA1-52FDDC328D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538581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735012" y="4518025"/>
            <a:ext cx="5632450" cy="2000548"/>
          </a:xfrm>
        </p:spPr>
        <p:txBody>
          <a:bodyPr/>
          <a:lstStyle/>
          <a:p>
            <a:endParaRPr lang="en-US" sz="1600"/>
          </a:p>
        </p:txBody>
      </p:sp>
      <p:sp>
        <p:nvSpPr>
          <p:cNvPr id="4" name="Date Placeholder 3"/>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DF34805-1F01-4BDA-A8CA-FCEA2B4BC8D0}" type="datetime3">
              <a:rPr kumimoji="0" lang="en-US" sz="1632"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23 September 2024</a:t>
            </a:fld>
            <a:endParaRPr kumimoji="0" lang="en-US" sz="1632"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F5EBCF4-26FC-4F76-8DA1-52FDDC328D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677845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250719" y="4530541"/>
            <a:ext cx="6647971" cy="2985433"/>
          </a:xfrm>
        </p:spPr>
        <p:txBody>
          <a:bodyPr/>
          <a:lstStyle/>
          <a:p>
            <a:pPr marL="0" marR="0" lvl="0" indent="0" algn="l" defTabSz="913473" rtl="0" eaLnBrk="0" fontAlgn="base" latinLnBrk="0" hangingPunct="0">
              <a:lnSpc>
                <a:spcPct val="100000"/>
              </a:lnSpc>
              <a:spcBef>
                <a:spcPct val="0"/>
              </a:spcBef>
              <a:spcAft>
                <a:spcPct val="0"/>
              </a:spcAft>
              <a:buClr>
                <a:schemeClr val="tx2"/>
              </a:buClr>
              <a:buSzTx/>
              <a:buFontTx/>
              <a:buNone/>
              <a:tabLst/>
              <a:defRPr/>
            </a:pPr>
            <a:endParaRPr kumimoji="0" lang="en-US" sz="1200" b="0" i="0" u="none" strike="noStrike" kern="1200" cap="none" spc="0" normalizeH="0" baseline="0" noProof="0">
              <a:ln>
                <a:noFill/>
              </a:ln>
              <a:solidFill>
                <a:srgbClr val="000000"/>
              </a:solidFill>
              <a:effectLst/>
              <a:uLnTx/>
              <a:uFillTx/>
              <a:latin typeface="Avenir LT Pro 45 Book"/>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68991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825" y="549275"/>
            <a:ext cx="6648450" cy="3740150"/>
          </a:xfrm>
        </p:spPr>
      </p:sp>
      <p:sp>
        <p:nvSpPr>
          <p:cNvPr id="3" name="Notes Placeholder 2"/>
          <p:cNvSpPr>
            <a:spLocks noGrp="1"/>
          </p:cNvSpPr>
          <p:nvPr>
            <p:ph type="body" idx="1"/>
          </p:nvPr>
        </p:nvSpPr>
        <p:spPr>
          <a:xfrm>
            <a:off x="250719" y="4530541"/>
            <a:ext cx="6647971" cy="8037072"/>
          </a:xfrm>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02708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250719" y="4530541"/>
            <a:ext cx="6647971" cy="8539389"/>
          </a:xfrm>
        </p:spPr>
        <p:txBody>
          <a:bodyPr/>
          <a:lstStyle/>
          <a:p>
            <a:endParaRPr lang="en-US" sz="1632" b="0" u="none" kern="1200">
              <a:solidFill>
                <a:schemeClr val="tx1"/>
              </a:solidFill>
              <a:latin typeface="Arial" charset="0"/>
              <a:ea typeface="+mn-ea"/>
              <a:cs typeface="+mn-cs"/>
            </a:endParaRPr>
          </a:p>
        </p:txBody>
      </p:sp>
      <p:sp>
        <p:nvSpPr>
          <p:cNvPr id="4" name="Date Placeholder 3"/>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B8FA232-F7E5-4DEB-B5CA-A3CEBD711A1E}" type="datetime3">
              <a:rPr kumimoji="0" lang="en-US" sz="1632"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23 September 2024</a:t>
            </a:fld>
            <a:endParaRPr kumimoji="0" lang="en-US" sz="1632"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F5EBCF4-26FC-4F76-8DA1-52FDDC328D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75445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735012" y="4518025"/>
            <a:ext cx="5632450" cy="6370975"/>
          </a:xfrm>
        </p:spPr>
        <p:txBody>
          <a:bodyPr/>
          <a:lstStyle/>
          <a:p>
            <a:endParaRPr lang="en-US" sz="1800" b="0"/>
          </a:p>
        </p:txBody>
      </p:sp>
      <p:sp>
        <p:nvSpPr>
          <p:cNvPr id="4" name="Date Placeholder 3"/>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B8FA232-F7E5-4DEB-B5CA-A3CEBD711A1E}" type="datetime3">
              <a:rPr kumimoji="0" lang="en-US" sz="1632"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23 September 2024</a:t>
            </a:fld>
            <a:endParaRPr kumimoji="0" lang="en-US" sz="1632"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F5EBCF4-26FC-4F76-8DA1-52FDDC328D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625670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250719" y="4530541"/>
            <a:ext cx="6647971" cy="5175584"/>
          </a:xfrm>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178532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735012" y="4518025"/>
            <a:ext cx="5632450" cy="10125849"/>
          </a:xfrm>
        </p:spPr>
        <p:txBody>
          <a:bodyPr/>
          <a:lstStyle/>
          <a:p>
            <a:pPr marL="0" marR="0" lvl="0" indent="0" algn="l" defTabSz="913473" rtl="0" eaLnBrk="0" fontAlgn="base" latinLnBrk="0" hangingPunct="0">
              <a:lnSpc>
                <a:spcPct val="100000"/>
              </a:lnSpc>
              <a:spcBef>
                <a:spcPct val="0"/>
              </a:spcBef>
              <a:spcAft>
                <a:spcPct val="0"/>
              </a:spcAft>
              <a:buClr>
                <a:schemeClr val="tx2"/>
              </a:buClr>
              <a:buSzTx/>
              <a:buFontTx/>
              <a:buNone/>
              <a:tabLst/>
              <a:defRPr/>
            </a:pPr>
            <a:endParaRPr lang="en-US" sz="1800" b="0">
              <a:latin typeface="+mn-lt"/>
              <a:ea typeface="SimSun" panose="02010600030101010101" pitchFamily="2" charset="-122"/>
            </a:endParaRPr>
          </a:p>
        </p:txBody>
      </p:sp>
      <p:sp>
        <p:nvSpPr>
          <p:cNvPr id="4" name="Date Placeholder 3"/>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DF34805-1F01-4BDA-A8CA-FCEA2B4BC8D0}" type="datetime3">
              <a:rPr kumimoji="0" lang="en-US" sz="1632"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23 September 2024</a:t>
            </a:fld>
            <a:endParaRPr kumimoji="0" lang="en-US" sz="1632"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F5EBCF4-26FC-4F76-8DA1-52FDDC328D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973386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250719" y="4530541"/>
            <a:ext cx="6647971" cy="6518772"/>
          </a:xfrm>
        </p:spPr>
        <p:txBody>
          <a:bodyPr/>
          <a:lstStyle/>
          <a:p>
            <a:pPr marL="119853" lvl="1" indent="0">
              <a:buClrTx/>
              <a:buFont typeface="Arial" panose="020B0604020202020204" pitchFamily="34" charset="0"/>
              <a:buNone/>
            </a:pPr>
            <a:endParaRPr lang="en-US" sz="1800" b="0" u="none"/>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108429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33333"/>
              </a:solidFill>
              <a:effectLst/>
              <a:latin typeface="__PrimaryFont_2f57b1"/>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80BC64-FCC6-4E87-B68D-7B641DAA5C2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0328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September 2024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31570201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4.sv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3.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2.jpeg"/><Relationship Id="rId5" Type="http://schemas.openxmlformats.org/officeDocument/2006/relationships/tags" Target="../tags/tag27.xml"/><Relationship Id="rId15" Type="http://schemas.openxmlformats.org/officeDocument/2006/relationships/image" Target="../media/image5.emf"/><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1.emf"/><Relationship Id="rId4" Type="http://schemas.openxmlformats.org/officeDocument/2006/relationships/tags" Target="../tags/tag35.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1.xml"/><Relationship Id="rId4" Type="http://schemas.openxmlformats.org/officeDocument/2006/relationships/tags" Target="../tags/tag42.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9.xml"/><Relationship Id="rId7"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10" Type="http://schemas.openxmlformats.org/officeDocument/2006/relationships/image" Target="../media/image6.emf"/><Relationship Id="rId4" Type="http://schemas.openxmlformats.org/officeDocument/2006/relationships/tags" Target="../tags/tag56.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emf"/><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oleObject" Target="../embeddings/oleObject6.bin"/><Relationship Id="rId5" Type="http://schemas.openxmlformats.org/officeDocument/2006/relationships/tags" Target="../tags/tag64.xml"/><Relationship Id="rId10" Type="http://schemas.openxmlformats.org/officeDocument/2006/relationships/slideMaster" Target="../slideMasters/slideMaster1.xml"/><Relationship Id="rId4" Type="http://schemas.openxmlformats.org/officeDocument/2006/relationships/tags" Target="../tags/tag63.xml"/><Relationship Id="rId9" Type="http://schemas.openxmlformats.org/officeDocument/2006/relationships/tags" Target="../tags/tag68.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oleObject" Target="../embeddings/oleObject7.bin"/><Relationship Id="rId5" Type="http://schemas.openxmlformats.org/officeDocument/2006/relationships/tags" Target="../tags/tag73.xml"/><Relationship Id="rId10" Type="http://schemas.openxmlformats.org/officeDocument/2006/relationships/slideMaster" Target="../slideMasters/slideMaster1.xml"/><Relationship Id="rId4" Type="http://schemas.openxmlformats.org/officeDocument/2006/relationships/tags" Target="../tags/tag72.xml"/><Relationship Id="rId9" Type="http://schemas.openxmlformats.org/officeDocument/2006/relationships/tags" Target="../tags/tag77.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emf"/><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oleObject" Target="../embeddings/oleObject8.bin"/><Relationship Id="rId5" Type="http://schemas.openxmlformats.org/officeDocument/2006/relationships/tags" Target="../tags/tag82.xml"/><Relationship Id="rId10" Type="http://schemas.openxmlformats.org/officeDocument/2006/relationships/slideMaster" Target="../slideMasters/slideMaster1.xml"/><Relationship Id="rId4" Type="http://schemas.openxmlformats.org/officeDocument/2006/relationships/tags" Target="../tags/tag81.xml"/><Relationship Id="rId9" Type="http://schemas.openxmlformats.org/officeDocument/2006/relationships/tags" Target="../tags/tag86.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7.emf"/><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oleObject" Target="../embeddings/oleObject9.bin"/><Relationship Id="rId5" Type="http://schemas.openxmlformats.org/officeDocument/2006/relationships/tags" Target="../tags/tag91.xml"/><Relationship Id="rId10" Type="http://schemas.openxmlformats.org/officeDocument/2006/relationships/slideMaster" Target="../slideMasters/slideMaster1.xml"/><Relationship Id="rId4" Type="http://schemas.openxmlformats.org/officeDocument/2006/relationships/tags" Target="../tags/tag90.xml"/><Relationship Id="rId9" Type="http://schemas.openxmlformats.org/officeDocument/2006/relationships/tags" Target="../tags/tag95.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emf"/><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oleObject" Target="../embeddings/oleObject10.bin"/><Relationship Id="rId5" Type="http://schemas.openxmlformats.org/officeDocument/2006/relationships/tags" Target="../tags/tag100.xml"/><Relationship Id="rId10" Type="http://schemas.openxmlformats.org/officeDocument/2006/relationships/slideMaster" Target="../slideMasters/slideMaster1.xml"/><Relationship Id="rId4" Type="http://schemas.openxmlformats.org/officeDocument/2006/relationships/tags" Target="../tags/tag99.xml"/><Relationship Id="rId9" Type="http://schemas.openxmlformats.org/officeDocument/2006/relationships/tags" Target="../tags/tag10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Master" Target="../slideMasters/slideMaster1.xml"/><Relationship Id="rId5" Type="http://schemas.openxmlformats.org/officeDocument/2006/relationships/tags" Target="../tags/tag109.xml"/><Relationship Id="rId4" Type="http://schemas.openxmlformats.org/officeDocument/2006/relationships/tags" Target="../tags/tag10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Master" Target="../slideMasters/slideMaster1.xml"/><Relationship Id="rId4" Type="http://schemas.openxmlformats.org/officeDocument/2006/relationships/tags" Target="../tags/tag113.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tags" Target="../tags/tag116.xml"/><Relationship Id="rId7" Type="http://schemas.openxmlformats.org/officeDocument/2006/relationships/image" Target="../media/image8.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2.jpeg"/><Relationship Id="rId5" Type="http://schemas.openxmlformats.org/officeDocument/2006/relationships/slideMaster" Target="../slideMasters/slideMaster1.xml"/><Relationship Id="rId10" Type="http://schemas.openxmlformats.org/officeDocument/2006/relationships/image" Target="../media/image5.emf"/><Relationship Id="rId4" Type="http://schemas.openxmlformats.org/officeDocument/2006/relationships/tags" Target="../tags/tag117.xml"/><Relationship Id="rId9" Type="http://schemas.openxmlformats.org/officeDocument/2006/relationships/oleObject" Target="../embeddings/oleObject11.bin"/></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4.svg"/><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3.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2.jpeg"/><Relationship Id="rId5" Type="http://schemas.openxmlformats.org/officeDocument/2006/relationships/tags" Target="../tags/tag143.xml"/><Relationship Id="rId15" Type="http://schemas.openxmlformats.org/officeDocument/2006/relationships/image" Target="../media/image5.emf"/><Relationship Id="rId10" Type="http://schemas.openxmlformats.org/officeDocument/2006/relationships/slideMaster" Target="../slideMasters/slideMaster2.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oleObject" Target="../embeddings/oleObject13.bin"/></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10" Type="http://schemas.openxmlformats.org/officeDocument/2006/relationships/image" Target="../media/image1.emf"/><Relationship Id="rId4" Type="http://schemas.openxmlformats.org/officeDocument/2006/relationships/tags" Target="../tags/tag151.xml"/><Relationship Id="rId9" Type="http://schemas.openxmlformats.org/officeDocument/2006/relationships/oleObject" Target="../embeddings/oleObject14.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Master" Target="../slideMasters/slideMaster2.xml"/><Relationship Id="rId4" Type="http://schemas.openxmlformats.org/officeDocument/2006/relationships/tags" Target="../tags/tag15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Master" Target="../slideMasters/slideMaster2.xml"/><Relationship Id="rId4" Type="http://schemas.openxmlformats.org/officeDocument/2006/relationships/tags" Target="../tags/tag162.xml"/></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tags" Target="../tags/tag165.xml"/><Relationship Id="rId7" Type="http://schemas.openxmlformats.org/officeDocument/2006/relationships/slideMaster" Target="../slideMasters/slideMaster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5" Type="http://schemas.openxmlformats.org/officeDocument/2006/relationships/tags" Target="../tags/tag173.xml"/><Relationship Id="rId10" Type="http://schemas.openxmlformats.org/officeDocument/2006/relationships/image" Target="../media/image6.emf"/><Relationship Id="rId4" Type="http://schemas.openxmlformats.org/officeDocument/2006/relationships/tags" Target="../tags/tag172.xml"/><Relationship Id="rId9" Type="http://schemas.openxmlformats.org/officeDocument/2006/relationships/oleObject" Target="../embeddings/oleObject16.bin"/></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1.emf"/><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oleObject" Target="../embeddings/oleObject17.bin"/><Relationship Id="rId5" Type="http://schemas.openxmlformats.org/officeDocument/2006/relationships/tags" Target="../tags/tag180.xml"/><Relationship Id="rId10" Type="http://schemas.openxmlformats.org/officeDocument/2006/relationships/slideMaster" Target="../slideMasters/slideMaster2.xml"/><Relationship Id="rId4" Type="http://schemas.openxmlformats.org/officeDocument/2006/relationships/tags" Target="../tags/tag179.xml"/><Relationship Id="rId9" Type="http://schemas.openxmlformats.org/officeDocument/2006/relationships/tags" Target="../tags/tag184.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image" Target="../media/image1.emf"/><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oleObject" Target="../embeddings/oleObject18.bin"/><Relationship Id="rId5" Type="http://schemas.openxmlformats.org/officeDocument/2006/relationships/tags" Target="../tags/tag189.xml"/><Relationship Id="rId10" Type="http://schemas.openxmlformats.org/officeDocument/2006/relationships/slideMaster" Target="../slideMasters/slideMaster2.xml"/><Relationship Id="rId4" Type="http://schemas.openxmlformats.org/officeDocument/2006/relationships/tags" Target="../tags/tag188.xml"/><Relationship Id="rId9" Type="http://schemas.openxmlformats.org/officeDocument/2006/relationships/tags" Target="../tags/tag19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0.emf"/><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oleObject" Target="../embeddings/oleObject19.bin"/><Relationship Id="rId5" Type="http://schemas.openxmlformats.org/officeDocument/2006/relationships/tags" Target="../tags/tag198.xml"/><Relationship Id="rId10" Type="http://schemas.openxmlformats.org/officeDocument/2006/relationships/slideMaster" Target="../slideMasters/slideMaster2.xml"/><Relationship Id="rId4" Type="http://schemas.openxmlformats.org/officeDocument/2006/relationships/tags" Target="../tags/tag197.xml"/><Relationship Id="rId9" Type="http://schemas.openxmlformats.org/officeDocument/2006/relationships/tags" Target="../tags/tag20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20.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0.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1.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10.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2.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3.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1.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4.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Master" Target="../slideMasters/slideMaster2.xml"/><Relationship Id="rId5" Type="http://schemas.openxmlformats.org/officeDocument/2006/relationships/tags" Target="../tags/tag252.xml"/><Relationship Id="rId4" Type="http://schemas.openxmlformats.org/officeDocument/2006/relationships/tags" Target="../tags/tag25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slideMaster" Target="../slideMasters/slideMaster2.xml"/><Relationship Id="rId4" Type="http://schemas.openxmlformats.org/officeDocument/2006/relationships/tags" Target="../tags/tag256.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tags" Target="../tags/tag259.xml"/><Relationship Id="rId7" Type="http://schemas.openxmlformats.org/officeDocument/2006/relationships/image" Target="../media/image8.png"/><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image" Target="../media/image2.jpeg"/><Relationship Id="rId5" Type="http://schemas.openxmlformats.org/officeDocument/2006/relationships/slideMaster" Target="../slideMasters/slideMaster2.xml"/><Relationship Id="rId10" Type="http://schemas.openxmlformats.org/officeDocument/2006/relationships/image" Target="../media/image5.emf"/><Relationship Id="rId4" Type="http://schemas.openxmlformats.org/officeDocument/2006/relationships/tags" Target="../tags/tag260.xml"/><Relationship Id="rId9" Type="http://schemas.openxmlformats.org/officeDocument/2006/relationships/oleObject" Target="../embeddings/oleObject25.bin"/></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image" Target="../media/image5.emf"/><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oleObject" Target="../embeddings/oleObject27.bin"/><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image" Target="../media/image12.svg"/><Relationship Id="rId5" Type="http://schemas.openxmlformats.org/officeDocument/2006/relationships/tags" Target="../tags/tag286.xml"/><Relationship Id="rId10" Type="http://schemas.openxmlformats.org/officeDocument/2006/relationships/image" Target="../media/image11.png"/><Relationship Id="rId4" Type="http://schemas.openxmlformats.org/officeDocument/2006/relationships/tags" Target="../tags/tag285.xml"/><Relationship Id="rId9"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 Id="rId5" Type="http://schemas.openxmlformats.org/officeDocument/2006/relationships/slideMaster" Target="../slideMasters/slideMaster3.xml"/><Relationship Id="rId4" Type="http://schemas.openxmlformats.org/officeDocument/2006/relationships/tags" Target="../tags/tag293.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301.xml"/><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image" Target="../media/image1.emf"/><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oleObject" Target="../embeddings/oleObject28.bin"/><Relationship Id="rId5" Type="http://schemas.openxmlformats.org/officeDocument/2006/relationships/tags" Target="../tags/tag298.xml"/><Relationship Id="rId10" Type="http://schemas.openxmlformats.org/officeDocument/2006/relationships/slideMaster" Target="../slideMasters/slideMaster3.xml"/><Relationship Id="rId4" Type="http://schemas.openxmlformats.org/officeDocument/2006/relationships/tags" Target="../tags/tag297.xml"/><Relationship Id="rId9" Type="http://schemas.openxmlformats.org/officeDocument/2006/relationships/tags" Target="../tags/tag30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310.xml"/><Relationship Id="rId3" Type="http://schemas.openxmlformats.org/officeDocument/2006/relationships/tags" Target="../tags/tag305.xml"/><Relationship Id="rId7" Type="http://schemas.openxmlformats.org/officeDocument/2006/relationships/tags" Target="../tags/tag309.xml"/><Relationship Id="rId12" Type="http://schemas.openxmlformats.org/officeDocument/2006/relationships/image" Target="../media/image1.emf"/><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tags" Target="../tags/tag308.xml"/><Relationship Id="rId11" Type="http://schemas.openxmlformats.org/officeDocument/2006/relationships/oleObject" Target="../embeddings/oleObject29.bin"/><Relationship Id="rId5" Type="http://schemas.openxmlformats.org/officeDocument/2006/relationships/tags" Target="../tags/tag307.xml"/><Relationship Id="rId10" Type="http://schemas.openxmlformats.org/officeDocument/2006/relationships/slideMaster" Target="../slideMasters/slideMaster3.xml"/><Relationship Id="rId4" Type="http://schemas.openxmlformats.org/officeDocument/2006/relationships/tags" Target="../tags/tag306.xml"/><Relationship Id="rId9" Type="http://schemas.openxmlformats.org/officeDocument/2006/relationships/tags" Target="../tags/tag31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FB5CAFB0-12DB-3ECB-96AD-62B18CAF3B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4" imgH="344" progId="TCLayout.ActiveDocument.1">
                  <p:embed/>
                </p:oleObj>
              </mc:Choice>
              <mc:Fallback>
                <p:oleObj name="think-cell Slide" r:id="rId14"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2024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76999"/>
          </a:xfrm>
        </p:spPr>
        <p:txBody>
          <a:bodyPr anchor="ctr" anchorCtr="0"/>
          <a:lstStyle/>
          <a:p>
            <a:r>
              <a:rPr lang="en-US" sz="1600"/>
              <a:t>Click to edit Master subtitle style</a:t>
            </a:r>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3370" y="78768"/>
            <a:ext cx="346694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9860" y="78768"/>
            <a:ext cx="2520451" cy="123111"/>
          </a:xfrm>
        </p:spPr>
        <p:txBody>
          <a:bodyPr wrap="square" anchor="ctr" anchorCtr="0">
            <a:spAutoFit/>
          </a:bodyPr>
          <a:lstStyle>
            <a:lvl1pPr algn="r">
              <a:defRPr sz="800">
                <a:latin typeface="+mn-lt"/>
              </a:defRPr>
            </a:lvl1pPr>
          </a:lstStyle>
          <a:p>
            <a:pPr lvl="0"/>
            <a:r>
              <a:rPr lang="en-US"/>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5" name="Partnership">
            <a:extLst>
              <a:ext uri="{FF2B5EF4-FFF2-40B4-BE49-F238E27FC236}">
                <a16:creationId xmlns:a16="http://schemas.microsoft.com/office/drawing/2014/main" id="{90886F1E-7A28-AA11-3C3E-8B020F3D98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6" name="Partnership">
            <a:extLst>
              <a:ext uri="{FF2B5EF4-FFF2-40B4-BE49-F238E27FC236}">
                <a16:creationId xmlns:a16="http://schemas.microsoft.com/office/drawing/2014/main" id="{A820C1EA-1C46-FBE2-06AE-01690E3DC46B}"/>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4" imgH="344" progId="TCLayout.ActiveDocument.1">
                  <p:embed/>
                </p:oleObj>
              </mc:Choice>
              <mc:Fallback>
                <p:oleObj name="think-cell Slide" r:id="rId14"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2024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76999"/>
          </a:xfrm>
        </p:spPr>
        <p:txBody>
          <a:bodyPr anchor="ctr" anchorCtr="0"/>
          <a:lstStyle/>
          <a:p>
            <a:r>
              <a:rPr lang="en-US" sz="160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76999"/>
          </a:xfrm>
        </p:spPr>
        <p:txBody>
          <a:bodyPr anchor="ctr" anchorCtr="0"/>
          <a:lstStyle>
            <a:lvl1pPr>
              <a:defRPr>
                <a:solidFill>
                  <a:schemeClr val="tx2"/>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76999"/>
          </a:xfrm>
        </p:spPr>
        <p:txBody>
          <a:bodyPr anchor="ctr" anchorCtr="0"/>
          <a:lstStyle>
            <a:lvl1pPr>
              <a:defRPr>
                <a:solidFill>
                  <a:schemeClr val="tx2"/>
                </a:solidFill>
              </a:defRPr>
            </a:lvl1pPr>
          </a:lstStyle>
          <a:p>
            <a:r>
              <a:rPr lang="en-US" sz="160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3370" y="78768"/>
            <a:ext cx="3466942"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76999"/>
          </a:xfrm>
        </p:spPr>
        <p:txBody>
          <a:bodyPr anchor="ctr" anchorCtr="0"/>
          <a:lstStyle>
            <a:lvl1pPr>
              <a:defRPr>
                <a:solidFill>
                  <a:schemeClr val="tx2"/>
                </a:solidFill>
              </a:defRPr>
            </a:lvl1pPr>
          </a:lstStyle>
          <a:p>
            <a:r>
              <a:rPr lang="en-US" sz="160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9860" y="78768"/>
            <a:ext cx="252045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76999"/>
          </a:xfrm>
        </p:spPr>
        <p:txBody>
          <a:bodyPr anchor="ctr" anchorCtr="0"/>
          <a:lstStyle>
            <a:lvl1pPr>
              <a:defRPr>
                <a:solidFill>
                  <a:schemeClr val="tx1"/>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lstStyle>
            <a:lvl1pPr>
              <a:defRPr>
                <a:solidFill>
                  <a:schemeClr val="tx1"/>
                </a:solidFill>
              </a:defRPr>
            </a:lvl1pPr>
          </a:lstStyle>
          <a:p>
            <a:r>
              <a:rPr lang="en-US" sz="160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493200"/>
          </a:xfrm>
        </p:spPr>
        <p:txBody>
          <a:bodyPr anchor="t" anchorCtr="0"/>
          <a:lstStyle>
            <a:lvl1pPr>
              <a:defRPr>
                <a:solidFill>
                  <a:schemeClr val="tx1"/>
                </a:solidFill>
              </a:defRPr>
            </a:lvl1pPr>
          </a:lstStyle>
          <a:p>
            <a:r>
              <a:rPr lang="en-US" sz="160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62BD8777-62CB-D677-D858-25EAEF1734E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897050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ustomLayouts 1">
    <p:bg>
      <p:bgPr>
        <a:solidFill>
          <a:schemeClr val="bg1"/>
        </a:solidFill>
        <a:effectLst/>
      </p:bgPr>
    </p:bg>
    <p:spTree>
      <p:nvGrpSpPr>
        <p:cNvPr id="1" name=""/>
        <p:cNvGrpSpPr/>
        <p:nvPr/>
      </p:nvGrpSpPr>
      <p:grpSpPr>
        <a:xfrm>
          <a:off x="0" y="0"/>
          <a:ext cx="0" cy="0"/>
          <a:chOff x="0" y="0"/>
          <a:chExt cx="0" cy="0"/>
        </a:xfrm>
      </p:grpSpPr>
      <p:pic>
        <p:nvPicPr>
          <p:cNvPr id="16" name="Partnership">
            <a:extLst>
              <a:ext uri="{FF2B5EF4-FFF2-40B4-BE49-F238E27FC236}">
                <a16:creationId xmlns:a16="http://schemas.microsoft.com/office/drawing/2014/main" id="{2DB70230-A6B5-4979-8308-8CA8DA9D951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44" imgH="344" progId="TCLayout.ActiveDocument.1">
                  <p:embed/>
                </p:oleObj>
              </mc:Choice>
              <mc:Fallback>
                <p:oleObj name="think-cell Slide" r:id="rId12"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4" name="LogoImage">
            <a:extLst>
              <a:ext uri="{FF2B5EF4-FFF2-40B4-BE49-F238E27FC236}">
                <a16:creationId xmlns:a16="http://schemas.microsoft.com/office/drawing/2014/main" id="{275CA5E5-0CE7-4325-8DA5-DA17C9380A0C}"/>
              </a:ext>
            </a:extLst>
          </p:cNvPr>
          <p:cNvGrpSpPr>
            <a:grpSpLocks noChangeAspect="1"/>
          </p:cNvGrpSpPr>
          <p:nvPr userDrawn="1">
            <p:custDataLst>
              <p:tags r:id="rId3"/>
            </p:custDataLst>
          </p:nvPr>
        </p:nvGrpSpPr>
        <p:grpSpPr bwMode="black">
          <a:xfrm>
            <a:off x="551942" y="481160"/>
            <a:ext cx="1893201" cy="585216"/>
            <a:chOff x="0" y="973"/>
            <a:chExt cx="7680" cy="2374"/>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5"/>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p:custDataLst>
              <p:tags r:id="rId6"/>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2024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13085378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Layouts 2">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6616781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ustomLayouts 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2781569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ustomLayouts 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0779999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tags" Target="../tags/tag12.xml"/><Relationship Id="rId21" Type="http://schemas.openxmlformats.org/officeDocument/2006/relationships/tags" Target="../tags/tag7.xml"/><Relationship Id="rId34" Type="http://schemas.openxmlformats.org/officeDocument/2006/relationships/tags" Target="../tags/tag2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tags" Target="../tags/tag11.xml"/><Relationship Id="rId33" Type="http://schemas.openxmlformats.org/officeDocument/2006/relationships/tags" Target="../tags/tag19.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29" Type="http://schemas.openxmlformats.org/officeDocument/2006/relationships/tags" Target="../tags/tag1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0.xml"/><Relationship Id="rId32" Type="http://schemas.openxmlformats.org/officeDocument/2006/relationships/tags" Target="../tags/tag18.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theme" Target="../theme/theme1.xml"/><Relationship Id="rId23" Type="http://schemas.openxmlformats.org/officeDocument/2006/relationships/tags" Target="../tags/tag9.xml"/><Relationship Id="rId28" Type="http://schemas.openxmlformats.org/officeDocument/2006/relationships/tags" Target="../tags/tag14.xml"/><Relationship Id="rId36" Type="http://schemas.openxmlformats.org/officeDocument/2006/relationships/tags" Target="../tags/tag22.xml"/><Relationship Id="rId10" Type="http://schemas.openxmlformats.org/officeDocument/2006/relationships/slideLayout" Target="../slideLayouts/slideLayout10.xml"/><Relationship Id="rId19" Type="http://schemas.openxmlformats.org/officeDocument/2006/relationships/tags" Target="../tags/tag5.xml"/><Relationship Id="rId31" Type="http://schemas.openxmlformats.org/officeDocument/2006/relationships/tags" Target="../tags/tag1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8.xml"/><Relationship Id="rId27" Type="http://schemas.openxmlformats.org/officeDocument/2006/relationships/tags" Target="../tags/tag13.xml"/><Relationship Id="rId30" Type="http://schemas.openxmlformats.org/officeDocument/2006/relationships/tags" Target="../tags/tag16.xml"/><Relationship Id="rId35" Type="http://schemas.openxmlformats.org/officeDocument/2006/relationships/tags" Target="../tags/tag2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theme" Target="../theme/theme2.xml"/><Relationship Id="rId26" Type="http://schemas.openxmlformats.org/officeDocument/2006/relationships/tags" Target="../tags/tag125.xml"/><Relationship Id="rId39" Type="http://schemas.openxmlformats.org/officeDocument/2006/relationships/tags" Target="../tags/tag138.xml"/><Relationship Id="rId21" Type="http://schemas.openxmlformats.org/officeDocument/2006/relationships/tags" Target="../tags/tag120.xml"/><Relationship Id="rId34" Type="http://schemas.openxmlformats.org/officeDocument/2006/relationships/tags" Target="../tags/tag133.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ags" Target="../tags/tag119.xml"/><Relationship Id="rId29" Type="http://schemas.openxmlformats.org/officeDocument/2006/relationships/tags" Target="../tags/tag128.xml"/><Relationship Id="rId41" Type="http://schemas.openxmlformats.org/officeDocument/2006/relationships/image" Target="../media/image5.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tags" Target="../tags/tag136.xml"/><Relationship Id="rId40" Type="http://schemas.openxmlformats.org/officeDocument/2006/relationships/oleObject" Target="../embeddings/oleObject12.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tags" Target="../tags/tag135.xml"/><Relationship Id="rId10" Type="http://schemas.openxmlformats.org/officeDocument/2006/relationships/slideLayout" Target="../slideLayouts/slideLayout24.xml"/><Relationship Id="rId19" Type="http://schemas.openxmlformats.org/officeDocument/2006/relationships/tags" Target="../tags/tag118.xml"/><Relationship Id="rId31" Type="http://schemas.openxmlformats.org/officeDocument/2006/relationships/tags" Target="../tags/tag130.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24.xml"/><Relationship Id="rId33" Type="http://schemas.openxmlformats.org/officeDocument/2006/relationships/tags" Target="../tags/tag132.xml"/><Relationship Id="rId38" Type="http://schemas.openxmlformats.org/officeDocument/2006/relationships/tags" Target="../tags/tag137.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263.xml"/><Relationship Id="rId13" Type="http://schemas.openxmlformats.org/officeDocument/2006/relationships/tags" Target="../tags/tag268.xml"/><Relationship Id="rId18" Type="http://schemas.openxmlformats.org/officeDocument/2006/relationships/tags" Target="../tags/tag273.xml"/><Relationship Id="rId26" Type="http://schemas.openxmlformats.org/officeDocument/2006/relationships/tags" Target="../tags/tag281.xml"/><Relationship Id="rId3" Type="http://schemas.openxmlformats.org/officeDocument/2006/relationships/slideLayout" Target="../slideLayouts/slideLayout34.xml"/><Relationship Id="rId21" Type="http://schemas.openxmlformats.org/officeDocument/2006/relationships/tags" Target="../tags/tag276.xml"/><Relationship Id="rId7" Type="http://schemas.openxmlformats.org/officeDocument/2006/relationships/tags" Target="../tags/tag262.xml"/><Relationship Id="rId12" Type="http://schemas.openxmlformats.org/officeDocument/2006/relationships/tags" Target="../tags/tag267.xml"/><Relationship Id="rId17" Type="http://schemas.openxmlformats.org/officeDocument/2006/relationships/tags" Target="../tags/tag272.xml"/><Relationship Id="rId25" Type="http://schemas.openxmlformats.org/officeDocument/2006/relationships/tags" Target="../tags/tag280.xml"/><Relationship Id="rId2" Type="http://schemas.openxmlformats.org/officeDocument/2006/relationships/slideLayout" Target="../slideLayouts/slideLayout33.xml"/><Relationship Id="rId16" Type="http://schemas.openxmlformats.org/officeDocument/2006/relationships/tags" Target="../tags/tag271.xml"/><Relationship Id="rId20" Type="http://schemas.openxmlformats.org/officeDocument/2006/relationships/tags" Target="../tags/tag275.xml"/><Relationship Id="rId1" Type="http://schemas.openxmlformats.org/officeDocument/2006/relationships/slideLayout" Target="../slideLayouts/slideLayout32.xml"/><Relationship Id="rId6" Type="http://schemas.openxmlformats.org/officeDocument/2006/relationships/tags" Target="../tags/tag261.xml"/><Relationship Id="rId11" Type="http://schemas.openxmlformats.org/officeDocument/2006/relationships/tags" Target="../tags/tag266.xml"/><Relationship Id="rId24" Type="http://schemas.openxmlformats.org/officeDocument/2006/relationships/tags" Target="../tags/tag279.xml"/><Relationship Id="rId5" Type="http://schemas.openxmlformats.org/officeDocument/2006/relationships/theme" Target="../theme/theme3.xml"/><Relationship Id="rId15" Type="http://schemas.openxmlformats.org/officeDocument/2006/relationships/tags" Target="../tags/tag270.xml"/><Relationship Id="rId23" Type="http://schemas.openxmlformats.org/officeDocument/2006/relationships/tags" Target="../tags/tag278.xml"/><Relationship Id="rId28" Type="http://schemas.openxmlformats.org/officeDocument/2006/relationships/image" Target="../media/image1.emf"/><Relationship Id="rId10" Type="http://schemas.openxmlformats.org/officeDocument/2006/relationships/tags" Target="../tags/tag265.xml"/><Relationship Id="rId19" Type="http://schemas.openxmlformats.org/officeDocument/2006/relationships/tags" Target="../tags/tag274.xml"/><Relationship Id="rId4" Type="http://schemas.openxmlformats.org/officeDocument/2006/relationships/slideLayout" Target="../slideLayouts/slideLayout35.xml"/><Relationship Id="rId9" Type="http://schemas.openxmlformats.org/officeDocument/2006/relationships/tags" Target="../tags/tag264.xml"/><Relationship Id="rId14" Type="http://schemas.openxmlformats.org/officeDocument/2006/relationships/tags" Target="../tags/tag269.xml"/><Relationship Id="rId22" Type="http://schemas.openxmlformats.org/officeDocument/2006/relationships/tags" Target="../tags/tag277.xml"/><Relationship Id="rId27" Type="http://schemas.openxmlformats.org/officeDocument/2006/relationships/oleObject" Target="../embeddings/oleObject26.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18"/>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9"/>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0"/>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1"/>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2"/>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3"/>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4"/>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5"/>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2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6"/>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2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2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23"/>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6"/>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8"/>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9"/>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0"/>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11"/>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12"/>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2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2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13"/>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2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2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14"/>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2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2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15"/>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1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2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16"/>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1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1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514517931"/>
      </p:ext>
    </p:extLst>
  </p:cSld>
  <p:clrMap bg1="lt1" tx1="dk1" bg2="lt2" tx2="dk2" accent1="accent1" accent2="accent2" accent3="accent3" accent4="accent4" accent5="accent5" accent6="accent6" hlink="hlink" folHlink="folHlink"/>
  <p:sldLayoutIdLst>
    <p:sldLayoutId id="2147483901" r:id="rId1"/>
    <p:sldLayoutId id="2147483903" r:id="rId2"/>
    <p:sldLayoutId id="2147483907" r:id="rId3"/>
    <p:sldLayoutId id="2147483909" r:id="rId4"/>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tags" Target="../tags/tag314.xml"/><Relationship Id="rId7" Type="http://schemas.openxmlformats.org/officeDocument/2006/relationships/notesSlide" Target="../notesSlides/notesSlide1.xml"/><Relationship Id="rId2" Type="http://schemas.openxmlformats.org/officeDocument/2006/relationships/tags" Target="../tags/tag313.xml"/><Relationship Id="rId1" Type="http://schemas.openxmlformats.org/officeDocument/2006/relationships/tags" Target="../tags/tag312.xml"/><Relationship Id="rId6" Type="http://schemas.openxmlformats.org/officeDocument/2006/relationships/slideLayout" Target="../slideLayouts/slideLayout32.xml"/><Relationship Id="rId5" Type="http://schemas.openxmlformats.org/officeDocument/2006/relationships/tags" Target="../tags/tag316.xml"/><Relationship Id="rId4" Type="http://schemas.openxmlformats.org/officeDocument/2006/relationships/tags" Target="../tags/tag315.xml"/><Relationship Id="rId9" Type="http://schemas.openxmlformats.org/officeDocument/2006/relationships/image" Target="../media/image7.emf"/></Relationships>
</file>

<file path=ppt/slides/_rels/slide2.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https://profiles.intranet.mckinsey.com/fmno_photos/164120/medium.jpg" TargetMode="External"/><Relationship Id="rId3" Type="http://schemas.openxmlformats.org/officeDocument/2006/relationships/tags" Target="../tags/tag319.xml"/><Relationship Id="rId7" Type="http://schemas.openxmlformats.org/officeDocument/2006/relationships/image" Target="../media/image10.emf"/><Relationship Id="rId12" Type="http://schemas.openxmlformats.org/officeDocument/2006/relationships/image" Target="../media/image15.jpeg"/><Relationship Id="rId17" Type="http://schemas.openxmlformats.org/officeDocument/2006/relationships/image" Target="https://profiles.intranet.mckinsey.com/fmno_photos/324434/medium.jpg" TargetMode="External"/><Relationship Id="rId2" Type="http://schemas.openxmlformats.org/officeDocument/2006/relationships/tags" Target="../tags/tag318.xml"/><Relationship Id="rId16" Type="http://schemas.openxmlformats.org/officeDocument/2006/relationships/image" Target="../media/image17.jpeg"/><Relationship Id="rId1" Type="http://schemas.openxmlformats.org/officeDocument/2006/relationships/tags" Target="../tags/tag317.xml"/><Relationship Id="rId6" Type="http://schemas.openxmlformats.org/officeDocument/2006/relationships/oleObject" Target="../embeddings/oleObject31.bin"/><Relationship Id="rId11" Type="http://schemas.openxmlformats.org/officeDocument/2006/relationships/image" Target="https://profiles.intranet.mckinsey.com/fmno_photos/56789/medium.jpg" TargetMode="External"/><Relationship Id="rId5" Type="http://schemas.openxmlformats.org/officeDocument/2006/relationships/notesSlide" Target="../notesSlides/notesSlide2.xml"/><Relationship Id="rId15" Type="http://schemas.openxmlformats.org/officeDocument/2006/relationships/image" Target="https://profiles.intranet.mckinsey.com/fmno_photos/182227/medium.jpg" TargetMode="External"/><Relationship Id="rId10" Type="http://schemas.openxmlformats.org/officeDocument/2006/relationships/image" Target="../media/image14.jpeg"/><Relationship Id="rId4" Type="http://schemas.openxmlformats.org/officeDocument/2006/relationships/slideLayout" Target="../slideLayouts/slideLayout34.xml"/><Relationship Id="rId9" Type="http://schemas.openxmlformats.org/officeDocument/2006/relationships/image" Target="https://profiles.intranet.mckinsey.com/fmno_photos/183941/medium.jpg" TargetMode="External"/><Relationship Id="rId14" Type="http://schemas.openxmlformats.org/officeDocument/2006/relationships/image" Target="../media/image16.jpeg"/></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21.svg"/><Relationship Id="rId3" Type="http://schemas.openxmlformats.org/officeDocument/2006/relationships/tags" Target="../tags/tag322.xml"/><Relationship Id="rId7" Type="http://schemas.openxmlformats.org/officeDocument/2006/relationships/slideLayout" Target="../slideLayouts/slideLayout35.xml"/><Relationship Id="rId12" Type="http://schemas.openxmlformats.org/officeDocument/2006/relationships/image" Target="../media/image20.png"/><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image" Target="../media/image19.svg"/><Relationship Id="rId5" Type="http://schemas.openxmlformats.org/officeDocument/2006/relationships/tags" Target="../tags/tag324.xml"/><Relationship Id="rId10" Type="http://schemas.openxmlformats.org/officeDocument/2006/relationships/image" Target="../media/image18.png"/><Relationship Id="rId4" Type="http://schemas.openxmlformats.org/officeDocument/2006/relationships/tags" Target="../tags/tag323.xml"/><Relationship Id="rId9" Type="http://schemas.openxmlformats.org/officeDocument/2006/relationships/image" Target="../media/image6.emf"/></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 Target="slide19.xml"/><Relationship Id="rId3" Type="http://schemas.openxmlformats.org/officeDocument/2006/relationships/tags" Target="../tags/tag328.xml"/><Relationship Id="rId7" Type="http://schemas.openxmlformats.org/officeDocument/2006/relationships/tags" Target="../tags/tag332.xml"/><Relationship Id="rId12" Type="http://schemas.openxmlformats.org/officeDocument/2006/relationships/slide" Target="slide12.xm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11" Type="http://schemas.openxmlformats.org/officeDocument/2006/relationships/slide" Target="slide8.xml"/><Relationship Id="rId5" Type="http://schemas.openxmlformats.org/officeDocument/2006/relationships/tags" Target="../tags/tag330.xml"/><Relationship Id="rId10" Type="http://schemas.openxmlformats.org/officeDocument/2006/relationships/image" Target="../media/image6.emf"/><Relationship Id="rId4" Type="http://schemas.openxmlformats.org/officeDocument/2006/relationships/tags" Target="../tags/tag329.xml"/><Relationship Id="rId9" Type="http://schemas.openxmlformats.org/officeDocument/2006/relationships/oleObject" Target="../embeddings/oleObject33.bin"/></Relationships>
</file>

<file path=ppt/slides/_rels/slide5.xml.rels><?xml version="1.0" encoding="UTF-8" standalone="yes"?>
<Relationships xmlns="http://schemas.openxmlformats.org/package/2006/relationships"><Relationship Id="rId13" Type="http://schemas.openxmlformats.org/officeDocument/2006/relationships/tags" Target="../tags/tag345.xml"/><Relationship Id="rId18" Type="http://schemas.openxmlformats.org/officeDocument/2006/relationships/tags" Target="../tags/tag350.xml"/><Relationship Id="rId26" Type="http://schemas.openxmlformats.org/officeDocument/2006/relationships/tags" Target="../tags/tag358.xml"/><Relationship Id="rId39" Type="http://schemas.openxmlformats.org/officeDocument/2006/relationships/tags" Target="../tags/tag371.xml"/><Relationship Id="rId21" Type="http://schemas.openxmlformats.org/officeDocument/2006/relationships/tags" Target="../tags/tag353.xml"/><Relationship Id="rId34" Type="http://schemas.openxmlformats.org/officeDocument/2006/relationships/tags" Target="../tags/tag366.xml"/><Relationship Id="rId42" Type="http://schemas.openxmlformats.org/officeDocument/2006/relationships/tags" Target="../tags/tag374.xml"/><Relationship Id="rId47" Type="http://schemas.openxmlformats.org/officeDocument/2006/relationships/tags" Target="../tags/tag379.xml"/><Relationship Id="rId50" Type="http://schemas.openxmlformats.org/officeDocument/2006/relationships/tags" Target="../tags/tag382.xml"/><Relationship Id="rId55" Type="http://schemas.openxmlformats.org/officeDocument/2006/relationships/tags" Target="../tags/tag387.xml"/><Relationship Id="rId7" Type="http://schemas.openxmlformats.org/officeDocument/2006/relationships/tags" Target="../tags/tag339.xml"/><Relationship Id="rId2" Type="http://schemas.openxmlformats.org/officeDocument/2006/relationships/tags" Target="../tags/tag334.xml"/><Relationship Id="rId16" Type="http://schemas.openxmlformats.org/officeDocument/2006/relationships/tags" Target="../tags/tag348.xml"/><Relationship Id="rId29" Type="http://schemas.openxmlformats.org/officeDocument/2006/relationships/tags" Target="../tags/tag361.xml"/><Relationship Id="rId11" Type="http://schemas.openxmlformats.org/officeDocument/2006/relationships/tags" Target="../tags/tag343.xml"/><Relationship Id="rId24" Type="http://schemas.openxmlformats.org/officeDocument/2006/relationships/tags" Target="../tags/tag356.xml"/><Relationship Id="rId32" Type="http://schemas.openxmlformats.org/officeDocument/2006/relationships/tags" Target="../tags/tag364.xml"/><Relationship Id="rId37" Type="http://schemas.openxmlformats.org/officeDocument/2006/relationships/tags" Target="../tags/tag369.xml"/><Relationship Id="rId40" Type="http://schemas.openxmlformats.org/officeDocument/2006/relationships/tags" Target="../tags/tag372.xml"/><Relationship Id="rId45" Type="http://schemas.openxmlformats.org/officeDocument/2006/relationships/tags" Target="../tags/tag377.xml"/><Relationship Id="rId53" Type="http://schemas.openxmlformats.org/officeDocument/2006/relationships/tags" Target="../tags/tag385.xml"/><Relationship Id="rId58" Type="http://schemas.openxmlformats.org/officeDocument/2006/relationships/oleObject" Target="../embeddings/oleObject34.bin"/><Relationship Id="rId5" Type="http://schemas.openxmlformats.org/officeDocument/2006/relationships/tags" Target="../tags/tag337.xml"/><Relationship Id="rId19" Type="http://schemas.openxmlformats.org/officeDocument/2006/relationships/tags" Target="../tags/tag351.xml"/><Relationship Id="rId4" Type="http://schemas.openxmlformats.org/officeDocument/2006/relationships/tags" Target="../tags/tag336.xml"/><Relationship Id="rId9" Type="http://schemas.openxmlformats.org/officeDocument/2006/relationships/tags" Target="../tags/tag341.xml"/><Relationship Id="rId14" Type="http://schemas.openxmlformats.org/officeDocument/2006/relationships/tags" Target="../tags/tag346.xml"/><Relationship Id="rId22" Type="http://schemas.openxmlformats.org/officeDocument/2006/relationships/tags" Target="../tags/tag354.xml"/><Relationship Id="rId27" Type="http://schemas.openxmlformats.org/officeDocument/2006/relationships/tags" Target="../tags/tag359.xml"/><Relationship Id="rId30" Type="http://schemas.openxmlformats.org/officeDocument/2006/relationships/tags" Target="../tags/tag362.xml"/><Relationship Id="rId35" Type="http://schemas.openxmlformats.org/officeDocument/2006/relationships/tags" Target="../tags/tag367.xml"/><Relationship Id="rId43" Type="http://schemas.openxmlformats.org/officeDocument/2006/relationships/tags" Target="../tags/tag375.xml"/><Relationship Id="rId48" Type="http://schemas.openxmlformats.org/officeDocument/2006/relationships/tags" Target="../tags/tag380.xml"/><Relationship Id="rId56" Type="http://schemas.openxmlformats.org/officeDocument/2006/relationships/slideLayout" Target="../slideLayouts/slideLayout11.xml"/><Relationship Id="rId8" Type="http://schemas.openxmlformats.org/officeDocument/2006/relationships/tags" Target="../tags/tag340.xml"/><Relationship Id="rId51" Type="http://schemas.openxmlformats.org/officeDocument/2006/relationships/tags" Target="../tags/tag383.xml"/><Relationship Id="rId3" Type="http://schemas.openxmlformats.org/officeDocument/2006/relationships/tags" Target="../tags/tag335.xml"/><Relationship Id="rId12" Type="http://schemas.openxmlformats.org/officeDocument/2006/relationships/tags" Target="../tags/tag344.xml"/><Relationship Id="rId17" Type="http://schemas.openxmlformats.org/officeDocument/2006/relationships/tags" Target="../tags/tag349.xml"/><Relationship Id="rId25" Type="http://schemas.openxmlformats.org/officeDocument/2006/relationships/tags" Target="../tags/tag357.xml"/><Relationship Id="rId33" Type="http://schemas.openxmlformats.org/officeDocument/2006/relationships/tags" Target="../tags/tag365.xml"/><Relationship Id="rId38" Type="http://schemas.openxmlformats.org/officeDocument/2006/relationships/tags" Target="../tags/tag370.xml"/><Relationship Id="rId46" Type="http://schemas.openxmlformats.org/officeDocument/2006/relationships/tags" Target="../tags/tag378.xml"/><Relationship Id="rId59" Type="http://schemas.openxmlformats.org/officeDocument/2006/relationships/image" Target="../media/image6.emf"/><Relationship Id="rId20" Type="http://schemas.openxmlformats.org/officeDocument/2006/relationships/tags" Target="../tags/tag352.xml"/><Relationship Id="rId41" Type="http://schemas.openxmlformats.org/officeDocument/2006/relationships/tags" Target="../tags/tag373.xml"/><Relationship Id="rId54" Type="http://schemas.openxmlformats.org/officeDocument/2006/relationships/tags" Target="../tags/tag386.xml"/><Relationship Id="rId1" Type="http://schemas.openxmlformats.org/officeDocument/2006/relationships/tags" Target="../tags/tag333.xml"/><Relationship Id="rId6" Type="http://schemas.openxmlformats.org/officeDocument/2006/relationships/tags" Target="../tags/tag338.xml"/><Relationship Id="rId15" Type="http://schemas.openxmlformats.org/officeDocument/2006/relationships/tags" Target="../tags/tag347.xml"/><Relationship Id="rId23" Type="http://schemas.openxmlformats.org/officeDocument/2006/relationships/tags" Target="../tags/tag355.xml"/><Relationship Id="rId28" Type="http://schemas.openxmlformats.org/officeDocument/2006/relationships/tags" Target="../tags/tag360.xml"/><Relationship Id="rId36" Type="http://schemas.openxmlformats.org/officeDocument/2006/relationships/tags" Target="../tags/tag368.xml"/><Relationship Id="rId49" Type="http://schemas.openxmlformats.org/officeDocument/2006/relationships/tags" Target="../tags/tag381.xml"/><Relationship Id="rId57" Type="http://schemas.openxmlformats.org/officeDocument/2006/relationships/notesSlide" Target="../notesSlides/notesSlide3.xml"/><Relationship Id="rId10" Type="http://schemas.openxmlformats.org/officeDocument/2006/relationships/tags" Target="../tags/tag342.xml"/><Relationship Id="rId31" Type="http://schemas.openxmlformats.org/officeDocument/2006/relationships/tags" Target="../tags/tag363.xml"/><Relationship Id="rId44" Type="http://schemas.openxmlformats.org/officeDocument/2006/relationships/tags" Target="../tags/tag376.xml"/><Relationship Id="rId52" Type="http://schemas.openxmlformats.org/officeDocument/2006/relationships/tags" Target="../tags/tag384.xml"/></Relationships>
</file>

<file path=ppt/slides/_rels/slide6.xml.rels><?xml version="1.0" encoding="UTF-8" standalone="yes"?>
<Relationships xmlns="http://schemas.openxmlformats.org/package/2006/relationships"><Relationship Id="rId8" Type="http://schemas.openxmlformats.org/officeDocument/2006/relationships/tags" Target="../tags/tag395.xml"/><Relationship Id="rId13" Type="http://schemas.openxmlformats.org/officeDocument/2006/relationships/tags" Target="../tags/tag400.xml"/><Relationship Id="rId18" Type="http://schemas.openxmlformats.org/officeDocument/2006/relationships/tags" Target="../tags/tag405.xml"/><Relationship Id="rId26" Type="http://schemas.openxmlformats.org/officeDocument/2006/relationships/tags" Target="../tags/tag413.xml"/><Relationship Id="rId3" Type="http://schemas.openxmlformats.org/officeDocument/2006/relationships/tags" Target="../tags/tag390.xml"/><Relationship Id="rId21" Type="http://schemas.openxmlformats.org/officeDocument/2006/relationships/tags" Target="../tags/tag408.xml"/><Relationship Id="rId7" Type="http://schemas.openxmlformats.org/officeDocument/2006/relationships/tags" Target="../tags/tag394.xml"/><Relationship Id="rId12" Type="http://schemas.openxmlformats.org/officeDocument/2006/relationships/tags" Target="../tags/tag399.xml"/><Relationship Id="rId17" Type="http://schemas.openxmlformats.org/officeDocument/2006/relationships/tags" Target="../tags/tag404.xml"/><Relationship Id="rId25" Type="http://schemas.openxmlformats.org/officeDocument/2006/relationships/tags" Target="../tags/tag412.xml"/><Relationship Id="rId2" Type="http://schemas.openxmlformats.org/officeDocument/2006/relationships/tags" Target="../tags/tag389.xml"/><Relationship Id="rId16" Type="http://schemas.openxmlformats.org/officeDocument/2006/relationships/tags" Target="../tags/tag403.xml"/><Relationship Id="rId20" Type="http://schemas.openxmlformats.org/officeDocument/2006/relationships/tags" Target="../tags/tag407.xml"/><Relationship Id="rId29" Type="http://schemas.openxmlformats.org/officeDocument/2006/relationships/notesSlide" Target="../notesSlides/notesSlide4.xml"/><Relationship Id="rId1" Type="http://schemas.openxmlformats.org/officeDocument/2006/relationships/tags" Target="../tags/tag388.xml"/><Relationship Id="rId6" Type="http://schemas.openxmlformats.org/officeDocument/2006/relationships/tags" Target="../tags/tag393.xml"/><Relationship Id="rId11" Type="http://schemas.openxmlformats.org/officeDocument/2006/relationships/tags" Target="../tags/tag398.xml"/><Relationship Id="rId24" Type="http://schemas.openxmlformats.org/officeDocument/2006/relationships/tags" Target="../tags/tag411.xml"/><Relationship Id="rId5" Type="http://schemas.openxmlformats.org/officeDocument/2006/relationships/tags" Target="../tags/tag392.xml"/><Relationship Id="rId15" Type="http://schemas.openxmlformats.org/officeDocument/2006/relationships/tags" Target="../tags/tag402.xml"/><Relationship Id="rId23" Type="http://schemas.openxmlformats.org/officeDocument/2006/relationships/tags" Target="../tags/tag410.xml"/><Relationship Id="rId28" Type="http://schemas.openxmlformats.org/officeDocument/2006/relationships/slideLayout" Target="../slideLayouts/slideLayout2.xml"/><Relationship Id="rId10" Type="http://schemas.openxmlformats.org/officeDocument/2006/relationships/tags" Target="../tags/tag397.xml"/><Relationship Id="rId19" Type="http://schemas.openxmlformats.org/officeDocument/2006/relationships/tags" Target="../tags/tag406.xml"/><Relationship Id="rId31" Type="http://schemas.openxmlformats.org/officeDocument/2006/relationships/image" Target="../media/image6.emf"/><Relationship Id="rId4" Type="http://schemas.openxmlformats.org/officeDocument/2006/relationships/tags" Target="../tags/tag391.xml"/><Relationship Id="rId9" Type="http://schemas.openxmlformats.org/officeDocument/2006/relationships/tags" Target="../tags/tag396.xml"/><Relationship Id="rId14" Type="http://schemas.openxmlformats.org/officeDocument/2006/relationships/tags" Target="../tags/tag401.xml"/><Relationship Id="rId22" Type="http://schemas.openxmlformats.org/officeDocument/2006/relationships/tags" Target="../tags/tag409.xml"/><Relationship Id="rId27" Type="http://schemas.openxmlformats.org/officeDocument/2006/relationships/tags" Target="../tags/tag414.xml"/><Relationship Id="rId30" Type="http://schemas.openxmlformats.org/officeDocument/2006/relationships/oleObject" Target="../embeddings/oleObject35.bin"/></Relationships>
</file>

<file path=ppt/slides/_rels/slide7.xml.rels><?xml version="1.0" encoding="UTF-8" standalone="yes"?>
<Relationships xmlns="http://schemas.openxmlformats.org/package/2006/relationships"><Relationship Id="rId8" Type="http://schemas.openxmlformats.org/officeDocument/2006/relationships/tags" Target="../tags/tag422.xml"/><Relationship Id="rId13" Type="http://schemas.openxmlformats.org/officeDocument/2006/relationships/slideLayout" Target="../slideLayouts/slideLayout2.xml"/><Relationship Id="rId18" Type="http://schemas.openxmlformats.org/officeDocument/2006/relationships/image" Target="../media/image24.png"/><Relationship Id="rId3" Type="http://schemas.openxmlformats.org/officeDocument/2006/relationships/tags" Target="../tags/tag417.xml"/><Relationship Id="rId21" Type="http://schemas.openxmlformats.org/officeDocument/2006/relationships/image" Target="../media/image27.svg"/><Relationship Id="rId7" Type="http://schemas.openxmlformats.org/officeDocument/2006/relationships/tags" Target="../tags/tag421.xml"/><Relationship Id="rId12" Type="http://schemas.openxmlformats.org/officeDocument/2006/relationships/tags" Target="../tags/tag426.xml"/><Relationship Id="rId17" Type="http://schemas.openxmlformats.org/officeDocument/2006/relationships/image" Target="../media/image23.svg"/><Relationship Id="rId25" Type="http://schemas.openxmlformats.org/officeDocument/2006/relationships/image" Target="../media/image31.svg"/><Relationship Id="rId2" Type="http://schemas.openxmlformats.org/officeDocument/2006/relationships/tags" Target="../tags/tag416.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tags" Target="../tags/tag415.xml"/><Relationship Id="rId6" Type="http://schemas.openxmlformats.org/officeDocument/2006/relationships/tags" Target="../tags/tag420.xml"/><Relationship Id="rId11" Type="http://schemas.openxmlformats.org/officeDocument/2006/relationships/tags" Target="../tags/tag425.xml"/><Relationship Id="rId24" Type="http://schemas.openxmlformats.org/officeDocument/2006/relationships/image" Target="../media/image30.png"/><Relationship Id="rId5" Type="http://schemas.openxmlformats.org/officeDocument/2006/relationships/tags" Target="../tags/tag419.xml"/><Relationship Id="rId15" Type="http://schemas.openxmlformats.org/officeDocument/2006/relationships/image" Target="../media/image6.emf"/><Relationship Id="rId23" Type="http://schemas.openxmlformats.org/officeDocument/2006/relationships/image" Target="../media/image29.svg"/><Relationship Id="rId10" Type="http://schemas.openxmlformats.org/officeDocument/2006/relationships/tags" Target="../tags/tag424.xml"/><Relationship Id="rId19" Type="http://schemas.openxmlformats.org/officeDocument/2006/relationships/image" Target="../media/image25.svg"/><Relationship Id="rId4" Type="http://schemas.openxmlformats.org/officeDocument/2006/relationships/tags" Target="../tags/tag418.xml"/><Relationship Id="rId9" Type="http://schemas.openxmlformats.org/officeDocument/2006/relationships/tags" Target="../tags/tag423.xml"/><Relationship Id="rId14" Type="http://schemas.openxmlformats.org/officeDocument/2006/relationships/oleObject" Target="../embeddings/oleObject36.bin"/><Relationship Id="rId22"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 Target="slide19.xml"/><Relationship Id="rId3" Type="http://schemas.openxmlformats.org/officeDocument/2006/relationships/tags" Target="../tags/tag429.xml"/><Relationship Id="rId7" Type="http://schemas.openxmlformats.org/officeDocument/2006/relationships/tags" Target="../tags/tag433.xml"/><Relationship Id="rId12" Type="http://schemas.openxmlformats.org/officeDocument/2006/relationships/slide" Target="slide12.xml"/><Relationship Id="rId2" Type="http://schemas.openxmlformats.org/officeDocument/2006/relationships/tags" Target="../tags/tag428.xml"/><Relationship Id="rId1" Type="http://schemas.openxmlformats.org/officeDocument/2006/relationships/tags" Target="../tags/tag427.xml"/><Relationship Id="rId6" Type="http://schemas.openxmlformats.org/officeDocument/2006/relationships/tags" Target="../tags/tag432.xml"/><Relationship Id="rId11" Type="http://schemas.openxmlformats.org/officeDocument/2006/relationships/slide" Target="slide4.xml"/><Relationship Id="rId5" Type="http://schemas.openxmlformats.org/officeDocument/2006/relationships/tags" Target="../tags/tag431.xml"/><Relationship Id="rId10" Type="http://schemas.openxmlformats.org/officeDocument/2006/relationships/image" Target="../media/image6.emf"/><Relationship Id="rId4" Type="http://schemas.openxmlformats.org/officeDocument/2006/relationships/tags" Target="../tags/tag430.xml"/><Relationship Id="rId9" Type="http://schemas.openxmlformats.org/officeDocument/2006/relationships/oleObject" Target="../embeddings/oleObject37.bin"/></Relationships>
</file>

<file path=ppt/slides/_rels/slide9.xml.rels><?xml version="1.0" encoding="UTF-8" standalone="yes"?>
<Relationships xmlns="http://schemas.openxmlformats.org/package/2006/relationships"><Relationship Id="rId8" Type="http://schemas.openxmlformats.org/officeDocument/2006/relationships/tags" Target="../tags/tag441.xml"/><Relationship Id="rId13" Type="http://schemas.openxmlformats.org/officeDocument/2006/relationships/image" Target="../media/image6.emf"/><Relationship Id="rId18" Type="http://schemas.openxmlformats.org/officeDocument/2006/relationships/image" Target="../media/image36.png"/><Relationship Id="rId3" Type="http://schemas.openxmlformats.org/officeDocument/2006/relationships/tags" Target="../tags/tag436.xml"/><Relationship Id="rId7" Type="http://schemas.openxmlformats.org/officeDocument/2006/relationships/tags" Target="../tags/tag440.xml"/><Relationship Id="rId12" Type="http://schemas.openxmlformats.org/officeDocument/2006/relationships/oleObject" Target="../embeddings/oleObject38.bin"/><Relationship Id="rId17" Type="http://schemas.openxmlformats.org/officeDocument/2006/relationships/image" Target="../media/image35.svg"/><Relationship Id="rId2" Type="http://schemas.openxmlformats.org/officeDocument/2006/relationships/tags" Target="../tags/tag435.xml"/><Relationship Id="rId16" Type="http://schemas.openxmlformats.org/officeDocument/2006/relationships/image" Target="../media/image34.png"/><Relationship Id="rId1" Type="http://schemas.openxmlformats.org/officeDocument/2006/relationships/tags" Target="../tags/tag434.xml"/><Relationship Id="rId6" Type="http://schemas.openxmlformats.org/officeDocument/2006/relationships/tags" Target="../tags/tag439.xml"/><Relationship Id="rId11" Type="http://schemas.openxmlformats.org/officeDocument/2006/relationships/notesSlide" Target="../notesSlides/notesSlide5.xml"/><Relationship Id="rId5" Type="http://schemas.openxmlformats.org/officeDocument/2006/relationships/tags" Target="../tags/tag438.xml"/><Relationship Id="rId15" Type="http://schemas.openxmlformats.org/officeDocument/2006/relationships/image" Target="../media/image33.svg"/><Relationship Id="rId10" Type="http://schemas.openxmlformats.org/officeDocument/2006/relationships/slideLayout" Target="../slideLayouts/slideLayout2.xml"/><Relationship Id="rId19" Type="http://schemas.openxmlformats.org/officeDocument/2006/relationships/image" Target="../media/image37.svg"/><Relationship Id="rId4" Type="http://schemas.openxmlformats.org/officeDocument/2006/relationships/tags" Target="../tags/tag437.xml"/><Relationship Id="rId9" Type="http://schemas.openxmlformats.org/officeDocument/2006/relationships/tags" Target="../tags/tag442.xml"/><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tags" Target="../tags/tag450.xml"/><Relationship Id="rId13" Type="http://schemas.openxmlformats.org/officeDocument/2006/relationships/notesSlide" Target="../notesSlides/notesSlide6.xml"/><Relationship Id="rId18" Type="http://schemas.openxmlformats.org/officeDocument/2006/relationships/image" Target="../media/image40.png"/><Relationship Id="rId3" Type="http://schemas.openxmlformats.org/officeDocument/2006/relationships/tags" Target="../tags/tag445.xml"/><Relationship Id="rId21" Type="http://schemas.openxmlformats.org/officeDocument/2006/relationships/image" Target="../media/image43.svg"/><Relationship Id="rId7" Type="http://schemas.openxmlformats.org/officeDocument/2006/relationships/tags" Target="../tags/tag449.xml"/><Relationship Id="rId12" Type="http://schemas.openxmlformats.org/officeDocument/2006/relationships/slideLayout" Target="../slideLayouts/slideLayout2.xml"/><Relationship Id="rId17" Type="http://schemas.openxmlformats.org/officeDocument/2006/relationships/image" Target="../media/image39.svg"/><Relationship Id="rId2" Type="http://schemas.openxmlformats.org/officeDocument/2006/relationships/tags" Target="../tags/tag444.xml"/><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tags" Target="../tags/tag443.xml"/><Relationship Id="rId6" Type="http://schemas.openxmlformats.org/officeDocument/2006/relationships/tags" Target="../tags/tag448.xml"/><Relationship Id="rId11" Type="http://schemas.openxmlformats.org/officeDocument/2006/relationships/tags" Target="../tags/tag453.xml"/><Relationship Id="rId5" Type="http://schemas.openxmlformats.org/officeDocument/2006/relationships/tags" Target="../tags/tag447.xml"/><Relationship Id="rId15" Type="http://schemas.openxmlformats.org/officeDocument/2006/relationships/image" Target="../media/image6.emf"/><Relationship Id="rId10" Type="http://schemas.openxmlformats.org/officeDocument/2006/relationships/tags" Target="../tags/tag452.xml"/><Relationship Id="rId19" Type="http://schemas.openxmlformats.org/officeDocument/2006/relationships/image" Target="../media/image41.svg"/><Relationship Id="rId4" Type="http://schemas.openxmlformats.org/officeDocument/2006/relationships/tags" Target="../tags/tag446.xml"/><Relationship Id="rId9" Type="http://schemas.openxmlformats.org/officeDocument/2006/relationships/tags" Target="../tags/tag451.xml"/><Relationship Id="rId14" Type="http://schemas.openxmlformats.org/officeDocument/2006/relationships/oleObject" Target="../embeddings/oleObject39.bin"/></Relationships>
</file>

<file path=ppt/slides/_rels/slide11.xml.rels><?xml version="1.0" encoding="UTF-8" standalone="yes"?>
<Relationships xmlns="http://schemas.openxmlformats.org/package/2006/relationships"><Relationship Id="rId8" Type="http://schemas.openxmlformats.org/officeDocument/2006/relationships/tags" Target="../tags/tag461.xml"/><Relationship Id="rId13" Type="http://schemas.openxmlformats.org/officeDocument/2006/relationships/tags" Target="../tags/tag466.xml"/><Relationship Id="rId18" Type="http://schemas.openxmlformats.org/officeDocument/2006/relationships/image" Target="../media/image6.emf"/><Relationship Id="rId26" Type="http://schemas.openxmlformats.org/officeDocument/2006/relationships/image" Target="../media/image51.svg"/><Relationship Id="rId3" Type="http://schemas.openxmlformats.org/officeDocument/2006/relationships/tags" Target="../tags/tag456.xml"/><Relationship Id="rId21" Type="http://schemas.openxmlformats.org/officeDocument/2006/relationships/image" Target="../media/image46.png"/><Relationship Id="rId7" Type="http://schemas.openxmlformats.org/officeDocument/2006/relationships/tags" Target="../tags/tag460.xml"/><Relationship Id="rId12" Type="http://schemas.openxmlformats.org/officeDocument/2006/relationships/tags" Target="../tags/tag465.xml"/><Relationship Id="rId17" Type="http://schemas.openxmlformats.org/officeDocument/2006/relationships/oleObject" Target="../embeddings/oleObject40.bin"/><Relationship Id="rId25" Type="http://schemas.openxmlformats.org/officeDocument/2006/relationships/image" Target="../media/image50.png"/><Relationship Id="rId2" Type="http://schemas.openxmlformats.org/officeDocument/2006/relationships/tags" Target="../tags/tag455.xml"/><Relationship Id="rId16" Type="http://schemas.openxmlformats.org/officeDocument/2006/relationships/notesSlide" Target="../notesSlides/notesSlide7.xml"/><Relationship Id="rId20" Type="http://schemas.openxmlformats.org/officeDocument/2006/relationships/image" Target="../media/image45.svg"/><Relationship Id="rId29" Type="http://schemas.openxmlformats.org/officeDocument/2006/relationships/image" Target="../media/image54.png"/><Relationship Id="rId1" Type="http://schemas.openxmlformats.org/officeDocument/2006/relationships/tags" Target="../tags/tag454.xml"/><Relationship Id="rId6" Type="http://schemas.openxmlformats.org/officeDocument/2006/relationships/tags" Target="../tags/tag459.xml"/><Relationship Id="rId11" Type="http://schemas.openxmlformats.org/officeDocument/2006/relationships/tags" Target="../tags/tag464.xml"/><Relationship Id="rId24" Type="http://schemas.openxmlformats.org/officeDocument/2006/relationships/image" Target="../media/image49.svg"/><Relationship Id="rId5" Type="http://schemas.openxmlformats.org/officeDocument/2006/relationships/tags" Target="../tags/tag458.xml"/><Relationship Id="rId15" Type="http://schemas.openxmlformats.org/officeDocument/2006/relationships/slideLayout" Target="../slideLayouts/slideLayout2.xml"/><Relationship Id="rId23" Type="http://schemas.openxmlformats.org/officeDocument/2006/relationships/image" Target="../media/image48.png"/><Relationship Id="rId28" Type="http://schemas.openxmlformats.org/officeDocument/2006/relationships/image" Target="../media/image53.svg"/><Relationship Id="rId10" Type="http://schemas.openxmlformats.org/officeDocument/2006/relationships/tags" Target="../tags/tag463.xml"/><Relationship Id="rId19" Type="http://schemas.openxmlformats.org/officeDocument/2006/relationships/image" Target="../media/image44.png"/><Relationship Id="rId4" Type="http://schemas.openxmlformats.org/officeDocument/2006/relationships/tags" Target="../tags/tag457.xml"/><Relationship Id="rId9" Type="http://schemas.openxmlformats.org/officeDocument/2006/relationships/tags" Target="../tags/tag462.xml"/><Relationship Id="rId14" Type="http://schemas.openxmlformats.org/officeDocument/2006/relationships/tags" Target="../tags/tag467.xml"/><Relationship Id="rId22" Type="http://schemas.openxmlformats.org/officeDocument/2006/relationships/image" Target="../media/image47.svg"/><Relationship Id="rId27" Type="http://schemas.openxmlformats.org/officeDocument/2006/relationships/image" Target="../media/image52.png"/><Relationship Id="rId30" Type="http://schemas.openxmlformats.org/officeDocument/2006/relationships/image" Target="../media/image55.sv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 Target="slide19.xml"/><Relationship Id="rId3" Type="http://schemas.openxmlformats.org/officeDocument/2006/relationships/tags" Target="../tags/tag470.xml"/><Relationship Id="rId7" Type="http://schemas.openxmlformats.org/officeDocument/2006/relationships/tags" Target="../tags/tag474.xml"/><Relationship Id="rId12" Type="http://schemas.openxmlformats.org/officeDocument/2006/relationships/slide" Target="slide8.xml"/><Relationship Id="rId2" Type="http://schemas.openxmlformats.org/officeDocument/2006/relationships/tags" Target="../tags/tag469.xml"/><Relationship Id="rId1" Type="http://schemas.openxmlformats.org/officeDocument/2006/relationships/tags" Target="../tags/tag468.xml"/><Relationship Id="rId6" Type="http://schemas.openxmlformats.org/officeDocument/2006/relationships/tags" Target="../tags/tag473.xml"/><Relationship Id="rId11" Type="http://schemas.openxmlformats.org/officeDocument/2006/relationships/slide" Target="slide4.xml"/><Relationship Id="rId5" Type="http://schemas.openxmlformats.org/officeDocument/2006/relationships/tags" Target="../tags/tag472.xml"/><Relationship Id="rId10" Type="http://schemas.openxmlformats.org/officeDocument/2006/relationships/image" Target="../media/image6.emf"/><Relationship Id="rId4" Type="http://schemas.openxmlformats.org/officeDocument/2006/relationships/tags" Target="../tags/tag471.xml"/><Relationship Id="rId9" Type="http://schemas.openxmlformats.org/officeDocument/2006/relationships/oleObject" Target="../embeddings/oleObject41.bin"/></Relationships>
</file>

<file path=ppt/slides/_rels/slide13.xml.rels><?xml version="1.0" encoding="UTF-8" standalone="yes"?>
<Relationships xmlns="http://schemas.openxmlformats.org/package/2006/relationships"><Relationship Id="rId8" Type="http://schemas.openxmlformats.org/officeDocument/2006/relationships/tags" Target="../tags/tag482.xml"/><Relationship Id="rId13" Type="http://schemas.openxmlformats.org/officeDocument/2006/relationships/tags" Target="../tags/tag487.xml"/><Relationship Id="rId3" Type="http://schemas.openxmlformats.org/officeDocument/2006/relationships/tags" Target="../tags/tag477.xml"/><Relationship Id="rId7" Type="http://schemas.openxmlformats.org/officeDocument/2006/relationships/tags" Target="../tags/tag481.xml"/><Relationship Id="rId12" Type="http://schemas.openxmlformats.org/officeDocument/2006/relationships/tags" Target="../tags/tag486.xml"/><Relationship Id="rId17" Type="http://schemas.openxmlformats.org/officeDocument/2006/relationships/image" Target="../media/image56.emf"/><Relationship Id="rId2" Type="http://schemas.openxmlformats.org/officeDocument/2006/relationships/tags" Target="../tags/tag476.xml"/><Relationship Id="rId16" Type="http://schemas.openxmlformats.org/officeDocument/2006/relationships/oleObject" Target="../embeddings/oleObject42.bin"/><Relationship Id="rId1" Type="http://schemas.openxmlformats.org/officeDocument/2006/relationships/tags" Target="../tags/tag475.xml"/><Relationship Id="rId6" Type="http://schemas.openxmlformats.org/officeDocument/2006/relationships/tags" Target="../tags/tag480.xml"/><Relationship Id="rId11" Type="http://schemas.openxmlformats.org/officeDocument/2006/relationships/tags" Target="../tags/tag485.xml"/><Relationship Id="rId5" Type="http://schemas.openxmlformats.org/officeDocument/2006/relationships/tags" Target="../tags/tag479.xml"/><Relationship Id="rId15" Type="http://schemas.openxmlformats.org/officeDocument/2006/relationships/notesSlide" Target="../notesSlides/notesSlide8.xml"/><Relationship Id="rId10" Type="http://schemas.openxmlformats.org/officeDocument/2006/relationships/tags" Target="../tags/tag484.xml"/><Relationship Id="rId4" Type="http://schemas.openxmlformats.org/officeDocument/2006/relationships/tags" Target="../tags/tag478.xml"/><Relationship Id="rId9" Type="http://schemas.openxmlformats.org/officeDocument/2006/relationships/tags" Target="../tags/tag483.xml"/><Relationship Id="rId1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495.xml"/><Relationship Id="rId13" Type="http://schemas.openxmlformats.org/officeDocument/2006/relationships/tags" Target="../tags/tag500.xml"/><Relationship Id="rId3" Type="http://schemas.openxmlformats.org/officeDocument/2006/relationships/tags" Target="../tags/tag490.xml"/><Relationship Id="rId7" Type="http://schemas.openxmlformats.org/officeDocument/2006/relationships/tags" Target="../tags/tag494.xml"/><Relationship Id="rId12" Type="http://schemas.openxmlformats.org/officeDocument/2006/relationships/tags" Target="../tags/tag499.xml"/><Relationship Id="rId17" Type="http://schemas.openxmlformats.org/officeDocument/2006/relationships/image" Target="../media/image56.emf"/><Relationship Id="rId2" Type="http://schemas.openxmlformats.org/officeDocument/2006/relationships/tags" Target="../tags/tag489.xml"/><Relationship Id="rId16" Type="http://schemas.openxmlformats.org/officeDocument/2006/relationships/oleObject" Target="../embeddings/oleObject43.bin"/><Relationship Id="rId1" Type="http://schemas.openxmlformats.org/officeDocument/2006/relationships/tags" Target="../tags/tag488.xml"/><Relationship Id="rId6" Type="http://schemas.openxmlformats.org/officeDocument/2006/relationships/tags" Target="../tags/tag493.xml"/><Relationship Id="rId11" Type="http://schemas.openxmlformats.org/officeDocument/2006/relationships/tags" Target="../tags/tag498.xml"/><Relationship Id="rId5" Type="http://schemas.openxmlformats.org/officeDocument/2006/relationships/tags" Target="../tags/tag492.xml"/><Relationship Id="rId15" Type="http://schemas.openxmlformats.org/officeDocument/2006/relationships/notesSlide" Target="../notesSlides/notesSlide9.xml"/><Relationship Id="rId10" Type="http://schemas.openxmlformats.org/officeDocument/2006/relationships/tags" Target="../tags/tag497.xml"/><Relationship Id="rId4" Type="http://schemas.openxmlformats.org/officeDocument/2006/relationships/tags" Target="../tags/tag491.xml"/><Relationship Id="rId9" Type="http://schemas.openxmlformats.org/officeDocument/2006/relationships/tags" Target="../tags/tag496.xml"/><Relationship Id="rId1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508.xml"/><Relationship Id="rId13" Type="http://schemas.openxmlformats.org/officeDocument/2006/relationships/image" Target="../media/image6.emf"/><Relationship Id="rId3" Type="http://schemas.openxmlformats.org/officeDocument/2006/relationships/tags" Target="../tags/tag503.xml"/><Relationship Id="rId7" Type="http://schemas.openxmlformats.org/officeDocument/2006/relationships/tags" Target="../tags/tag507.xml"/><Relationship Id="rId12" Type="http://schemas.openxmlformats.org/officeDocument/2006/relationships/oleObject" Target="../embeddings/oleObject44.bin"/><Relationship Id="rId17" Type="http://schemas.openxmlformats.org/officeDocument/2006/relationships/image" Target="../media/image60.svg"/><Relationship Id="rId2" Type="http://schemas.openxmlformats.org/officeDocument/2006/relationships/tags" Target="../tags/tag502.xml"/><Relationship Id="rId16" Type="http://schemas.openxmlformats.org/officeDocument/2006/relationships/image" Target="../media/image59.png"/><Relationship Id="rId1" Type="http://schemas.openxmlformats.org/officeDocument/2006/relationships/tags" Target="../tags/tag501.xml"/><Relationship Id="rId6" Type="http://schemas.openxmlformats.org/officeDocument/2006/relationships/tags" Target="../tags/tag506.xml"/><Relationship Id="rId11" Type="http://schemas.openxmlformats.org/officeDocument/2006/relationships/notesSlide" Target="../notesSlides/notesSlide10.xml"/><Relationship Id="rId5" Type="http://schemas.openxmlformats.org/officeDocument/2006/relationships/tags" Target="../tags/tag505.xml"/><Relationship Id="rId15" Type="http://schemas.openxmlformats.org/officeDocument/2006/relationships/image" Target="../media/image58.svg"/><Relationship Id="rId10" Type="http://schemas.openxmlformats.org/officeDocument/2006/relationships/slideLayout" Target="../slideLayouts/slideLayout10.xml"/><Relationship Id="rId4" Type="http://schemas.openxmlformats.org/officeDocument/2006/relationships/tags" Target="../tags/tag504.xml"/><Relationship Id="rId9" Type="http://schemas.openxmlformats.org/officeDocument/2006/relationships/tags" Target="../tags/tag509.xml"/><Relationship Id="rId14" Type="http://schemas.openxmlformats.org/officeDocument/2006/relationships/image" Target="../media/image57.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62.svg"/><Relationship Id="rId3" Type="http://schemas.openxmlformats.org/officeDocument/2006/relationships/tags" Target="../tags/tag512.xml"/><Relationship Id="rId7" Type="http://schemas.openxmlformats.org/officeDocument/2006/relationships/tags" Target="../tags/tag516.xml"/><Relationship Id="rId12" Type="http://schemas.openxmlformats.org/officeDocument/2006/relationships/image" Target="../media/image61.png"/><Relationship Id="rId2" Type="http://schemas.openxmlformats.org/officeDocument/2006/relationships/tags" Target="../tags/tag511.xml"/><Relationship Id="rId1" Type="http://schemas.openxmlformats.org/officeDocument/2006/relationships/tags" Target="../tags/tag510.xml"/><Relationship Id="rId6" Type="http://schemas.openxmlformats.org/officeDocument/2006/relationships/tags" Target="../tags/tag515.xml"/><Relationship Id="rId11" Type="http://schemas.openxmlformats.org/officeDocument/2006/relationships/image" Target="../media/image6.emf"/><Relationship Id="rId5" Type="http://schemas.openxmlformats.org/officeDocument/2006/relationships/tags" Target="../tags/tag514.xml"/><Relationship Id="rId10" Type="http://schemas.openxmlformats.org/officeDocument/2006/relationships/oleObject" Target="../embeddings/oleObject45.bin"/><Relationship Id="rId4" Type="http://schemas.openxmlformats.org/officeDocument/2006/relationships/tags" Target="../tags/tag513.xml"/><Relationship Id="rId9"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8" Type="http://schemas.openxmlformats.org/officeDocument/2006/relationships/tags" Target="../tags/tag524.xml"/><Relationship Id="rId13" Type="http://schemas.openxmlformats.org/officeDocument/2006/relationships/image" Target="../media/image59.png"/><Relationship Id="rId3" Type="http://schemas.openxmlformats.org/officeDocument/2006/relationships/tags" Target="../tags/tag519.xml"/><Relationship Id="rId7" Type="http://schemas.openxmlformats.org/officeDocument/2006/relationships/tags" Target="../tags/tag523.xml"/><Relationship Id="rId12" Type="http://schemas.openxmlformats.org/officeDocument/2006/relationships/image" Target="../media/image63.emf"/><Relationship Id="rId2" Type="http://schemas.openxmlformats.org/officeDocument/2006/relationships/tags" Target="../tags/tag518.xml"/><Relationship Id="rId16" Type="http://schemas.openxmlformats.org/officeDocument/2006/relationships/image" Target="../media/image58.svg"/><Relationship Id="rId1" Type="http://schemas.openxmlformats.org/officeDocument/2006/relationships/tags" Target="../tags/tag517.xml"/><Relationship Id="rId6" Type="http://schemas.openxmlformats.org/officeDocument/2006/relationships/tags" Target="../tags/tag522.xml"/><Relationship Id="rId11" Type="http://schemas.openxmlformats.org/officeDocument/2006/relationships/oleObject" Target="../embeddings/oleObject46.bin"/><Relationship Id="rId5" Type="http://schemas.openxmlformats.org/officeDocument/2006/relationships/tags" Target="../tags/tag521.xml"/><Relationship Id="rId15" Type="http://schemas.openxmlformats.org/officeDocument/2006/relationships/image" Target="../media/image57.png"/><Relationship Id="rId10" Type="http://schemas.openxmlformats.org/officeDocument/2006/relationships/notesSlide" Target="../notesSlides/notesSlide12.xml"/><Relationship Id="rId4" Type="http://schemas.openxmlformats.org/officeDocument/2006/relationships/tags" Target="../tags/tag520.xml"/><Relationship Id="rId9" Type="http://schemas.openxmlformats.org/officeDocument/2006/relationships/slideLayout" Target="../slideLayouts/slideLayout11.xml"/><Relationship Id="rId14" Type="http://schemas.openxmlformats.org/officeDocument/2006/relationships/image" Target="../media/image60.svg"/></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27.xml"/><Relationship Id="rId7" Type="http://schemas.openxmlformats.org/officeDocument/2006/relationships/tags" Target="../tags/tag531.xml"/><Relationship Id="rId2" Type="http://schemas.openxmlformats.org/officeDocument/2006/relationships/tags" Target="../tags/tag526.xml"/><Relationship Id="rId1" Type="http://schemas.openxmlformats.org/officeDocument/2006/relationships/tags" Target="../tags/tag525.xml"/><Relationship Id="rId6" Type="http://schemas.openxmlformats.org/officeDocument/2006/relationships/tags" Target="../tags/tag530.xml"/><Relationship Id="rId11" Type="http://schemas.openxmlformats.org/officeDocument/2006/relationships/image" Target="../media/image64.emf"/><Relationship Id="rId5" Type="http://schemas.openxmlformats.org/officeDocument/2006/relationships/tags" Target="../tags/tag529.xml"/><Relationship Id="rId10" Type="http://schemas.openxmlformats.org/officeDocument/2006/relationships/oleObject" Target="../embeddings/oleObject47.bin"/><Relationship Id="rId4" Type="http://schemas.openxmlformats.org/officeDocument/2006/relationships/tags" Target="../tags/tag528.xml"/><Relationship Id="rId9"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 Target="slide12.xml"/><Relationship Id="rId3" Type="http://schemas.openxmlformats.org/officeDocument/2006/relationships/tags" Target="../tags/tag534.xml"/><Relationship Id="rId7" Type="http://schemas.openxmlformats.org/officeDocument/2006/relationships/tags" Target="../tags/tag538.xml"/><Relationship Id="rId12" Type="http://schemas.openxmlformats.org/officeDocument/2006/relationships/slide" Target="slide8.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tags" Target="../tags/tag537.xml"/><Relationship Id="rId11" Type="http://schemas.openxmlformats.org/officeDocument/2006/relationships/slide" Target="slide4.xml"/><Relationship Id="rId5" Type="http://schemas.openxmlformats.org/officeDocument/2006/relationships/tags" Target="../tags/tag536.xml"/><Relationship Id="rId10" Type="http://schemas.openxmlformats.org/officeDocument/2006/relationships/image" Target="../media/image6.emf"/><Relationship Id="rId4" Type="http://schemas.openxmlformats.org/officeDocument/2006/relationships/tags" Target="../tags/tag535.xml"/><Relationship Id="rId9" Type="http://schemas.openxmlformats.org/officeDocument/2006/relationships/oleObject" Target="../embeddings/oleObject48.bin"/></Relationships>
</file>

<file path=ppt/slides/_rels/slide20.xml.rels><?xml version="1.0" encoding="UTF-8" standalone="yes"?>
<Relationships xmlns="http://schemas.openxmlformats.org/package/2006/relationships"><Relationship Id="rId8" Type="http://schemas.openxmlformats.org/officeDocument/2006/relationships/tags" Target="../tags/tag546.xml"/><Relationship Id="rId13" Type="http://schemas.openxmlformats.org/officeDocument/2006/relationships/tags" Target="../tags/tag551.xml"/><Relationship Id="rId18" Type="http://schemas.openxmlformats.org/officeDocument/2006/relationships/tags" Target="../tags/tag556.xml"/><Relationship Id="rId26" Type="http://schemas.openxmlformats.org/officeDocument/2006/relationships/image" Target="../media/image68.png"/><Relationship Id="rId3" Type="http://schemas.openxmlformats.org/officeDocument/2006/relationships/tags" Target="../tags/tag541.xml"/><Relationship Id="rId21" Type="http://schemas.openxmlformats.org/officeDocument/2006/relationships/notesSlide" Target="../notesSlides/notesSlide14.xml"/><Relationship Id="rId7" Type="http://schemas.openxmlformats.org/officeDocument/2006/relationships/tags" Target="../tags/tag545.xml"/><Relationship Id="rId12" Type="http://schemas.openxmlformats.org/officeDocument/2006/relationships/tags" Target="../tags/tag550.xml"/><Relationship Id="rId17" Type="http://schemas.openxmlformats.org/officeDocument/2006/relationships/tags" Target="../tags/tag555.xml"/><Relationship Id="rId25" Type="http://schemas.openxmlformats.org/officeDocument/2006/relationships/image" Target="../media/image67.svg"/><Relationship Id="rId2" Type="http://schemas.openxmlformats.org/officeDocument/2006/relationships/tags" Target="../tags/tag540.xml"/><Relationship Id="rId16" Type="http://schemas.openxmlformats.org/officeDocument/2006/relationships/tags" Target="../tags/tag554.xml"/><Relationship Id="rId20" Type="http://schemas.openxmlformats.org/officeDocument/2006/relationships/slideLayout" Target="../slideLayouts/slideLayout2.xml"/><Relationship Id="rId29" Type="http://schemas.openxmlformats.org/officeDocument/2006/relationships/image" Target="../media/image71.svg"/><Relationship Id="rId1" Type="http://schemas.openxmlformats.org/officeDocument/2006/relationships/tags" Target="../tags/tag539.xml"/><Relationship Id="rId6" Type="http://schemas.openxmlformats.org/officeDocument/2006/relationships/tags" Target="../tags/tag544.xml"/><Relationship Id="rId11" Type="http://schemas.openxmlformats.org/officeDocument/2006/relationships/tags" Target="../tags/tag549.xml"/><Relationship Id="rId24" Type="http://schemas.openxmlformats.org/officeDocument/2006/relationships/image" Target="../media/image66.png"/><Relationship Id="rId5" Type="http://schemas.openxmlformats.org/officeDocument/2006/relationships/tags" Target="../tags/tag543.xml"/><Relationship Id="rId15" Type="http://schemas.openxmlformats.org/officeDocument/2006/relationships/tags" Target="../tags/tag553.xml"/><Relationship Id="rId23" Type="http://schemas.openxmlformats.org/officeDocument/2006/relationships/image" Target="../media/image65.emf"/><Relationship Id="rId28" Type="http://schemas.openxmlformats.org/officeDocument/2006/relationships/image" Target="../media/image70.png"/><Relationship Id="rId10" Type="http://schemas.openxmlformats.org/officeDocument/2006/relationships/tags" Target="../tags/tag548.xml"/><Relationship Id="rId19" Type="http://schemas.openxmlformats.org/officeDocument/2006/relationships/tags" Target="../tags/tag557.xml"/><Relationship Id="rId31" Type="http://schemas.openxmlformats.org/officeDocument/2006/relationships/image" Target="../media/image73.svg"/><Relationship Id="rId4" Type="http://schemas.openxmlformats.org/officeDocument/2006/relationships/tags" Target="../tags/tag542.xml"/><Relationship Id="rId9" Type="http://schemas.openxmlformats.org/officeDocument/2006/relationships/tags" Target="../tags/tag547.xml"/><Relationship Id="rId14" Type="http://schemas.openxmlformats.org/officeDocument/2006/relationships/tags" Target="../tags/tag552.xml"/><Relationship Id="rId22" Type="http://schemas.openxmlformats.org/officeDocument/2006/relationships/oleObject" Target="../embeddings/oleObject49.bin"/><Relationship Id="rId27" Type="http://schemas.openxmlformats.org/officeDocument/2006/relationships/image" Target="../media/image69.svg"/><Relationship Id="rId30" Type="http://schemas.openxmlformats.org/officeDocument/2006/relationships/image" Target="../media/image72.png"/></Relationships>
</file>

<file path=ppt/slides/_rels/slide21.xml.rels><?xml version="1.0" encoding="UTF-8" standalone="yes"?>
<Relationships xmlns="http://schemas.openxmlformats.org/package/2006/relationships"><Relationship Id="rId8" Type="http://schemas.openxmlformats.org/officeDocument/2006/relationships/tags" Target="../tags/tag565.xml"/><Relationship Id="rId13" Type="http://schemas.openxmlformats.org/officeDocument/2006/relationships/oleObject" Target="../embeddings/oleObject50.bin"/><Relationship Id="rId3" Type="http://schemas.openxmlformats.org/officeDocument/2006/relationships/tags" Target="../tags/tag560.xml"/><Relationship Id="rId7" Type="http://schemas.openxmlformats.org/officeDocument/2006/relationships/tags" Target="../tags/tag564.xml"/><Relationship Id="rId12" Type="http://schemas.openxmlformats.org/officeDocument/2006/relationships/notesSlide" Target="../notesSlides/notesSlide15.xml"/><Relationship Id="rId2" Type="http://schemas.openxmlformats.org/officeDocument/2006/relationships/tags" Target="../tags/tag559.xml"/><Relationship Id="rId1" Type="http://schemas.openxmlformats.org/officeDocument/2006/relationships/tags" Target="../tags/tag558.xml"/><Relationship Id="rId6" Type="http://schemas.openxmlformats.org/officeDocument/2006/relationships/tags" Target="../tags/tag563.xml"/><Relationship Id="rId11" Type="http://schemas.openxmlformats.org/officeDocument/2006/relationships/slideLayout" Target="../slideLayouts/slideLayout2.xml"/><Relationship Id="rId5" Type="http://schemas.openxmlformats.org/officeDocument/2006/relationships/tags" Target="../tags/tag562.xml"/><Relationship Id="rId10" Type="http://schemas.openxmlformats.org/officeDocument/2006/relationships/tags" Target="../tags/tag567.xml"/><Relationship Id="rId4" Type="http://schemas.openxmlformats.org/officeDocument/2006/relationships/tags" Target="../tags/tag561.xml"/><Relationship Id="rId9" Type="http://schemas.openxmlformats.org/officeDocument/2006/relationships/tags" Target="../tags/tag566.xml"/><Relationship Id="rId14" Type="http://schemas.openxmlformats.org/officeDocument/2006/relationships/image" Target="../media/image56.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tags" Target="../tags/tag570.xml"/><Relationship Id="rId7" Type="http://schemas.openxmlformats.org/officeDocument/2006/relationships/notesSlide" Target="../notesSlides/notesSlide16.xml"/><Relationship Id="rId2" Type="http://schemas.openxmlformats.org/officeDocument/2006/relationships/tags" Target="../tags/tag569.xml"/><Relationship Id="rId1" Type="http://schemas.openxmlformats.org/officeDocument/2006/relationships/tags" Target="../tags/tag568.xml"/><Relationship Id="rId6" Type="http://schemas.openxmlformats.org/officeDocument/2006/relationships/slideLayout" Target="../slideLayouts/slideLayout2.xml"/><Relationship Id="rId11" Type="http://schemas.openxmlformats.org/officeDocument/2006/relationships/image" Target="../media/image67.svg"/><Relationship Id="rId5" Type="http://schemas.openxmlformats.org/officeDocument/2006/relationships/tags" Target="../tags/tag572.xml"/><Relationship Id="rId10" Type="http://schemas.openxmlformats.org/officeDocument/2006/relationships/image" Target="../media/image66.png"/><Relationship Id="rId4" Type="http://schemas.openxmlformats.org/officeDocument/2006/relationships/tags" Target="../tags/tag571.xml"/><Relationship Id="rId9" Type="http://schemas.openxmlformats.org/officeDocument/2006/relationships/image" Target="../media/image6.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574.xml"/><Relationship Id="rId1" Type="http://schemas.openxmlformats.org/officeDocument/2006/relationships/tags" Target="../tags/tag573.xml"/><Relationship Id="rId6" Type="http://schemas.openxmlformats.org/officeDocument/2006/relationships/image" Target="../media/image6.emf"/><Relationship Id="rId5" Type="http://schemas.openxmlformats.org/officeDocument/2006/relationships/oleObject" Target="../embeddings/oleObject52.bin"/><Relationship Id="rId4"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8" Type="http://schemas.openxmlformats.org/officeDocument/2006/relationships/tags" Target="../tags/tag582.xml"/><Relationship Id="rId13" Type="http://schemas.openxmlformats.org/officeDocument/2006/relationships/tags" Target="../tags/tag587.xml"/><Relationship Id="rId18" Type="http://schemas.openxmlformats.org/officeDocument/2006/relationships/tags" Target="../tags/tag592.xml"/><Relationship Id="rId26" Type="http://schemas.openxmlformats.org/officeDocument/2006/relationships/image" Target="../media/image74.emf"/><Relationship Id="rId3" Type="http://schemas.openxmlformats.org/officeDocument/2006/relationships/tags" Target="../tags/tag577.xml"/><Relationship Id="rId21" Type="http://schemas.openxmlformats.org/officeDocument/2006/relationships/tags" Target="../tags/tag595.xml"/><Relationship Id="rId7" Type="http://schemas.openxmlformats.org/officeDocument/2006/relationships/tags" Target="../tags/tag581.xml"/><Relationship Id="rId12" Type="http://schemas.openxmlformats.org/officeDocument/2006/relationships/tags" Target="../tags/tag586.xml"/><Relationship Id="rId17" Type="http://schemas.openxmlformats.org/officeDocument/2006/relationships/tags" Target="../tags/tag591.xml"/><Relationship Id="rId25" Type="http://schemas.openxmlformats.org/officeDocument/2006/relationships/oleObject" Target="../embeddings/oleObject53.bin"/><Relationship Id="rId2" Type="http://schemas.openxmlformats.org/officeDocument/2006/relationships/tags" Target="../tags/tag576.xml"/><Relationship Id="rId16" Type="http://schemas.openxmlformats.org/officeDocument/2006/relationships/tags" Target="../tags/tag590.xml"/><Relationship Id="rId20" Type="http://schemas.openxmlformats.org/officeDocument/2006/relationships/tags" Target="../tags/tag594.xml"/><Relationship Id="rId1" Type="http://schemas.openxmlformats.org/officeDocument/2006/relationships/tags" Target="../tags/tag575.xml"/><Relationship Id="rId6" Type="http://schemas.openxmlformats.org/officeDocument/2006/relationships/tags" Target="../tags/tag580.xml"/><Relationship Id="rId11" Type="http://schemas.openxmlformats.org/officeDocument/2006/relationships/tags" Target="../tags/tag585.xml"/><Relationship Id="rId24" Type="http://schemas.openxmlformats.org/officeDocument/2006/relationships/notesSlide" Target="../notesSlides/notesSlide18.xml"/><Relationship Id="rId5" Type="http://schemas.openxmlformats.org/officeDocument/2006/relationships/tags" Target="../tags/tag579.xml"/><Relationship Id="rId15" Type="http://schemas.openxmlformats.org/officeDocument/2006/relationships/tags" Target="../tags/tag589.xml"/><Relationship Id="rId23" Type="http://schemas.openxmlformats.org/officeDocument/2006/relationships/slideLayout" Target="../slideLayouts/slideLayout10.xml"/><Relationship Id="rId28" Type="http://schemas.openxmlformats.org/officeDocument/2006/relationships/image" Target="../media/image76.svg"/><Relationship Id="rId10" Type="http://schemas.openxmlformats.org/officeDocument/2006/relationships/tags" Target="../tags/tag584.xml"/><Relationship Id="rId19" Type="http://schemas.openxmlformats.org/officeDocument/2006/relationships/tags" Target="../tags/tag593.xml"/><Relationship Id="rId4" Type="http://schemas.openxmlformats.org/officeDocument/2006/relationships/tags" Target="../tags/tag578.xml"/><Relationship Id="rId9" Type="http://schemas.openxmlformats.org/officeDocument/2006/relationships/tags" Target="../tags/tag583.xml"/><Relationship Id="rId14" Type="http://schemas.openxmlformats.org/officeDocument/2006/relationships/tags" Target="../tags/tag588.xml"/><Relationship Id="rId22" Type="http://schemas.openxmlformats.org/officeDocument/2006/relationships/tags" Target="../tags/tag596.xml"/><Relationship Id="rId27"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FC82A3A-0A2D-4C91-9164-E53833C359F6}"/>
              </a:ext>
            </a:extLst>
          </p:cNvPr>
          <p:cNvGraphicFramePr>
            <a:graphicFrameLocks noChangeAspect="1"/>
          </p:cNvGraphicFramePr>
          <p:nvPr>
            <p:custDataLst>
              <p:tags r:id="rId1"/>
            </p:custDataLst>
            <p:extLst>
              <p:ext uri="{D42A27DB-BD31-4B8C-83A1-F6EECF244321}">
                <p14:modId xmlns:p14="http://schemas.microsoft.com/office/powerpoint/2010/main" val="2425764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72" imgH="588" progId="TCLayout.ActiveDocument.1">
                  <p:embed/>
                </p:oleObj>
              </mc:Choice>
              <mc:Fallback>
                <p:oleObj name="think-cell Slide" r:id="rId8" imgW="572" imgH="588" progId="TCLayout.ActiveDocument.1">
                  <p:embed/>
                  <p:pic>
                    <p:nvPicPr>
                      <p:cNvPr id="3" name="Object 8" hidden="1">
                        <a:extLst>
                          <a:ext uri="{FF2B5EF4-FFF2-40B4-BE49-F238E27FC236}">
                            <a16:creationId xmlns:a16="http://schemas.microsoft.com/office/drawing/2014/main" id="{DFC82A3A-0A2D-4C91-9164-E53833C359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Partnership" hidden="1">
            <a:extLst>
              <a:ext uri="{FF2B5EF4-FFF2-40B4-BE49-F238E27FC236}">
                <a16:creationId xmlns:a16="http://schemas.microsoft.com/office/drawing/2014/main" id="{108DE052-9238-470A-B7A3-D8EB461E3CEB}"/>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4" name="Title">
            <a:extLst>
              <a:ext uri="{FF2B5EF4-FFF2-40B4-BE49-F238E27FC236}">
                <a16:creationId xmlns:a16="http://schemas.microsoft.com/office/drawing/2014/main" id="{FA5D4630-F7DD-45DE-8B28-13C4C3DDAD21}"/>
              </a:ext>
            </a:extLst>
          </p:cNvPr>
          <p:cNvSpPr>
            <a:spLocks noGrp="1"/>
          </p:cNvSpPr>
          <p:nvPr>
            <p:ph type="title"/>
            <p:custDataLst>
              <p:tags r:id="rId3"/>
            </p:custDataLst>
          </p:nvPr>
        </p:nvSpPr>
        <p:spPr/>
        <p:txBody>
          <a:bodyPr vert="horz">
            <a:normAutofit/>
          </a:bodyPr>
          <a:lstStyle/>
          <a:p>
            <a:r>
              <a:rPr lang="en-US"/>
              <a:t>Behavioral interview training best practices</a:t>
            </a:r>
          </a:p>
        </p:txBody>
      </p:sp>
      <p:sp>
        <p:nvSpPr>
          <p:cNvPr id="6" name="Documenttype">
            <a:extLst>
              <a:ext uri="{FF2B5EF4-FFF2-40B4-BE49-F238E27FC236}">
                <a16:creationId xmlns:a16="http://schemas.microsoft.com/office/drawing/2014/main" id="{2F922CB4-FB08-73BA-32A4-2990810C4D6E}"/>
              </a:ext>
            </a:extLst>
          </p:cNvPr>
          <p:cNvSpPr>
            <a:spLocks noGrp="1"/>
          </p:cNvSpPr>
          <p:nvPr>
            <p:ph type="body" sz="quarter" idx="13"/>
            <p:custDataLst>
              <p:tags r:id="rId4"/>
            </p:custDataLst>
          </p:nvPr>
        </p:nvSpPr>
        <p:spPr>
          <a:xfrm>
            <a:off x="554736" y="4801113"/>
            <a:ext cx="6016752" cy="215444"/>
          </a:xfrm>
        </p:spPr>
        <p:txBody>
          <a:bodyPr/>
          <a:lstStyle/>
          <a:p>
            <a:r>
              <a:rPr lang="en-GB"/>
              <a:t>September 2024</a:t>
            </a:r>
          </a:p>
        </p:txBody>
      </p:sp>
      <p:sp>
        <p:nvSpPr>
          <p:cNvPr id="8" name="Subtitle">
            <a:extLst>
              <a:ext uri="{FF2B5EF4-FFF2-40B4-BE49-F238E27FC236}">
                <a16:creationId xmlns:a16="http://schemas.microsoft.com/office/drawing/2014/main" id="{E03A9F72-CB98-3CC1-D3F6-E4D8EF15263E}"/>
              </a:ext>
            </a:extLst>
          </p:cNvPr>
          <p:cNvSpPr>
            <a:spLocks noGrp="1"/>
          </p:cNvSpPr>
          <p:nvPr>
            <p:ph type="subTitle" idx="1"/>
            <p:custDataLst>
              <p:tags r:id="rId5"/>
            </p:custDataLst>
          </p:nvPr>
        </p:nvSpPr>
        <p:spPr/>
        <p:txBody>
          <a:bodyPr/>
          <a:lstStyle/>
          <a:p>
            <a:r>
              <a:rPr lang="en-GB"/>
              <a:t>Internal guide for running an interviewer training workstream</a:t>
            </a:r>
          </a:p>
        </p:txBody>
      </p:sp>
    </p:spTree>
    <p:extLst>
      <p:ext uri="{BB962C8B-B14F-4D97-AF65-F5344CB8AC3E}">
        <p14:creationId xmlns:p14="http://schemas.microsoft.com/office/powerpoint/2010/main" val="3824928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88B2B54E-F3A9-400E-94C6-CE2E14A831FC}"/>
              </a:ext>
            </a:extLst>
          </p:cNvPr>
          <p:cNvGraphicFramePr>
            <a:graphicFrameLocks noChangeAspect="1"/>
          </p:cNvGraphicFramePr>
          <p:nvPr>
            <p:custDataLst>
              <p:tags r:id="rId1"/>
            </p:custDataLst>
            <p:extLst>
              <p:ext uri="{D42A27DB-BD31-4B8C-83A1-F6EECF244321}">
                <p14:modId xmlns:p14="http://schemas.microsoft.com/office/powerpoint/2010/main" val="1954319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4" name="Object 2" hidden="1">
                        <a:extLst>
                          <a:ext uri="{FF2B5EF4-FFF2-40B4-BE49-F238E27FC236}">
                            <a16:creationId xmlns:a16="http://schemas.microsoft.com/office/drawing/2014/main" id="{88B2B54E-F3A9-400E-94C6-CE2E14A831FC}"/>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B50227E-1500-44A7-BD6B-FC54E2950CCE}"/>
              </a:ext>
            </a:extLst>
          </p:cNvPr>
          <p:cNvSpPr/>
          <p:nvPr>
            <p:custDataLst>
              <p:tags r:id="rId2"/>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12" name="2. Slide Title">
            <a:extLst>
              <a:ext uri="{FF2B5EF4-FFF2-40B4-BE49-F238E27FC236}">
                <a16:creationId xmlns:a16="http://schemas.microsoft.com/office/drawing/2014/main" id="{1E221AAF-ACC7-6940-99DF-942AC90644F0}"/>
              </a:ext>
            </a:extLst>
          </p:cNvPr>
          <p:cNvSpPr>
            <a:spLocks noGrp="1"/>
          </p:cNvSpPr>
          <p:nvPr>
            <p:ph type="title"/>
            <p:custDataLst>
              <p:tags r:id="rId3"/>
            </p:custDataLst>
          </p:nvPr>
        </p:nvSpPr>
        <p:spPr>
          <a:xfrm>
            <a:off x="554736" y="2798229"/>
            <a:ext cx="2514600" cy="71558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Contact the team</a:t>
            </a:r>
          </a:p>
        </p:txBody>
      </p:sp>
      <p:sp>
        <p:nvSpPr>
          <p:cNvPr id="6" name="Text Placeholder 5">
            <a:extLst>
              <a:ext uri="{FF2B5EF4-FFF2-40B4-BE49-F238E27FC236}">
                <a16:creationId xmlns:a16="http://schemas.microsoft.com/office/drawing/2014/main" id="{C32067CE-B0BE-7419-63E9-7712B5B51815}"/>
              </a:ext>
            </a:extLst>
          </p:cNvPr>
          <p:cNvSpPr>
            <a:spLocks noGrp="1"/>
          </p:cNvSpPr>
          <p:nvPr>
            <p:ph type="body" sz="quarter" idx="17"/>
          </p:nvPr>
        </p:nvSpPr>
        <p:spPr>
          <a:xfrm>
            <a:off x="7159752" y="78768"/>
            <a:ext cx="4480560" cy="123111"/>
          </a:xfrm>
        </p:spPr>
        <p:txBody>
          <a:bodyPr/>
          <a:lstStyle/>
          <a:p>
            <a:endParaRPr lang="en-US"/>
          </a:p>
        </p:txBody>
      </p:sp>
      <p:pic>
        <p:nvPicPr>
          <p:cNvPr id="13" name="Picture 12">
            <a:extLst>
              <a:ext uri="{FF2B5EF4-FFF2-40B4-BE49-F238E27FC236}">
                <a16:creationId xmlns:a16="http://schemas.microsoft.com/office/drawing/2014/main" id="{4F44507F-D052-A4B4-BF88-9E86CB91A082}"/>
              </a:ext>
            </a:extLst>
          </p:cNvPr>
          <p:cNvPicPr>
            <a:picLocks/>
          </p:cNvPicPr>
          <p:nvPr/>
        </p:nvPicPr>
        <p:blipFill>
          <a:blip r:embed="rId8" r:link="rId9"/>
          <a:srcRect/>
          <a:stretch>
            <a:fillRect/>
          </a:stretch>
        </p:blipFill>
        <p:spPr>
          <a:xfrm>
            <a:off x="5521410" y="4102538"/>
            <a:ext cx="1280159" cy="1280160"/>
          </a:xfrm>
          <a:prstGeom prst="ellipse">
            <a:avLst/>
          </a:prstGeom>
          <a:solidFill>
            <a:schemeClr val="accent2"/>
          </a:solidFill>
          <a:ln w="38100">
            <a:solidFill>
              <a:schemeClr val="accent2"/>
            </a:solidFill>
          </a:ln>
        </p:spPr>
      </p:pic>
      <p:sp>
        <p:nvSpPr>
          <p:cNvPr id="16" name="TextBox 15">
            <a:extLst>
              <a:ext uri="{FF2B5EF4-FFF2-40B4-BE49-F238E27FC236}">
                <a16:creationId xmlns:a16="http://schemas.microsoft.com/office/drawing/2014/main" id="{018667A4-7865-3F06-6A0B-209F0AF0FC4A}"/>
              </a:ext>
            </a:extLst>
          </p:cNvPr>
          <p:cNvSpPr txBox="1">
            <a:spLocks/>
          </p:cNvSpPr>
          <p:nvPr/>
        </p:nvSpPr>
        <p:spPr>
          <a:xfrm>
            <a:off x="5105357" y="5609369"/>
            <a:ext cx="2112264" cy="439031"/>
          </a:xfrm>
          <a:prstGeom prst="rect">
            <a:avLst/>
          </a:prstGeom>
          <a:noFill/>
        </p:spPr>
        <p:txBody>
          <a:bodyPr wrap="square" lIns="0" tIns="0" rIns="0" bIns="0" rtlCol="0">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Medium" panose="020B0604020101020102" pitchFamily="34" charset="0"/>
              </a:rPr>
              <a:t>Zakiyya Ellington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panose="020B0504020101020102" pitchFamily="34" charset="0"/>
              </a:rPr>
              <a:t>Senior Business Analyst</a:t>
            </a:r>
          </a:p>
        </p:txBody>
      </p:sp>
      <p:grpSp>
        <p:nvGrpSpPr>
          <p:cNvPr id="34" name="Group 33">
            <a:extLst>
              <a:ext uri="{FF2B5EF4-FFF2-40B4-BE49-F238E27FC236}">
                <a16:creationId xmlns:a16="http://schemas.microsoft.com/office/drawing/2014/main" id="{D88C041F-DE80-BCF4-EDEB-4673641FEA7F}"/>
              </a:ext>
            </a:extLst>
          </p:cNvPr>
          <p:cNvGrpSpPr/>
          <p:nvPr/>
        </p:nvGrpSpPr>
        <p:grpSpPr>
          <a:xfrm>
            <a:off x="10111486" y="1025427"/>
            <a:ext cx="1525778" cy="184666"/>
            <a:chOff x="8742934" y="1291388"/>
            <a:chExt cx="1525778" cy="184666"/>
          </a:xfrm>
        </p:grpSpPr>
        <p:sp>
          <p:nvSpPr>
            <p:cNvPr id="35" name="TextBox 34">
              <a:extLst>
                <a:ext uri="{FF2B5EF4-FFF2-40B4-BE49-F238E27FC236}">
                  <a16:creationId xmlns:a16="http://schemas.microsoft.com/office/drawing/2014/main" id="{28FF5E67-9E8D-BA6F-145A-F8092169EE0F}"/>
                </a:ext>
              </a:extLst>
            </p:cNvPr>
            <p:cNvSpPr txBox="1">
              <a:spLocks/>
            </p:cNvSpPr>
            <p:nvPr/>
          </p:nvSpPr>
          <p:spPr>
            <a:xfrm>
              <a:off x="9053082" y="1291388"/>
              <a:ext cx="1215630"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2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2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2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2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2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2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2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2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2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0" i="0" u="none" strike="noStrike" kern="0" cap="none" spc="0" normalizeH="0" baseline="0" noProof="0">
                  <a:ln>
                    <a:noFill/>
                  </a:ln>
                  <a:solidFill>
                    <a:srgbClr val="000000"/>
                  </a:solidFill>
                  <a:effectLst/>
                  <a:uLnTx/>
                  <a:uFillTx/>
                  <a:latin typeface="Arial"/>
                  <a:ea typeface="+mn-ea"/>
                  <a:cs typeface="Arial" panose="020B0604020202020204" pitchFamily="34" charset="0"/>
                </a:rPr>
                <a:t>Primary contacts</a:t>
              </a:r>
            </a:p>
          </p:txBody>
        </p:sp>
        <p:sp>
          <p:nvSpPr>
            <p:cNvPr id="36" name="Oval 35">
              <a:extLst>
                <a:ext uri="{FF2B5EF4-FFF2-40B4-BE49-F238E27FC236}">
                  <a16:creationId xmlns:a16="http://schemas.microsoft.com/office/drawing/2014/main" id="{0D5F8FF4-3AF4-9E10-BD23-FFA3F4334254}"/>
                </a:ext>
              </a:extLst>
            </p:cNvPr>
            <p:cNvSpPr>
              <a:spLocks/>
            </p:cNvSpPr>
            <p:nvPr/>
          </p:nvSpPr>
          <p:spPr>
            <a:xfrm>
              <a:off x="8742934" y="1293504"/>
              <a:ext cx="193205" cy="180435"/>
            </a:xfrm>
            <a:prstGeom prst="ellipse">
              <a:avLst/>
            </a:prstGeom>
            <a:noFill/>
            <a:ln w="28575"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33" name="Group 32">
            <a:extLst>
              <a:ext uri="{FF2B5EF4-FFF2-40B4-BE49-F238E27FC236}">
                <a16:creationId xmlns:a16="http://schemas.microsoft.com/office/drawing/2014/main" id="{FAE4B63A-C999-DA89-C239-D2438B294093}"/>
              </a:ext>
            </a:extLst>
          </p:cNvPr>
          <p:cNvGrpSpPr/>
          <p:nvPr/>
        </p:nvGrpSpPr>
        <p:grpSpPr>
          <a:xfrm>
            <a:off x="3756491" y="1767689"/>
            <a:ext cx="2112264" cy="1823215"/>
            <a:chOff x="3544823" y="1767689"/>
            <a:chExt cx="2112264" cy="1823215"/>
          </a:xfrm>
        </p:grpSpPr>
        <p:sp>
          <p:nvSpPr>
            <p:cNvPr id="105" name="TextBox 104">
              <a:extLst>
                <a:ext uri="{FF2B5EF4-FFF2-40B4-BE49-F238E27FC236}">
                  <a16:creationId xmlns:a16="http://schemas.microsoft.com/office/drawing/2014/main" id="{01C7BE84-FDF9-CD45-8765-4D2020D4A1D0}"/>
                </a:ext>
              </a:extLst>
            </p:cNvPr>
            <p:cNvSpPr txBox="1">
              <a:spLocks/>
            </p:cNvSpPr>
            <p:nvPr/>
          </p:nvSpPr>
          <p:spPr>
            <a:xfrm>
              <a:off x="3544823" y="3151873"/>
              <a:ext cx="2112264" cy="439031"/>
            </a:xfrm>
            <a:prstGeom prst="rect">
              <a:avLst/>
            </a:prstGeom>
            <a:noFill/>
          </p:spPr>
          <p:txBody>
            <a:bodyPr wrap="square" lIns="0" tIns="0" rIns="0" bIns="0" rtlCol="0">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Medium" panose="020B0604020101020102" pitchFamily="34" charset="0"/>
                </a:rPr>
                <a:t>Tracy Nowski</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panose="020B0504020101020102" pitchFamily="34" charset="0"/>
                </a:rPr>
                <a:t>Partner</a:t>
              </a:r>
            </a:p>
          </p:txBody>
        </p:sp>
        <p:pic>
          <p:nvPicPr>
            <p:cNvPr id="29" name="Picture 28">
              <a:extLst>
                <a:ext uri="{FF2B5EF4-FFF2-40B4-BE49-F238E27FC236}">
                  <a16:creationId xmlns:a16="http://schemas.microsoft.com/office/drawing/2014/main" id="{9C598B57-0B09-8DB6-B720-6D536A4DE1FF}"/>
                </a:ext>
              </a:extLst>
            </p:cNvPr>
            <p:cNvPicPr>
              <a:picLocks/>
            </p:cNvPicPr>
            <p:nvPr/>
          </p:nvPicPr>
          <p:blipFill>
            <a:blip r:embed="rId10" r:link="rId11"/>
            <a:srcRect/>
            <a:stretch>
              <a:fillRect/>
            </a:stretch>
          </p:blipFill>
          <p:spPr>
            <a:xfrm>
              <a:off x="3960876" y="1767689"/>
              <a:ext cx="1280159" cy="1280160"/>
            </a:xfrm>
            <a:prstGeom prst="ellipse">
              <a:avLst/>
            </a:prstGeom>
          </p:spPr>
        </p:pic>
      </p:grpSp>
      <p:grpSp>
        <p:nvGrpSpPr>
          <p:cNvPr id="37" name="Group 36">
            <a:extLst>
              <a:ext uri="{FF2B5EF4-FFF2-40B4-BE49-F238E27FC236}">
                <a16:creationId xmlns:a16="http://schemas.microsoft.com/office/drawing/2014/main" id="{8D2DF978-A75B-47C1-E56C-01223686AB1E}"/>
              </a:ext>
            </a:extLst>
          </p:cNvPr>
          <p:cNvGrpSpPr/>
          <p:nvPr/>
        </p:nvGrpSpPr>
        <p:grpSpPr>
          <a:xfrm>
            <a:off x="6454223" y="1767689"/>
            <a:ext cx="2112264" cy="1823215"/>
            <a:chOff x="7533639" y="1767689"/>
            <a:chExt cx="2112264" cy="1823215"/>
          </a:xfrm>
        </p:grpSpPr>
        <p:sp>
          <p:nvSpPr>
            <p:cNvPr id="107" name="TextBox 106">
              <a:extLst>
                <a:ext uri="{FF2B5EF4-FFF2-40B4-BE49-F238E27FC236}">
                  <a16:creationId xmlns:a16="http://schemas.microsoft.com/office/drawing/2014/main" id="{45474154-090F-F141-B256-342530DA20BB}"/>
                </a:ext>
              </a:extLst>
            </p:cNvPr>
            <p:cNvSpPr txBox="1">
              <a:spLocks/>
            </p:cNvSpPr>
            <p:nvPr/>
          </p:nvSpPr>
          <p:spPr>
            <a:xfrm>
              <a:off x="7533639" y="3151873"/>
              <a:ext cx="2112264" cy="439031"/>
            </a:xfrm>
            <a:prstGeom prst="rect">
              <a:avLst/>
            </a:prstGeom>
            <a:noFill/>
          </p:spPr>
          <p:txBody>
            <a:bodyPr wrap="square" lIns="0" tIns="0" rIns="0" bIns="0" rtlCol="0">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Medium" panose="020B0604020101020102" pitchFamily="34" charset="0"/>
                </a:rPr>
                <a:t>Emily Field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panose="020B0504020101020102" pitchFamily="34" charset="0"/>
                </a:rPr>
                <a:t>Partner</a:t>
              </a:r>
            </a:p>
          </p:txBody>
        </p:sp>
        <p:pic>
          <p:nvPicPr>
            <p:cNvPr id="30" name="Picture 29">
              <a:extLst>
                <a:ext uri="{FF2B5EF4-FFF2-40B4-BE49-F238E27FC236}">
                  <a16:creationId xmlns:a16="http://schemas.microsoft.com/office/drawing/2014/main" id="{5254CEE4-4F1E-9E0C-BD94-5BCA1CF52C50}"/>
                </a:ext>
              </a:extLst>
            </p:cNvPr>
            <p:cNvPicPr>
              <a:picLocks/>
            </p:cNvPicPr>
            <p:nvPr/>
          </p:nvPicPr>
          <p:blipFill>
            <a:blip r:embed="rId12" r:link="rId13"/>
            <a:srcRect/>
            <a:stretch>
              <a:fillRect/>
            </a:stretch>
          </p:blipFill>
          <p:spPr>
            <a:xfrm>
              <a:off x="7949690" y="1767689"/>
              <a:ext cx="1280159" cy="1280160"/>
            </a:xfrm>
            <a:prstGeom prst="ellipse">
              <a:avLst/>
            </a:prstGeom>
            <a:ln w="28575">
              <a:solidFill>
                <a:srgbClr val="00A9F4"/>
              </a:solidFill>
            </a:ln>
          </p:spPr>
        </p:pic>
      </p:grpSp>
      <p:grpSp>
        <p:nvGrpSpPr>
          <p:cNvPr id="38" name="Group 37">
            <a:extLst>
              <a:ext uri="{FF2B5EF4-FFF2-40B4-BE49-F238E27FC236}">
                <a16:creationId xmlns:a16="http://schemas.microsoft.com/office/drawing/2014/main" id="{89A79A1C-89EF-B285-9440-4E837AC7FBBA}"/>
              </a:ext>
            </a:extLst>
          </p:cNvPr>
          <p:cNvGrpSpPr/>
          <p:nvPr/>
        </p:nvGrpSpPr>
        <p:grpSpPr>
          <a:xfrm>
            <a:off x="9151956" y="1767689"/>
            <a:ext cx="2112264" cy="1823215"/>
            <a:chOff x="9528048" y="1767689"/>
            <a:chExt cx="2112264" cy="1823215"/>
          </a:xfrm>
        </p:grpSpPr>
        <p:sp>
          <p:nvSpPr>
            <p:cNvPr id="108" name="TextBox 107">
              <a:extLst>
                <a:ext uri="{FF2B5EF4-FFF2-40B4-BE49-F238E27FC236}">
                  <a16:creationId xmlns:a16="http://schemas.microsoft.com/office/drawing/2014/main" id="{15E8D0DD-7D30-1B4E-905F-54FCDB91CB4C}"/>
                </a:ext>
              </a:extLst>
            </p:cNvPr>
            <p:cNvSpPr txBox="1">
              <a:spLocks/>
            </p:cNvSpPr>
            <p:nvPr/>
          </p:nvSpPr>
          <p:spPr>
            <a:xfrm>
              <a:off x="9528048" y="3151873"/>
              <a:ext cx="2112264" cy="439031"/>
            </a:xfrm>
            <a:prstGeom prst="rect">
              <a:avLst/>
            </a:prstGeom>
            <a:noFill/>
          </p:spPr>
          <p:txBody>
            <a:bodyPr wrap="square" lIns="0" tIns="0" rIns="0" bIns="0" rtlCol="0">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Medium" panose="020B0604020101020102" pitchFamily="34" charset="0"/>
                </a:rPr>
                <a:t>Saloni Singhvi</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panose="020B0504020101020102" pitchFamily="34" charset="0"/>
                </a:rPr>
                <a:t>Engagement Manager</a:t>
              </a:r>
            </a:p>
          </p:txBody>
        </p:sp>
        <p:pic>
          <p:nvPicPr>
            <p:cNvPr id="31" name="Picture 30">
              <a:extLst>
                <a:ext uri="{FF2B5EF4-FFF2-40B4-BE49-F238E27FC236}">
                  <a16:creationId xmlns:a16="http://schemas.microsoft.com/office/drawing/2014/main" id="{2A2232D1-18A6-686F-D77C-1708A547BB89}"/>
                </a:ext>
              </a:extLst>
            </p:cNvPr>
            <p:cNvPicPr>
              <a:picLocks/>
            </p:cNvPicPr>
            <p:nvPr/>
          </p:nvPicPr>
          <p:blipFill>
            <a:blip r:embed="rId14" r:link="rId15"/>
            <a:srcRect/>
            <a:stretch>
              <a:fillRect/>
            </a:stretch>
          </p:blipFill>
          <p:spPr>
            <a:xfrm>
              <a:off x="9944100" y="1767689"/>
              <a:ext cx="1280159" cy="1280160"/>
            </a:xfrm>
            <a:prstGeom prst="ellipse">
              <a:avLst/>
            </a:prstGeom>
            <a:ln w="28575">
              <a:solidFill>
                <a:srgbClr val="00A9F4"/>
              </a:solidFill>
            </a:ln>
          </p:spPr>
        </p:pic>
      </p:grpSp>
      <p:grpSp>
        <p:nvGrpSpPr>
          <p:cNvPr id="39" name="Group 38">
            <a:extLst>
              <a:ext uri="{FF2B5EF4-FFF2-40B4-BE49-F238E27FC236}">
                <a16:creationId xmlns:a16="http://schemas.microsoft.com/office/drawing/2014/main" id="{B990CA72-D8B0-861C-493C-01F3816BDBDC}"/>
              </a:ext>
            </a:extLst>
          </p:cNvPr>
          <p:cNvGrpSpPr/>
          <p:nvPr/>
        </p:nvGrpSpPr>
        <p:grpSpPr>
          <a:xfrm>
            <a:off x="7803090" y="4102538"/>
            <a:ext cx="2112264" cy="1945862"/>
            <a:chOff x="4542027" y="4102538"/>
            <a:chExt cx="2112264" cy="1945862"/>
          </a:xfrm>
        </p:grpSpPr>
        <p:sp>
          <p:nvSpPr>
            <p:cNvPr id="15" name="TextBox 14">
              <a:extLst>
                <a:ext uri="{FF2B5EF4-FFF2-40B4-BE49-F238E27FC236}">
                  <a16:creationId xmlns:a16="http://schemas.microsoft.com/office/drawing/2014/main" id="{721683D9-DD35-BC32-E768-13DD62B72997}"/>
                </a:ext>
              </a:extLst>
            </p:cNvPr>
            <p:cNvSpPr txBox="1">
              <a:spLocks/>
            </p:cNvSpPr>
            <p:nvPr/>
          </p:nvSpPr>
          <p:spPr>
            <a:xfrm>
              <a:off x="4542027" y="5609369"/>
              <a:ext cx="2112264" cy="439031"/>
            </a:xfrm>
            <a:prstGeom prst="rect">
              <a:avLst/>
            </a:prstGeom>
            <a:noFill/>
          </p:spPr>
          <p:txBody>
            <a:bodyPr wrap="square" lIns="0" tIns="0" rIns="0" bIns="0" rtlCol="0">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Medium" panose="020B0604020101020102" pitchFamily="34" charset="0"/>
                </a:rPr>
                <a:t>Gianni Galasso</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Theinhardt Pan" panose="020B0504020101020102" pitchFamily="34" charset="0"/>
                </a:rPr>
                <a:t>Business Analyst</a:t>
              </a:r>
            </a:p>
          </p:txBody>
        </p:sp>
        <p:pic>
          <p:nvPicPr>
            <p:cNvPr id="32" name="Picture 31">
              <a:extLst>
                <a:ext uri="{FF2B5EF4-FFF2-40B4-BE49-F238E27FC236}">
                  <a16:creationId xmlns:a16="http://schemas.microsoft.com/office/drawing/2014/main" id="{9BCED324-615E-8266-8869-839DE8511F48}"/>
                </a:ext>
              </a:extLst>
            </p:cNvPr>
            <p:cNvPicPr>
              <a:picLocks/>
            </p:cNvPicPr>
            <p:nvPr/>
          </p:nvPicPr>
          <p:blipFill>
            <a:blip r:embed="rId16" r:link="rId17"/>
            <a:srcRect/>
            <a:stretch>
              <a:fillRect/>
            </a:stretch>
          </p:blipFill>
          <p:spPr>
            <a:xfrm>
              <a:off x="4958080" y="4102538"/>
              <a:ext cx="1280159" cy="1280160"/>
            </a:xfrm>
            <a:prstGeom prst="ellipse">
              <a:avLst/>
            </a:prstGeom>
          </p:spPr>
        </p:pic>
      </p:grpSp>
    </p:spTree>
    <p:extLst>
      <p:ext uri="{BB962C8B-B14F-4D97-AF65-F5344CB8AC3E}">
        <p14:creationId xmlns:p14="http://schemas.microsoft.com/office/powerpoint/2010/main" val="2066351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2" hidden="1">
            <a:extLst>
              <a:ext uri="{FF2B5EF4-FFF2-40B4-BE49-F238E27FC236}">
                <a16:creationId xmlns:a16="http://schemas.microsoft.com/office/drawing/2014/main" id="{BDAC8BBB-F81F-466B-B1A9-6F09D9529BA4}"/>
              </a:ext>
            </a:extLst>
          </p:cNvPr>
          <p:cNvGraphicFramePr>
            <a:graphicFrameLocks noChangeAspect="1"/>
          </p:cNvGraphicFramePr>
          <p:nvPr>
            <p:custDataLst>
              <p:tags r:id="rId1"/>
            </p:custDataLst>
            <p:extLst>
              <p:ext uri="{D42A27DB-BD31-4B8C-83A1-F6EECF244321}">
                <p14:modId xmlns:p14="http://schemas.microsoft.com/office/powerpoint/2010/main" val="3885173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7" name="Object 2" hidden="1">
                        <a:extLst>
                          <a:ext uri="{FF2B5EF4-FFF2-40B4-BE49-F238E27FC236}">
                            <a16:creationId xmlns:a16="http://schemas.microsoft.com/office/drawing/2014/main" id="{BDAC8BBB-F81F-466B-B1A9-6F09D9529BA4}"/>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46367073-2DB1-9293-E50E-48C9B02AA13D}"/>
              </a:ext>
            </a:extLst>
          </p:cNvPr>
          <p:cNvSpPr>
            <a:spLocks noGrp="1"/>
          </p:cNvSpPr>
          <p:nvPr>
            <p:ph type="body" sz="quarter" idx="17"/>
          </p:nvPr>
        </p:nvSpPr>
        <p:spPr/>
        <p:txBody>
          <a:bodyPr/>
          <a:lstStyle/>
          <a:p>
            <a:endParaRPr lang="en-US"/>
          </a:p>
        </p:txBody>
      </p:sp>
      <p:sp>
        <p:nvSpPr>
          <p:cNvPr id="2" name="2. Slide Title">
            <a:extLst>
              <a:ext uri="{FF2B5EF4-FFF2-40B4-BE49-F238E27FC236}">
                <a16:creationId xmlns:a16="http://schemas.microsoft.com/office/drawing/2014/main" id="{F87F80F4-14A0-475A-9B3E-F224CB411CA3}"/>
              </a:ext>
            </a:extLst>
          </p:cNvPr>
          <p:cNvSpPr>
            <a:spLocks noGrp="1"/>
          </p:cNvSpPr>
          <p:nvPr>
            <p:ph type="title"/>
            <p:custDataLst>
              <p:tags r:id="rId2"/>
            </p:custDataLst>
          </p:nvPr>
        </p:nvSpPr>
        <p:spPr/>
        <p:txBody>
          <a:bodyPr vert="horz"/>
          <a:lstStyle/>
          <a:p>
            <a:r>
              <a:rPr lang="en-US"/>
              <a:t>Context for this document</a:t>
            </a:r>
          </a:p>
        </p:txBody>
      </p:sp>
      <p:sp>
        <p:nvSpPr>
          <p:cNvPr id="25" name="TextBox 24">
            <a:extLst>
              <a:ext uri="{FF2B5EF4-FFF2-40B4-BE49-F238E27FC236}">
                <a16:creationId xmlns:a16="http://schemas.microsoft.com/office/drawing/2014/main" id="{19E9CE34-B1CD-403F-89B8-02CEB01B37C7}"/>
              </a:ext>
            </a:extLst>
          </p:cNvPr>
          <p:cNvSpPr txBox="1">
            <a:spLocks/>
          </p:cNvSpPr>
          <p:nvPr/>
        </p:nvSpPr>
        <p:spPr>
          <a:xfrm>
            <a:off x="554736" y="2535656"/>
            <a:ext cx="5257800" cy="27699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a:effectLst/>
              </a:rPr>
              <a:t>This document is intended to…</a:t>
            </a:r>
            <a:endParaRPr lang="en-US" sz="1800" b="1"/>
          </a:p>
        </p:txBody>
      </p:sp>
      <p:sp>
        <p:nvSpPr>
          <p:cNvPr id="26" name="TextBox 25">
            <a:extLst>
              <a:ext uri="{FF2B5EF4-FFF2-40B4-BE49-F238E27FC236}">
                <a16:creationId xmlns:a16="http://schemas.microsoft.com/office/drawing/2014/main" id="{3DA2D71B-51C3-4485-80A3-5DEBC62889FC}"/>
              </a:ext>
            </a:extLst>
          </p:cNvPr>
          <p:cNvSpPr txBox="1">
            <a:spLocks/>
          </p:cNvSpPr>
          <p:nvPr/>
        </p:nvSpPr>
        <p:spPr>
          <a:xfrm>
            <a:off x="6379464" y="2535656"/>
            <a:ext cx="5257800" cy="27699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a:effectLst/>
              </a:rPr>
              <a:t>This document is not intende</a:t>
            </a:r>
            <a:r>
              <a:rPr lang="en-US" sz="1800" b="1"/>
              <a:t>d to…</a:t>
            </a:r>
          </a:p>
        </p:txBody>
      </p:sp>
      <p:grpSp>
        <p:nvGrpSpPr>
          <p:cNvPr id="14" name="Group 13">
            <a:extLst>
              <a:ext uri="{FF2B5EF4-FFF2-40B4-BE49-F238E27FC236}">
                <a16:creationId xmlns:a16="http://schemas.microsoft.com/office/drawing/2014/main" id="{4A611B1B-D066-4C1F-AC29-71600F38B46A}"/>
              </a:ext>
            </a:extLst>
          </p:cNvPr>
          <p:cNvGrpSpPr>
            <a:grpSpLocks noChangeAspect="1"/>
          </p:cNvGrpSpPr>
          <p:nvPr>
            <p:custDataLst>
              <p:tags r:id="rId3"/>
            </p:custDataLst>
          </p:nvPr>
        </p:nvGrpSpPr>
        <p:grpSpPr>
          <a:xfrm>
            <a:off x="554736" y="1989940"/>
            <a:ext cx="396228" cy="396228"/>
            <a:chOff x="1016000" y="1016000"/>
            <a:chExt cx="396228" cy="396228"/>
          </a:xfrm>
        </p:grpSpPr>
        <p:sp>
          <p:nvSpPr>
            <p:cNvPr id="10" name="Oval 9">
              <a:extLst>
                <a:ext uri="{FF2B5EF4-FFF2-40B4-BE49-F238E27FC236}">
                  <a16:creationId xmlns:a16="http://schemas.microsoft.com/office/drawing/2014/main" id="{86670D4E-4B02-459C-A6DD-CAC649262AEE}"/>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2" name="Graphic 11">
              <a:extLst>
                <a:ext uri="{FF2B5EF4-FFF2-40B4-BE49-F238E27FC236}">
                  <a16:creationId xmlns:a16="http://schemas.microsoft.com/office/drawing/2014/main" id="{E851DE74-6711-4CE6-94DD-5194BB2E10D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23614" y="1023614"/>
              <a:ext cx="381000" cy="381000"/>
            </a:xfrm>
            <a:prstGeom prst="rect">
              <a:avLst/>
            </a:prstGeom>
          </p:spPr>
        </p:pic>
      </p:grpSp>
      <p:grpSp>
        <p:nvGrpSpPr>
          <p:cNvPr id="24" name="Group 23">
            <a:extLst>
              <a:ext uri="{FF2B5EF4-FFF2-40B4-BE49-F238E27FC236}">
                <a16:creationId xmlns:a16="http://schemas.microsoft.com/office/drawing/2014/main" id="{94EDBED5-C71B-4EBC-A95B-BFEF4D6427E7}"/>
              </a:ext>
            </a:extLst>
          </p:cNvPr>
          <p:cNvGrpSpPr>
            <a:grpSpLocks noChangeAspect="1"/>
          </p:cNvGrpSpPr>
          <p:nvPr>
            <p:custDataLst>
              <p:tags r:id="rId4"/>
            </p:custDataLst>
          </p:nvPr>
        </p:nvGrpSpPr>
        <p:grpSpPr>
          <a:xfrm>
            <a:off x="6379464" y="1997554"/>
            <a:ext cx="396228" cy="396228"/>
            <a:chOff x="1016000" y="1016000"/>
            <a:chExt cx="396228" cy="396228"/>
          </a:xfrm>
        </p:grpSpPr>
        <p:sp>
          <p:nvSpPr>
            <p:cNvPr id="16" name="Oval 15">
              <a:extLst>
                <a:ext uri="{FF2B5EF4-FFF2-40B4-BE49-F238E27FC236}">
                  <a16:creationId xmlns:a16="http://schemas.microsoft.com/office/drawing/2014/main" id="{C5EFAA7E-B5D6-46FD-88D7-7676975F8EC7}"/>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1" name="Graphic 20">
              <a:extLst>
                <a:ext uri="{FF2B5EF4-FFF2-40B4-BE49-F238E27FC236}">
                  <a16:creationId xmlns:a16="http://schemas.microsoft.com/office/drawing/2014/main" id="{84B21ADA-BBDE-4018-A4CC-37684565489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23614" y="1023614"/>
              <a:ext cx="381000" cy="381000"/>
            </a:xfrm>
            <a:prstGeom prst="rect">
              <a:avLst/>
            </a:prstGeom>
          </p:spPr>
        </p:pic>
      </p:grpSp>
      <p:sp>
        <p:nvSpPr>
          <p:cNvPr id="32" name="TextBox 31">
            <a:extLst>
              <a:ext uri="{FF2B5EF4-FFF2-40B4-BE49-F238E27FC236}">
                <a16:creationId xmlns:a16="http://schemas.microsoft.com/office/drawing/2014/main" id="{733E02B7-9A1A-43C1-B6F4-E7D376A0009F}"/>
              </a:ext>
            </a:extLst>
          </p:cNvPr>
          <p:cNvSpPr txBox="1"/>
          <p:nvPr>
            <p:custDataLst>
              <p:tags r:id="rId5"/>
            </p:custDataLst>
          </p:nvPr>
        </p:nvSpPr>
        <p:spPr>
          <a:xfrm>
            <a:off x="554736" y="3213054"/>
            <a:ext cx="5257800" cy="134344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a:t>Provide a high-level outline for how to run an interviewer training workstream, based on work completed for a social sector client</a:t>
            </a:r>
          </a:p>
          <a:p>
            <a:pPr lvl="1">
              <a:spcBef>
                <a:spcPct val="30000"/>
              </a:spcBef>
            </a:pPr>
            <a:r>
              <a:rPr lang="en-US"/>
              <a:t>Introduce core content and best practices to inform interviewer trainings for behavioral interviews</a:t>
            </a:r>
          </a:p>
        </p:txBody>
      </p:sp>
      <p:sp>
        <p:nvSpPr>
          <p:cNvPr id="34" name="TextBox 33">
            <a:extLst>
              <a:ext uri="{FF2B5EF4-FFF2-40B4-BE49-F238E27FC236}">
                <a16:creationId xmlns:a16="http://schemas.microsoft.com/office/drawing/2014/main" id="{7556C1AD-02D1-4893-B939-3E036F398C6C}"/>
              </a:ext>
            </a:extLst>
          </p:cNvPr>
          <p:cNvSpPr txBox="1"/>
          <p:nvPr>
            <p:custDataLst>
              <p:tags r:id="rId6"/>
            </p:custDataLst>
          </p:nvPr>
        </p:nvSpPr>
        <p:spPr>
          <a:xfrm>
            <a:off x="6379464" y="3160377"/>
            <a:ext cx="5257800" cy="109722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a:t>Represent the only way to run an interviewer workstream</a:t>
            </a:r>
          </a:p>
          <a:p>
            <a:pPr lvl="1">
              <a:spcBef>
                <a:spcPct val="30000"/>
              </a:spcBef>
            </a:pPr>
            <a:r>
              <a:rPr lang="en-US"/>
              <a:t>Reflect an exhaustive interviewer training for behavioral or other types of interviews</a:t>
            </a:r>
          </a:p>
        </p:txBody>
      </p:sp>
    </p:spTree>
    <p:extLst>
      <p:ext uri="{BB962C8B-B14F-4D97-AF65-F5344CB8AC3E}">
        <p14:creationId xmlns:p14="http://schemas.microsoft.com/office/powerpoint/2010/main" val="1444231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39C6681-E46B-6114-51E5-551CC7078EDC}"/>
              </a:ext>
            </a:extLst>
          </p:cNvPr>
          <p:cNvGraphicFramePr>
            <a:graphicFrameLocks noChangeAspect="1"/>
          </p:cNvGraphicFramePr>
          <p:nvPr>
            <p:custDataLst>
              <p:tags r:id="rId1"/>
            </p:custDataLst>
            <p:extLst>
              <p:ext uri="{D42A27DB-BD31-4B8C-83A1-F6EECF244321}">
                <p14:modId xmlns:p14="http://schemas.microsoft.com/office/powerpoint/2010/main" val="10815292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6" progId="TCLayout.ActiveDocument.1">
                  <p:embed/>
                </p:oleObj>
              </mc:Choice>
              <mc:Fallback>
                <p:oleObj name="think-cell Slide" r:id="rId9" imgW="395" imgH="396" progId="TCLayout.ActiveDocument.1">
                  <p:embed/>
                  <p:pic>
                    <p:nvPicPr>
                      <p:cNvPr id="6" name="think-cell data - do not delete" hidden="1">
                        <a:extLst>
                          <a:ext uri="{FF2B5EF4-FFF2-40B4-BE49-F238E27FC236}">
                            <a16:creationId xmlns:a16="http://schemas.microsoft.com/office/drawing/2014/main" id="{639C6681-E46B-6114-51E5-551CC7078ED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10" name="Text Placeholder 2">
            <a:extLst>
              <a:ext uri="{FF2B5EF4-FFF2-40B4-BE49-F238E27FC236}">
                <a16:creationId xmlns:a16="http://schemas.microsoft.com/office/drawing/2014/main" id="{AAE70B1F-F317-65A6-F63C-BB15A8F814C5}"/>
              </a:ext>
            </a:extLst>
          </p:cNvPr>
          <p:cNvSpPr>
            <a:spLocks noGrp="1"/>
          </p:cNvSpPr>
          <p:nvPr>
            <p:custDataLst>
              <p:tags r:id="rId2"/>
            </p:custDataLst>
          </p:nvPr>
        </p:nvSpPr>
        <p:spPr bwMode="auto">
          <a:xfrm>
            <a:off x="4132263" y="2614613"/>
            <a:ext cx="3927475" cy="407988"/>
          </a:xfrm>
          <a:prstGeom prst="rect">
            <a:avLst/>
          </a:prstGeom>
          <a:solidFill>
            <a:schemeClr val="accent1"/>
          </a:solidFill>
          <a:ln>
            <a:noFill/>
          </a:ln>
          <a:effec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b="1">
                <a:solidFill>
                  <a:schemeClr val="tx2"/>
                </a:solidFill>
                <a:cs typeface="+mn-cs"/>
              </a:rPr>
              <a:t>Workstream considerations</a:t>
            </a:r>
          </a:p>
        </p:txBody>
      </p:sp>
      <p:sp>
        <p:nvSpPr>
          <p:cNvPr id="3" name="Text Placeholder 2">
            <a:hlinkClick r:id="rId11" action="ppaction://hlinksldjump"/>
            <a:extLst>
              <a:ext uri="{FF2B5EF4-FFF2-40B4-BE49-F238E27FC236}">
                <a16:creationId xmlns:a16="http://schemas.microsoft.com/office/drawing/2014/main" id="{A1CBF75D-6024-2C7E-6A7F-33263E84AEB1}"/>
              </a:ext>
            </a:extLst>
          </p:cNvPr>
          <p:cNvSpPr>
            <a:spLocks noGrp="1"/>
          </p:cNvSpPr>
          <p:nvPr>
            <p:custDataLst>
              <p:tags r:id="rId3"/>
            </p:custDataLst>
          </p:nvPr>
        </p:nvSpPr>
        <p:spPr bwMode="auto">
          <a:xfrm>
            <a:off x="4132263" y="3022600"/>
            <a:ext cx="3927475"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cs typeface="+mn-cs"/>
              </a:rPr>
              <a:t>Purpose of interviewer training</a:t>
            </a:r>
          </a:p>
        </p:txBody>
      </p:sp>
      <p:sp>
        <p:nvSpPr>
          <p:cNvPr id="7" name="Text Placeholder 2">
            <a:hlinkClick r:id="rId12" action="ppaction://hlinksldjump"/>
            <a:extLst>
              <a:ext uri="{FF2B5EF4-FFF2-40B4-BE49-F238E27FC236}">
                <a16:creationId xmlns:a16="http://schemas.microsoft.com/office/drawing/2014/main" id="{B8FE6DC9-4685-5D07-A32B-0935D84AA458}"/>
              </a:ext>
            </a:extLst>
          </p:cNvPr>
          <p:cNvSpPr>
            <a:spLocks noGrp="1"/>
          </p:cNvSpPr>
          <p:nvPr>
            <p:custDataLst>
              <p:tags r:id="rId4"/>
            </p:custDataLst>
          </p:nvPr>
        </p:nvSpPr>
        <p:spPr bwMode="auto">
          <a:xfrm>
            <a:off x="4132263" y="3429000"/>
            <a:ext cx="3927475"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a:effectLst/>
                <a:cs typeface="+mn-cs"/>
              </a:rPr>
              <a:t>Interview and candidate assessment</a:t>
            </a:r>
            <a:endParaRPr lang="en-US">
              <a:cs typeface="+mn-cs"/>
            </a:endParaRPr>
          </a:p>
        </p:txBody>
      </p:sp>
      <p:sp>
        <p:nvSpPr>
          <p:cNvPr id="8" name="Text Placeholder 2">
            <a:hlinkClick r:id="rId13" action="ppaction://hlinksldjump"/>
            <a:extLst>
              <a:ext uri="{FF2B5EF4-FFF2-40B4-BE49-F238E27FC236}">
                <a16:creationId xmlns:a16="http://schemas.microsoft.com/office/drawing/2014/main" id="{EA7B9AB0-B57E-09F7-823F-E382FDCA9989}"/>
              </a:ext>
            </a:extLst>
          </p:cNvPr>
          <p:cNvSpPr>
            <a:spLocks noGrp="1"/>
          </p:cNvSpPr>
          <p:nvPr>
            <p:custDataLst>
              <p:tags r:id="rId5"/>
            </p:custDataLst>
          </p:nvPr>
        </p:nvSpPr>
        <p:spPr bwMode="auto">
          <a:xfrm>
            <a:off x="4132263" y="3835400"/>
            <a:ext cx="3927475"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a:effectLst/>
                <a:cs typeface="+mn-cs"/>
              </a:rPr>
              <a:t>Candidate debrief</a:t>
            </a:r>
            <a:endParaRPr lang="en-US">
              <a:cs typeface="+mn-cs"/>
            </a:endParaRPr>
          </a:p>
        </p:txBody>
      </p:sp>
      <p:sp>
        <p:nvSpPr>
          <p:cNvPr id="4" name="2. Slide Title">
            <a:extLst>
              <a:ext uri="{FF2B5EF4-FFF2-40B4-BE49-F238E27FC236}">
                <a16:creationId xmlns:a16="http://schemas.microsoft.com/office/drawing/2014/main" id="{B7A68900-073F-95E0-6F86-1317DC8E708A}"/>
              </a:ext>
            </a:extLst>
          </p:cNvPr>
          <p:cNvSpPr>
            <a:spLocks noGrp="1"/>
          </p:cNvSpPr>
          <p:nvPr>
            <p:ph type="title"/>
            <p:custDataLst>
              <p:tags r:id="rId6"/>
            </p:custDataLst>
          </p:nvPr>
        </p:nvSpPr>
        <p:spPr/>
        <p:txBody>
          <a:bodyPr vert="horz"/>
          <a:lstStyle/>
          <a:p>
            <a:r>
              <a:rPr lang="en-US"/>
              <a:t>Table of content</a:t>
            </a:r>
          </a:p>
        </p:txBody>
      </p:sp>
      <p:sp>
        <p:nvSpPr>
          <p:cNvPr id="5" name="1. On-page tracker">
            <a:extLst>
              <a:ext uri="{FF2B5EF4-FFF2-40B4-BE49-F238E27FC236}">
                <a16:creationId xmlns:a16="http://schemas.microsoft.com/office/drawing/2014/main" id="{D9C619F4-F463-D5A1-7C5C-2C3163C27946}"/>
              </a:ext>
            </a:extLst>
          </p:cNvPr>
          <p:cNvSpPr>
            <a:spLocks noGrp="1"/>
          </p:cNvSpPr>
          <p:nvPr>
            <p:ph type="body" sz="quarter" idx="17"/>
            <p:custDataLst>
              <p:tags r:id="rId7"/>
            </p:custDataLst>
          </p:nvPr>
        </p:nvSpPr>
        <p:spPr/>
        <p:txBody>
          <a:bodyPr/>
          <a:lstStyle/>
          <a:p>
            <a:endParaRPr lang="en-US"/>
          </a:p>
        </p:txBody>
      </p:sp>
    </p:spTree>
    <p:extLst>
      <p:ext uri="{BB962C8B-B14F-4D97-AF65-F5344CB8AC3E}">
        <p14:creationId xmlns:p14="http://schemas.microsoft.com/office/powerpoint/2010/main" val="239468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Object 6" hidden="1">
            <a:extLst>
              <a:ext uri="{FF2B5EF4-FFF2-40B4-BE49-F238E27FC236}">
                <a16:creationId xmlns:a16="http://schemas.microsoft.com/office/drawing/2014/main" id="{9499302A-DD74-F9EF-2147-42CB284DAF44}"/>
              </a:ext>
            </a:extLst>
          </p:cNvPr>
          <p:cNvGraphicFramePr>
            <a:graphicFrameLocks noChangeAspect="1"/>
          </p:cNvGraphicFramePr>
          <p:nvPr>
            <p:custDataLst>
              <p:tags r:id="rId1"/>
            </p:custDataLst>
            <p:extLst>
              <p:ext uri="{D42A27DB-BD31-4B8C-83A1-F6EECF244321}">
                <p14:modId xmlns:p14="http://schemas.microsoft.com/office/powerpoint/2010/main" val="624283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8" imgW="473" imgH="476" progId="TCLayout.ActiveDocument.1">
                  <p:embed/>
                </p:oleObj>
              </mc:Choice>
              <mc:Fallback>
                <p:oleObj name="think-cell Slide" r:id="rId58" imgW="473" imgH="476" progId="TCLayout.ActiveDocument.1">
                  <p:embed/>
                  <p:pic>
                    <p:nvPicPr>
                      <p:cNvPr id="62" name="Object 6" hidden="1">
                        <a:extLst>
                          <a:ext uri="{FF2B5EF4-FFF2-40B4-BE49-F238E27FC236}">
                            <a16:creationId xmlns:a16="http://schemas.microsoft.com/office/drawing/2014/main" id="{9499302A-DD74-F9EF-2147-42CB284DAF44}"/>
                          </a:ext>
                        </a:extLst>
                      </p:cNvPr>
                      <p:cNvPicPr/>
                      <p:nvPr/>
                    </p:nvPicPr>
                    <p:blipFill>
                      <a:blip r:embed="rId59"/>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76D9341C-E9C6-16EC-E69C-AB47418513EE}"/>
              </a:ext>
            </a:extLst>
          </p:cNvPr>
          <p:cNvSpPr>
            <a:spLocks noGrp="1"/>
          </p:cNvSpPr>
          <p:nvPr>
            <p:ph type="title"/>
            <p:custDataLst>
              <p:tags r:id="rId2"/>
            </p:custDataLst>
          </p:nvPr>
        </p:nvSpPr>
        <p:spPr>
          <a:xfrm>
            <a:off x="554736" y="182372"/>
            <a:ext cx="7918704" cy="731520"/>
          </a:xfrm>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a:t>Potential interviewer training workstream timeline</a:t>
            </a:r>
          </a:p>
        </p:txBody>
      </p:sp>
      <p:sp>
        <p:nvSpPr>
          <p:cNvPr id="107" name="Subtitle 106">
            <a:extLst>
              <a:ext uri="{FF2B5EF4-FFF2-40B4-BE49-F238E27FC236}">
                <a16:creationId xmlns:a16="http://schemas.microsoft.com/office/drawing/2014/main" id="{8C732C35-F80E-2FB8-1718-10E5F86884C1}"/>
              </a:ext>
            </a:extLst>
          </p:cNvPr>
          <p:cNvSpPr>
            <a:spLocks noGrp="1"/>
          </p:cNvSpPr>
          <p:nvPr>
            <p:ph type="subTitle" idx="1"/>
          </p:nvPr>
        </p:nvSpPr>
        <p:spPr/>
        <p:txBody>
          <a:bodyPr/>
          <a:lstStyle/>
          <a:p>
            <a:r>
              <a:rPr lang="en-US"/>
              <a:t>Assumes 3-month workstream</a:t>
            </a:r>
          </a:p>
        </p:txBody>
      </p:sp>
      <p:sp>
        <p:nvSpPr>
          <p:cNvPr id="37" name="Text Placeholder 4">
            <a:extLst>
              <a:ext uri="{FF2B5EF4-FFF2-40B4-BE49-F238E27FC236}">
                <a16:creationId xmlns:a16="http://schemas.microsoft.com/office/drawing/2014/main" id="{A31B84B4-ED5A-0222-5E80-B14ED20F3105}"/>
              </a:ext>
            </a:extLst>
          </p:cNvPr>
          <p:cNvSpPr>
            <a:spLocks noGrp="1"/>
          </p:cNvSpPr>
          <p:nvPr>
            <p:custDataLst>
              <p:tags r:id="rId3"/>
            </p:custDataLst>
          </p:nvPr>
        </p:nvSpPr>
        <p:spPr bwMode="auto">
          <a:xfrm>
            <a:off x="3498850"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F4554B7-7A64-4055-AEE4-892FAE8A8083}" type="datetime'''''''''''''''''''''''''''1'''''''''''''''''''''''''''''''">
              <a:rPr lang="en-US" altLang="en-US" sz="1100" b="1" smtClean="0">
                <a:cs typeface="+mn-cs"/>
              </a:rPr>
              <a:pPr lvl="0">
                <a:spcBef>
                  <a:spcPct val="0"/>
                </a:spcBef>
                <a:spcAft>
                  <a:spcPct val="0"/>
                </a:spcAft>
              </a:pPr>
              <a:t>1</a:t>
            </a:fld>
            <a:endParaRPr lang="en-US" sz="1100" b="1">
              <a:cs typeface="+mn-cs"/>
            </a:endParaRPr>
          </a:p>
        </p:txBody>
      </p:sp>
      <p:sp>
        <p:nvSpPr>
          <p:cNvPr id="39" name="Text Placeholder 4">
            <a:extLst>
              <a:ext uri="{FF2B5EF4-FFF2-40B4-BE49-F238E27FC236}">
                <a16:creationId xmlns:a16="http://schemas.microsoft.com/office/drawing/2014/main" id="{929C78E2-0C98-12DA-EE2E-33A012E268D4}"/>
              </a:ext>
            </a:extLst>
          </p:cNvPr>
          <p:cNvSpPr>
            <a:spLocks noGrp="1"/>
          </p:cNvSpPr>
          <p:nvPr>
            <p:custDataLst>
              <p:tags r:id="rId4"/>
            </p:custDataLst>
          </p:nvPr>
        </p:nvSpPr>
        <p:spPr bwMode="auto">
          <a:xfrm>
            <a:off x="3913188"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9254598-A814-493D-B12F-11C2FB9ACFBE}" type="datetime'''''2'''''''''''''''''''''''''''''''''''''''''''">
              <a:rPr lang="en-US" altLang="en-US" sz="1100" b="1" smtClean="0">
                <a:cs typeface="+mn-cs"/>
              </a:rPr>
              <a:pPr lvl="0">
                <a:spcBef>
                  <a:spcPct val="0"/>
                </a:spcBef>
                <a:spcAft>
                  <a:spcPct val="0"/>
                </a:spcAft>
              </a:pPr>
              <a:t>2</a:t>
            </a:fld>
            <a:endParaRPr lang="en-US" sz="1100" b="1">
              <a:cs typeface="+mn-cs"/>
            </a:endParaRPr>
          </a:p>
        </p:txBody>
      </p:sp>
      <p:sp>
        <p:nvSpPr>
          <p:cNvPr id="41" name="Text Placeholder 4">
            <a:extLst>
              <a:ext uri="{FF2B5EF4-FFF2-40B4-BE49-F238E27FC236}">
                <a16:creationId xmlns:a16="http://schemas.microsoft.com/office/drawing/2014/main" id="{1C44480B-6293-1F1D-613A-AB5D48214A28}"/>
              </a:ext>
            </a:extLst>
          </p:cNvPr>
          <p:cNvSpPr>
            <a:spLocks noGrp="1"/>
          </p:cNvSpPr>
          <p:nvPr>
            <p:custDataLst>
              <p:tags r:id="rId5"/>
            </p:custDataLst>
          </p:nvPr>
        </p:nvSpPr>
        <p:spPr bwMode="auto">
          <a:xfrm>
            <a:off x="4327525" y="1689100"/>
            <a:ext cx="415925"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11EDE1D-AF10-4DF6-9A74-F8AC55A5F2B4}" type="datetime'''''''''3'''''''''''''''''''">
              <a:rPr lang="en-US" altLang="en-US" sz="1100" b="1" smtClean="0">
                <a:cs typeface="+mn-cs"/>
              </a:rPr>
              <a:pPr lvl="0">
                <a:spcBef>
                  <a:spcPct val="0"/>
                </a:spcBef>
                <a:spcAft>
                  <a:spcPct val="0"/>
                </a:spcAft>
              </a:pPr>
              <a:t>3</a:t>
            </a:fld>
            <a:endParaRPr lang="en-US" sz="1100" b="1">
              <a:cs typeface="+mn-cs"/>
            </a:endParaRPr>
          </a:p>
        </p:txBody>
      </p:sp>
      <p:sp>
        <p:nvSpPr>
          <p:cNvPr id="42" name="Text Placeholder 4">
            <a:extLst>
              <a:ext uri="{FF2B5EF4-FFF2-40B4-BE49-F238E27FC236}">
                <a16:creationId xmlns:a16="http://schemas.microsoft.com/office/drawing/2014/main" id="{6770DBDD-3C64-169E-20EE-7222D14D78D5}"/>
              </a:ext>
            </a:extLst>
          </p:cNvPr>
          <p:cNvSpPr>
            <a:spLocks noGrp="1"/>
          </p:cNvSpPr>
          <p:nvPr>
            <p:custDataLst>
              <p:tags r:id="rId6"/>
            </p:custDataLst>
          </p:nvPr>
        </p:nvSpPr>
        <p:spPr bwMode="auto">
          <a:xfrm>
            <a:off x="4743450"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07ECB87-7D58-4E28-8FBC-EF61C563B7FD}" type="datetime'''4'''''''''''''''''''''''''''''''''''''''''''''''">
              <a:rPr lang="en-US" altLang="en-US" sz="1100" b="1" smtClean="0">
                <a:cs typeface="+mn-cs"/>
              </a:rPr>
              <a:pPr lvl="0">
                <a:spcBef>
                  <a:spcPct val="0"/>
                </a:spcBef>
                <a:spcAft>
                  <a:spcPct val="0"/>
                </a:spcAft>
              </a:pPr>
              <a:t>4</a:t>
            </a:fld>
            <a:endParaRPr lang="en-US" sz="1100" b="1">
              <a:cs typeface="+mn-cs"/>
            </a:endParaRPr>
          </a:p>
        </p:txBody>
      </p:sp>
      <p:sp>
        <p:nvSpPr>
          <p:cNvPr id="43" name="Text Placeholder 4">
            <a:extLst>
              <a:ext uri="{FF2B5EF4-FFF2-40B4-BE49-F238E27FC236}">
                <a16:creationId xmlns:a16="http://schemas.microsoft.com/office/drawing/2014/main" id="{1FFB077E-EBB8-DF59-5D55-5C075F3CAAA5}"/>
              </a:ext>
            </a:extLst>
          </p:cNvPr>
          <p:cNvSpPr>
            <a:spLocks noGrp="1"/>
          </p:cNvSpPr>
          <p:nvPr>
            <p:custDataLst>
              <p:tags r:id="rId7"/>
            </p:custDataLst>
          </p:nvPr>
        </p:nvSpPr>
        <p:spPr bwMode="auto">
          <a:xfrm>
            <a:off x="5157788"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EDF9B65-6345-43D9-8C75-1042436CBE54}" type="datetime'5'''''''''''''''''''''''''''''''''''''''''">
              <a:rPr lang="en-US" altLang="en-US" sz="1100" b="1" smtClean="0">
                <a:cs typeface="+mn-cs"/>
              </a:rPr>
              <a:pPr lvl="0">
                <a:spcBef>
                  <a:spcPct val="0"/>
                </a:spcBef>
                <a:spcAft>
                  <a:spcPct val="0"/>
                </a:spcAft>
              </a:pPr>
              <a:t>5</a:t>
            </a:fld>
            <a:endParaRPr lang="en-US" sz="1100" b="1">
              <a:cs typeface="+mn-cs"/>
            </a:endParaRPr>
          </a:p>
        </p:txBody>
      </p:sp>
      <p:sp>
        <p:nvSpPr>
          <p:cNvPr id="44" name="Text Placeholder 4">
            <a:extLst>
              <a:ext uri="{FF2B5EF4-FFF2-40B4-BE49-F238E27FC236}">
                <a16:creationId xmlns:a16="http://schemas.microsoft.com/office/drawing/2014/main" id="{F255D0E3-9D1E-E247-FA46-B9CBB0B5A186}"/>
              </a:ext>
            </a:extLst>
          </p:cNvPr>
          <p:cNvSpPr>
            <a:spLocks noGrp="1"/>
          </p:cNvSpPr>
          <p:nvPr>
            <p:custDataLst>
              <p:tags r:id="rId8"/>
            </p:custDataLst>
          </p:nvPr>
        </p:nvSpPr>
        <p:spPr bwMode="auto">
          <a:xfrm>
            <a:off x="5572125"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7975A5B-2EF5-42C0-A4BA-F2AB7FB4CADF}" type="datetime'''''''''''''''''''''''''''''''''''''''''''''''''6'''''''''''">
              <a:rPr lang="en-US" altLang="en-US" sz="1100" b="1" smtClean="0">
                <a:cs typeface="+mn-cs"/>
              </a:rPr>
              <a:pPr lvl="0">
                <a:spcBef>
                  <a:spcPct val="0"/>
                </a:spcBef>
                <a:spcAft>
                  <a:spcPct val="0"/>
                </a:spcAft>
              </a:pPr>
              <a:t>6</a:t>
            </a:fld>
            <a:endParaRPr lang="en-US" sz="1100" b="1">
              <a:cs typeface="+mn-cs"/>
            </a:endParaRPr>
          </a:p>
        </p:txBody>
      </p:sp>
      <p:sp>
        <p:nvSpPr>
          <p:cNvPr id="60" name="Text Placeholder 4">
            <a:extLst>
              <a:ext uri="{FF2B5EF4-FFF2-40B4-BE49-F238E27FC236}">
                <a16:creationId xmlns:a16="http://schemas.microsoft.com/office/drawing/2014/main" id="{034A9A85-FE9C-DC22-C942-E692EAE4A801}"/>
              </a:ext>
            </a:extLst>
          </p:cNvPr>
          <p:cNvSpPr>
            <a:spLocks noGrp="1"/>
          </p:cNvSpPr>
          <p:nvPr>
            <p:custDataLst>
              <p:tags r:id="rId9"/>
            </p:custDataLst>
          </p:nvPr>
        </p:nvSpPr>
        <p:spPr bwMode="auto">
          <a:xfrm>
            <a:off x="5986463"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8B8F925-CD92-4BE2-8442-385C3EA4F645}" type="datetime'''''''''''''7'''''''''">
              <a:rPr lang="en-US" altLang="en-US" sz="1100" b="1" smtClean="0">
                <a:cs typeface="+mn-cs"/>
              </a:rPr>
              <a:pPr lvl="0">
                <a:spcBef>
                  <a:spcPct val="0"/>
                </a:spcBef>
                <a:spcAft>
                  <a:spcPct val="0"/>
                </a:spcAft>
              </a:pPr>
              <a:t>7</a:t>
            </a:fld>
            <a:endParaRPr lang="en-US" sz="1100" b="1">
              <a:cs typeface="+mn-cs"/>
            </a:endParaRPr>
          </a:p>
        </p:txBody>
      </p:sp>
      <p:sp>
        <p:nvSpPr>
          <p:cNvPr id="63" name="Text Placeholder 4">
            <a:extLst>
              <a:ext uri="{FF2B5EF4-FFF2-40B4-BE49-F238E27FC236}">
                <a16:creationId xmlns:a16="http://schemas.microsoft.com/office/drawing/2014/main" id="{FBA7C524-F3C2-1B13-4871-BC469863D950}"/>
              </a:ext>
            </a:extLst>
          </p:cNvPr>
          <p:cNvSpPr>
            <a:spLocks noGrp="1"/>
          </p:cNvSpPr>
          <p:nvPr>
            <p:custDataLst>
              <p:tags r:id="rId10"/>
            </p:custDataLst>
          </p:nvPr>
        </p:nvSpPr>
        <p:spPr bwMode="auto">
          <a:xfrm>
            <a:off x="6400800"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02B7ADC-22BA-4AD8-A47F-DFB92EBC4AEC}" type="datetime'''''''8'''''''''''''''''''''''''''''''''''">
              <a:rPr lang="en-US" altLang="en-US" sz="1100" b="1" smtClean="0">
                <a:cs typeface="+mn-cs"/>
              </a:rPr>
              <a:pPr lvl="0">
                <a:spcBef>
                  <a:spcPct val="0"/>
                </a:spcBef>
                <a:spcAft>
                  <a:spcPct val="0"/>
                </a:spcAft>
              </a:pPr>
              <a:t>8</a:t>
            </a:fld>
            <a:endParaRPr lang="en-US" sz="1100" b="1">
              <a:cs typeface="+mn-cs"/>
            </a:endParaRPr>
          </a:p>
        </p:txBody>
      </p:sp>
      <p:sp>
        <p:nvSpPr>
          <p:cNvPr id="64" name="Text Placeholder 4">
            <a:extLst>
              <a:ext uri="{FF2B5EF4-FFF2-40B4-BE49-F238E27FC236}">
                <a16:creationId xmlns:a16="http://schemas.microsoft.com/office/drawing/2014/main" id="{565315A6-8D83-E495-A602-27A97D7E1766}"/>
              </a:ext>
            </a:extLst>
          </p:cNvPr>
          <p:cNvSpPr>
            <a:spLocks noGrp="1"/>
          </p:cNvSpPr>
          <p:nvPr>
            <p:custDataLst>
              <p:tags r:id="rId11"/>
            </p:custDataLst>
          </p:nvPr>
        </p:nvSpPr>
        <p:spPr bwMode="auto">
          <a:xfrm>
            <a:off x="6815138" y="1689100"/>
            <a:ext cx="415925"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C5CDDA3-2448-463E-92EB-9D15B00B0E94}" type="datetime'''''''''''''''''''''''''''''''''''''''''''9'''''''''">
              <a:rPr lang="en-US" altLang="en-US" sz="1100" b="1" smtClean="0">
                <a:cs typeface="+mn-cs"/>
              </a:rPr>
              <a:pPr lvl="0">
                <a:spcBef>
                  <a:spcPct val="0"/>
                </a:spcBef>
                <a:spcAft>
                  <a:spcPct val="0"/>
                </a:spcAft>
              </a:pPr>
              <a:t>9</a:t>
            </a:fld>
            <a:endParaRPr lang="en-US" sz="1100" b="1">
              <a:cs typeface="+mn-cs"/>
            </a:endParaRPr>
          </a:p>
        </p:txBody>
      </p:sp>
      <p:sp>
        <p:nvSpPr>
          <p:cNvPr id="65" name="Text Placeholder 4">
            <a:extLst>
              <a:ext uri="{FF2B5EF4-FFF2-40B4-BE49-F238E27FC236}">
                <a16:creationId xmlns:a16="http://schemas.microsoft.com/office/drawing/2014/main" id="{6DE33A2E-3959-0C09-1D56-7675EE905D72}"/>
              </a:ext>
            </a:extLst>
          </p:cNvPr>
          <p:cNvSpPr>
            <a:spLocks noGrp="1"/>
          </p:cNvSpPr>
          <p:nvPr>
            <p:custDataLst>
              <p:tags r:id="rId12"/>
            </p:custDataLst>
          </p:nvPr>
        </p:nvSpPr>
        <p:spPr bwMode="auto">
          <a:xfrm>
            <a:off x="7231063"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CEFA1B3-AA67-478A-8A4E-A27C7147B9D2}" type="datetime'''''''1''''0'''''''">
              <a:rPr lang="en-US" altLang="en-US" sz="1100" b="1" smtClean="0">
                <a:cs typeface="+mn-cs"/>
              </a:rPr>
              <a:pPr lvl="0">
                <a:spcBef>
                  <a:spcPct val="0"/>
                </a:spcBef>
                <a:spcAft>
                  <a:spcPct val="0"/>
                </a:spcAft>
              </a:pPr>
              <a:t>10</a:t>
            </a:fld>
            <a:endParaRPr lang="en-US" sz="1100" b="1">
              <a:cs typeface="+mn-cs"/>
            </a:endParaRPr>
          </a:p>
        </p:txBody>
      </p:sp>
      <p:sp>
        <p:nvSpPr>
          <p:cNvPr id="66" name="Text Placeholder 4">
            <a:extLst>
              <a:ext uri="{FF2B5EF4-FFF2-40B4-BE49-F238E27FC236}">
                <a16:creationId xmlns:a16="http://schemas.microsoft.com/office/drawing/2014/main" id="{59308E6D-36F3-8AEA-A910-12F18E823DB3}"/>
              </a:ext>
            </a:extLst>
          </p:cNvPr>
          <p:cNvSpPr>
            <a:spLocks noGrp="1"/>
          </p:cNvSpPr>
          <p:nvPr>
            <p:custDataLst>
              <p:tags r:id="rId13"/>
            </p:custDataLst>
          </p:nvPr>
        </p:nvSpPr>
        <p:spPr bwMode="auto">
          <a:xfrm>
            <a:off x="7645400"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47A6FC5-53ED-4F04-A500-0E5E67AC8714}" type="datetime'''''''''''''''1''''''''1'''">
              <a:rPr lang="en-US" altLang="en-US" sz="1100" b="1" smtClean="0">
                <a:cs typeface="+mn-cs"/>
              </a:rPr>
              <a:pPr lvl="0">
                <a:spcBef>
                  <a:spcPct val="0"/>
                </a:spcBef>
                <a:spcAft>
                  <a:spcPct val="0"/>
                </a:spcAft>
              </a:pPr>
              <a:t>11</a:t>
            </a:fld>
            <a:endParaRPr lang="en-US" sz="1100" b="1">
              <a:cs typeface="+mn-cs"/>
            </a:endParaRPr>
          </a:p>
        </p:txBody>
      </p:sp>
      <p:sp>
        <p:nvSpPr>
          <p:cNvPr id="67" name="Text Placeholder 4">
            <a:extLst>
              <a:ext uri="{FF2B5EF4-FFF2-40B4-BE49-F238E27FC236}">
                <a16:creationId xmlns:a16="http://schemas.microsoft.com/office/drawing/2014/main" id="{1557E0E1-F379-631F-1FBD-8FCFE205C777}"/>
              </a:ext>
            </a:extLst>
          </p:cNvPr>
          <p:cNvSpPr>
            <a:spLocks noGrp="1"/>
          </p:cNvSpPr>
          <p:nvPr>
            <p:custDataLst>
              <p:tags r:id="rId14"/>
            </p:custDataLst>
          </p:nvPr>
        </p:nvSpPr>
        <p:spPr bwMode="auto">
          <a:xfrm>
            <a:off x="8059738" y="1689100"/>
            <a:ext cx="41433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25400" rIns="0" bIns="25400" rtlCol="0" anchor="ctr">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43FEF64-187D-4806-AE0F-21A9AA54EC14}" type="datetime'''''''''''''''''''''''''''''''''''''1''''''''''''''2'">
              <a:rPr lang="en-US" altLang="en-US" sz="1100" b="1" smtClean="0">
                <a:cs typeface="+mn-cs"/>
              </a:rPr>
              <a:pPr lvl="0">
                <a:spcBef>
                  <a:spcPct val="0"/>
                </a:spcBef>
                <a:spcAft>
                  <a:spcPct val="0"/>
                </a:spcAft>
              </a:pPr>
              <a:t>12</a:t>
            </a:fld>
            <a:endParaRPr lang="en-US" sz="1100" b="1">
              <a:cs typeface="+mn-cs"/>
            </a:endParaRPr>
          </a:p>
        </p:txBody>
      </p:sp>
      <p:cxnSp>
        <p:nvCxnSpPr>
          <p:cNvPr id="73" name="Straight Connector 72">
            <a:extLst>
              <a:ext uri="{FF2B5EF4-FFF2-40B4-BE49-F238E27FC236}">
                <a16:creationId xmlns:a16="http://schemas.microsoft.com/office/drawing/2014/main" id="{5E44B6B1-0C13-4E8E-392D-9AE224863966}"/>
              </a:ext>
            </a:extLst>
          </p:cNvPr>
          <p:cNvCxnSpPr/>
          <p:nvPr>
            <p:custDataLst>
              <p:tags r:id="rId15"/>
            </p:custDataLst>
          </p:nvPr>
        </p:nvCxnSpPr>
        <p:spPr bwMode="auto">
          <a:xfrm>
            <a:off x="8059738"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8688ACF6-1034-E66D-8A92-5B86BB4770EE}"/>
              </a:ext>
            </a:extLst>
          </p:cNvPr>
          <p:cNvCxnSpPr/>
          <p:nvPr>
            <p:custDataLst>
              <p:tags r:id="rId16"/>
            </p:custDataLst>
          </p:nvPr>
        </p:nvCxnSpPr>
        <p:spPr bwMode="auto">
          <a:xfrm>
            <a:off x="7645400"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05516380-3271-D772-B157-E87D7C0340D4}"/>
              </a:ext>
            </a:extLst>
          </p:cNvPr>
          <p:cNvCxnSpPr/>
          <p:nvPr>
            <p:custDataLst>
              <p:tags r:id="rId17"/>
            </p:custDataLst>
          </p:nvPr>
        </p:nvCxnSpPr>
        <p:spPr bwMode="auto">
          <a:xfrm>
            <a:off x="7231063"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944D439A-71C6-3BFF-78A3-130268FBD319}"/>
              </a:ext>
            </a:extLst>
          </p:cNvPr>
          <p:cNvCxnSpPr/>
          <p:nvPr>
            <p:custDataLst>
              <p:tags r:id="rId18"/>
            </p:custDataLst>
          </p:nvPr>
        </p:nvCxnSpPr>
        <p:spPr bwMode="auto">
          <a:xfrm>
            <a:off x="6815138"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E6B9B69D-F104-ABF4-4E7D-9269E76F0C1D}"/>
              </a:ext>
            </a:extLst>
          </p:cNvPr>
          <p:cNvCxnSpPr/>
          <p:nvPr>
            <p:custDataLst>
              <p:tags r:id="rId19"/>
            </p:custDataLst>
          </p:nvPr>
        </p:nvCxnSpPr>
        <p:spPr bwMode="auto">
          <a:xfrm>
            <a:off x="4743450"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887DEABD-108D-C0B6-7CB3-0B2C1CCDC78A}"/>
              </a:ext>
            </a:extLst>
          </p:cNvPr>
          <p:cNvCxnSpPr/>
          <p:nvPr>
            <p:custDataLst>
              <p:tags r:id="rId20"/>
            </p:custDataLst>
          </p:nvPr>
        </p:nvCxnSpPr>
        <p:spPr bwMode="auto">
          <a:xfrm>
            <a:off x="6400800"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83D16225-AA80-6E6E-C05A-10DCA2E8E543}"/>
              </a:ext>
            </a:extLst>
          </p:cNvPr>
          <p:cNvCxnSpPr/>
          <p:nvPr>
            <p:custDataLst>
              <p:tags r:id="rId21"/>
            </p:custDataLst>
          </p:nvPr>
        </p:nvCxnSpPr>
        <p:spPr bwMode="auto">
          <a:xfrm>
            <a:off x="5986463"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CDBCD780-7425-7C94-336C-ADD75E606C4A}"/>
              </a:ext>
            </a:extLst>
          </p:cNvPr>
          <p:cNvCxnSpPr/>
          <p:nvPr>
            <p:custDataLst>
              <p:tags r:id="rId22"/>
            </p:custDataLst>
          </p:nvPr>
        </p:nvCxnSpPr>
        <p:spPr bwMode="auto">
          <a:xfrm>
            <a:off x="4327525"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02277D46-C256-732F-FD8B-BC451C32B60C}"/>
              </a:ext>
            </a:extLst>
          </p:cNvPr>
          <p:cNvCxnSpPr/>
          <p:nvPr>
            <p:custDataLst>
              <p:tags r:id="rId23"/>
            </p:custDataLst>
          </p:nvPr>
        </p:nvCxnSpPr>
        <p:spPr bwMode="auto">
          <a:xfrm>
            <a:off x="5572125"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D6882F7A-8D10-80A7-17B8-D64930EA50DD}"/>
              </a:ext>
            </a:extLst>
          </p:cNvPr>
          <p:cNvCxnSpPr/>
          <p:nvPr>
            <p:custDataLst>
              <p:tags r:id="rId24"/>
            </p:custDataLst>
          </p:nvPr>
        </p:nvCxnSpPr>
        <p:spPr bwMode="auto">
          <a:xfrm>
            <a:off x="5157788"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1D67F970-8477-7227-511C-1F3581456E5C}"/>
              </a:ext>
            </a:extLst>
          </p:cNvPr>
          <p:cNvCxnSpPr/>
          <p:nvPr>
            <p:custDataLst>
              <p:tags r:id="rId25"/>
            </p:custDataLst>
          </p:nvPr>
        </p:nvCxnSpPr>
        <p:spPr bwMode="auto">
          <a:xfrm>
            <a:off x="3913188"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4C9B11E-B9B3-419B-0A98-3F0512B08128}"/>
              </a:ext>
            </a:extLst>
          </p:cNvPr>
          <p:cNvCxnSpPr/>
          <p:nvPr>
            <p:custDataLst>
              <p:tags r:id="rId26"/>
            </p:custDataLst>
          </p:nvPr>
        </p:nvCxnSpPr>
        <p:spPr bwMode="auto">
          <a:xfrm>
            <a:off x="3498850"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6F2D9267-0418-0E00-50D5-E7A74E7C470E}"/>
              </a:ext>
            </a:extLst>
          </p:cNvPr>
          <p:cNvCxnSpPr/>
          <p:nvPr>
            <p:custDataLst>
              <p:tags r:id="rId27"/>
            </p:custDataLst>
          </p:nvPr>
        </p:nvCxnSpPr>
        <p:spPr bwMode="auto">
          <a:xfrm>
            <a:off x="8474075" y="1908175"/>
            <a:ext cx="0" cy="4281488"/>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39005C76-4C88-E15C-7EFD-71C005408A57}"/>
              </a:ext>
            </a:extLst>
          </p:cNvPr>
          <p:cNvCxnSpPr/>
          <p:nvPr>
            <p:custDataLst>
              <p:tags r:id="rId28"/>
            </p:custDataLst>
          </p:nvPr>
        </p:nvCxnSpPr>
        <p:spPr bwMode="auto">
          <a:xfrm>
            <a:off x="554037" y="3152775"/>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649444E-34DE-B0C7-A2E2-158EBC76803B}"/>
              </a:ext>
            </a:extLst>
          </p:cNvPr>
          <p:cNvCxnSpPr/>
          <p:nvPr>
            <p:custDataLst>
              <p:tags r:id="rId29"/>
            </p:custDataLst>
          </p:nvPr>
        </p:nvCxnSpPr>
        <p:spPr bwMode="auto">
          <a:xfrm>
            <a:off x="554037" y="5170488"/>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FD60C14B-984F-EAD7-5465-5895411A89F2}"/>
              </a:ext>
            </a:extLst>
          </p:cNvPr>
          <p:cNvCxnSpPr/>
          <p:nvPr>
            <p:custDataLst>
              <p:tags r:id="rId30"/>
            </p:custDataLst>
          </p:nvPr>
        </p:nvCxnSpPr>
        <p:spPr bwMode="auto">
          <a:xfrm>
            <a:off x="554037" y="4665663"/>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05150EA-81A6-583A-0EEB-FB91F39C3575}"/>
              </a:ext>
            </a:extLst>
          </p:cNvPr>
          <p:cNvCxnSpPr/>
          <p:nvPr>
            <p:custDataLst>
              <p:tags r:id="rId31"/>
            </p:custDataLst>
          </p:nvPr>
        </p:nvCxnSpPr>
        <p:spPr bwMode="auto">
          <a:xfrm>
            <a:off x="554037" y="2403475"/>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DA43502F-60D3-45E7-536F-6EC629323A0B}"/>
              </a:ext>
            </a:extLst>
          </p:cNvPr>
          <p:cNvCxnSpPr/>
          <p:nvPr>
            <p:custDataLst>
              <p:tags r:id="rId32"/>
            </p:custDataLst>
          </p:nvPr>
        </p:nvCxnSpPr>
        <p:spPr bwMode="auto">
          <a:xfrm>
            <a:off x="554037" y="4162425"/>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80C7703E-3B1E-B605-F4E6-6EBEE21CC917}"/>
              </a:ext>
            </a:extLst>
          </p:cNvPr>
          <p:cNvCxnSpPr/>
          <p:nvPr>
            <p:custDataLst>
              <p:tags r:id="rId33"/>
            </p:custDataLst>
          </p:nvPr>
        </p:nvCxnSpPr>
        <p:spPr bwMode="auto">
          <a:xfrm>
            <a:off x="554037" y="3657600"/>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8B697A7-DB67-21EA-96B8-AF08BC21BEFC}"/>
              </a:ext>
            </a:extLst>
          </p:cNvPr>
          <p:cNvCxnSpPr/>
          <p:nvPr>
            <p:custDataLst>
              <p:tags r:id="rId34"/>
            </p:custDataLst>
          </p:nvPr>
        </p:nvCxnSpPr>
        <p:spPr bwMode="auto">
          <a:xfrm>
            <a:off x="554037" y="5675313"/>
            <a:ext cx="79200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9C06123F-F678-6785-1FE7-DAD9A0B851B1}"/>
              </a:ext>
            </a:extLst>
          </p:cNvPr>
          <p:cNvCxnSpPr/>
          <p:nvPr>
            <p:custDataLst>
              <p:tags r:id="rId35"/>
            </p:custDataLst>
          </p:nvPr>
        </p:nvCxnSpPr>
        <p:spPr bwMode="auto">
          <a:xfrm>
            <a:off x="554037" y="6189663"/>
            <a:ext cx="7920038" cy="0"/>
          </a:xfrm>
          <a:prstGeom prst="line">
            <a:avLst/>
          </a:prstGeom>
          <a:ln w="190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853FBBBF-1071-5548-02AC-843E5F8A3CC4}"/>
              </a:ext>
            </a:extLst>
          </p:cNvPr>
          <p:cNvCxnSpPr/>
          <p:nvPr>
            <p:custDataLst>
              <p:tags r:id="rId36"/>
            </p:custDataLst>
          </p:nvPr>
        </p:nvCxnSpPr>
        <p:spPr bwMode="auto">
          <a:xfrm>
            <a:off x="554038" y="1908175"/>
            <a:ext cx="7920038" cy="0"/>
          </a:xfrm>
          <a:prstGeom prst="line">
            <a:avLst/>
          </a:prstGeom>
          <a:ln w="190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6" name="Text Placeholder 2">
            <a:extLst>
              <a:ext uri="{FF2B5EF4-FFF2-40B4-BE49-F238E27FC236}">
                <a16:creationId xmlns:a16="http://schemas.microsoft.com/office/drawing/2014/main" id="{799ABC6A-34AC-2A3C-7A83-91EA776250FD}"/>
              </a:ext>
            </a:extLst>
          </p:cNvPr>
          <p:cNvSpPr>
            <a:spLocks noGrp="1"/>
          </p:cNvSpPr>
          <p:nvPr>
            <p:custDataLst>
              <p:tags r:id="rId37"/>
            </p:custDataLst>
          </p:nvPr>
        </p:nvSpPr>
        <p:spPr bwMode="auto">
          <a:xfrm>
            <a:off x="6815138" y="4725988"/>
            <a:ext cx="1244600"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85" name="Text Placeholder 2">
            <a:extLst>
              <a:ext uri="{FF2B5EF4-FFF2-40B4-BE49-F238E27FC236}">
                <a16:creationId xmlns:a16="http://schemas.microsoft.com/office/drawing/2014/main" id="{537DEAC9-8FF6-922B-C92E-D4BD03CE7F0C}"/>
              </a:ext>
            </a:extLst>
          </p:cNvPr>
          <p:cNvSpPr>
            <a:spLocks noGrp="1"/>
          </p:cNvSpPr>
          <p:nvPr>
            <p:custDataLst>
              <p:tags r:id="rId38"/>
            </p:custDataLst>
          </p:nvPr>
        </p:nvSpPr>
        <p:spPr bwMode="auto">
          <a:xfrm>
            <a:off x="6400800" y="4221163"/>
            <a:ext cx="414338"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84" name="Text Placeholder 2">
            <a:extLst>
              <a:ext uri="{FF2B5EF4-FFF2-40B4-BE49-F238E27FC236}">
                <a16:creationId xmlns:a16="http://schemas.microsoft.com/office/drawing/2014/main" id="{44D17B3C-A276-26EB-46D0-CF7377ACC75B}"/>
              </a:ext>
            </a:extLst>
          </p:cNvPr>
          <p:cNvSpPr>
            <a:spLocks noGrp="1"/>
          </p:cNvSpPr>
          <p:nvPr>
            <p:custDataLst>
              <p:tags r:id="rId39"/>
            </p:custDataLst>
          </p:nvPr>
        </p:nvSpPr>
        <p:spPr bwMode="auto">
          <a:xfrm>
            <a:off x="5986463" y="3213100"/>
            <a:ext cx="828675"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75" name="Text Placeholder 2">
            <a:extLst>
              <a:ext uri="{FF2B5EF4-FFF2-40B4-BE49-F238E27FC236}">
                <a16:creationId xmlns:a16="http://schemas.microsoft.com/office/drawing/2014/main" id="{192DB789-515B-4504-BE53-6445F2427687}"/>
              </a:ext>
            </a:extLst>
          </p:cNvPr>
          <p:cNvSpPr>
            <a:spLocks noGrp="1"/>
          </p:cNvSpPr>
          <p:nvPr>
            <p:custDataLst>
              <p:tags r:id="rId40"/>
            </p:custDataLst>
          </p:nvPr>
        </p:nvSpPr>
        <p:spPr bwMode="auto">
          <a:xfrm>
            <a:off x="5572125" y="2463800"/>
            <a:ext cx="414338"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74" name="Text Placeholder 2">
            <a:extLst>
              <a:ext uri="{FF2B5EF4-FFF2-40B4-BE49-F238E27FC236}">
                <a16:creationId xmlns:a16="http://schemas.microsoft.com/office/drawing/2014/main" id="{192DB789-515B-4504-BE53-6445F2427687}"/>
              </a:ext>
            </a:extLst>
          </p:cNvPr>
          <p:cNvSpPr>
            <a:spLocks noGrp="1"/>
          </p:cNvSpPr>
          <p:nvPr>
            <p:custDataLst>
              <p:tags r:id="rId41"/>
            </p:custDataLst>
          </p:nvPr>
        </p:nvSpPr>
        <p:spPr bwMode="auto">
          <a:xfrm>
            <a:off x="3508374" y="1958975"/>
            <a:ext cx="2478088"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98" name="Text Placeholder 2">
            <a:extLst>
              <a:ext uri="{FF2B5EF4-FFF2-40B4-BE49-F238E27FC236}">
                <a16:creationId xmlns:a16="http://schemas.microsoft.com/office/drawing/2014/main" id="{EB4E540E-B5F9-B07C-F0AD-85C45C37BE6F}"/>
              </a:ext>
            </a:extLst>
          </p:cNvPr>
          <p:cNvSpPr>
            <a:spLocks noGrp="1"/>
          </p:cNvSpPr>
          <p:nvPr>
            <p:custDataLst>
              <p:tags r:id="rId42"/>
            </p:custDataLst>
          </p:nvPr>
        </p:nvSpPr>
        <p:spPr bwMode="auto">
          <a:xfrm>
            <a:off x="7645399" y="5230813"/>
            <a:ext cx="819150"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9" name="Text Placeholder 2">
            <a:extLst>
              <a:ext uri="{FF2B5EF4-FFF2-40B4-BE49-F238E27FC236}">
                <a16:creationId xmlns:a16="http://schemas.microsoft.com/office/drawing/2014/main" id="{D02C745F-EE5F-3746-1D0C-EEA1D39C76DC}"/>
              </a:ext>
            </a:extLst>
          </p:cNvPr>
          <p:cNvSpPr>
            <a:spLocks noGrp="1"/>
          </p:cNvSpPr>
          <p:nvPr>
            <p:custDataLst>
              <p:tags r:id="rId43"/>
            </p:custDataLst>
          </p:nvPr>
        </p:nvSpPr>
        <p:spPr bwMode="auto">
          <a:xfrm>
            <a:off x="5986463" y="3717925"/>
            <a:ext cx="828675"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18" name="Text Placeholder 2">
            <a:extLst>
              <a:ext uri="{FF2B5EF4-FFF2-40B4-BE49-F238E27FC236}">
                <a16:creationId xmlns:a16="http://schemas.microsoft.com/office/drawing/2014/main" id="{FCF22B14-10CE-9065-CFEA-F7697309EB22}"/>
              </a:ext>
            </a:extLst>
          </p:cNvPr>
          <p:cNvSpPr>
            <a:spLocks noGrp="1"/>
          </p:cNvSpPr>
          <p:nvPr>
            <p:custDataLst>
              <p:tags r:id="rId44"/>
            </p:custDataLst>
          </p:nvPr>
        </p:nvSpPr>
        <p:spPr bwMode="auto">
          <a:xfrm>
            <a:off x="8059738" y="5735638"/>
            <a:ext cx="404813" cy="250825"/>
          </a:xfrm>
          <a:prstGeom prst="homePlate">
            <a:avLst>
              <a:gd name="adj" fmla="val 18354"/>
            </a:avLst>
          </a:prstGeom>
          <a:solidFill>
            <a:schemeClr val="accent1"/>
          </a:solidFill>
          <a:ln w="9525" cmpd="sng" algn="ctr">
            <a:solidFill>
              <a:schemeClr val="bg1"/>
            </a:solidFill>
          </a:ln>
          <a:effectLst/>
        </p:spPr>
        <p:txBody>
          <a:bodyPr vert="horz" wrap="none" lIns="90488" tIns="46038" rIns="0" bIns="460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endParaRPr lang="en-US" sz="1100">
              <a:solidFill>
                <a:schemeClr val="tx2"/>
              </a:solidFill>
              <a:cs typeface="+mn-cs"/>
            </a:endParaRPr>
          </a:p>
        </p:txBody>
      </p:sp>
      <p:sp>
        <p:nvSpPr>
          <p:cNvPr id="77" name="Text Placeholder 4">
            <a:extLst>
              <a:ext uri="{FF2B5EF4-FFF2-40B4-BE49-F238E27FC236}">
                <a16:creationId xmlns:a16="http://schemas.microsoft.com/office/drawing/2014/main" id="{9FB0C6A5-A3E3-DCFD-3F85-1C60C263970C}"/>
              </a:ext>
            </a:extLst>
          </p:cNvPr>
          <p:cNvSpPr>
            <a:spLocks noGrp="1"/>
          </p:cNvSpPr>
          <p:nvPr>
            <p:custDataLst>
              <p:tags r:id="rId45"/>
            </p:custDataLst>
          </p:nvPr>
        </p:nvSpPr>
        <p:spPr bwMode="auto">
          <a:xfrm>
            <a:off x="554038" y="4216400"/>
            <a:ext cx="2530475"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100" b="1"/>
              <a:t>Prep for pilot: </a:t>
            </a:r>
            <a:r>
              <a:rPr lang="en-US" sz="1100"/>
              <a:t>Deliver training</a:t>
            </a:r>
          </a:p>
          <a:p>
            <a:r>
              <a:rPr lang="en-US" sz="1100"/>
              <a:t>to pilot interviewers and Hiring Managers</a:t>
            </a:r>
          </a:p>
        </p:txBody>
      </p:sp>
      <p:sp>
        <p:nvSpPr>
          <p:cNvPr id="8" name="Text Placeholder 4">
            <a:extLst>
              <a:ext uri="{FF2B5EF4-FFF2-40B4-BE49-F238E27FC236}">
                <a16:creationId xmlns:a16="http://schemas.microsoft.com/office/drawing/2014/main" id="{4C1F3293-4EFE-461D-940D-7EE66BAE31C5}"/>
              </a:ext>
            </a:extLst>
          </p:cNvPr>
          <p:cNvSpPr>
            <a:spLocks noGrp="1"/>
          </p:cNvSpPr>
          <p:nvPr>
            <p:custDataLst>
              <p:tags r:id="rId46"/>
            </p:custDataLst>
          </p:nvPr>
        </p:nvSpPr>
        <p:spPr bwMode="auto">
          <a:xfrm>
            <a:off x="554038" y="3208338"/>
            <a:ext cx="2667000"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100" b="1"/>
              <a:t>Refine training: </a:t>
            </a:r>
            <a:r>
              <a:rPr lang="en-US" sz="1100"/>
              <a:t>Adjust based on feedback</a:t>
            </a:r>
          </a:p>
          <a:p>
            <a:r>
              <a:rPr lang="en-US" sz="1100"/>
              <a:t>from test-run</a:t>
            </a:r>
            <a:endParaRPr lang="en-US" sz="1100" b="1"/>
          </a:p>
        </p:txBody>
      </p:sp>
      <p:sp>
        <p:nvSpPr>
          <p:cNvPr id="10" name="Text Placeholder 4">
            <a:extLst>
              <a:ext uri="{FF2B5EF4-FFF2-40B4-BE49-F238E27FC236}">
                <a16:creationId xmlns:a16="http://schemas.microsoft.com/office/drawing/2014/main" id="{4C1F3293-4EFE-461D-940D-7EE66BAE31C5}"/>
              </a:ext>
            </a:extLst>
          </p:cNvPr>
          <p:cNvSpPr>
            <a:spLocks noGrp="1"/>
          </p:cNvSpPr>
          <p:nvPr>
            <p:custDataLst>
              <p:tags r:id="rId47"/>
            </p:custDataLst>
          </p:nvPr>
        </p:nvSpPr>
        <p:spPr bwMode="auto">
          <a:xfrm>
            <a:off x="554038" y="2459038"/>
            <a:ext cx="2425700" cy="6572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buNone/>
            </a:pPr>
            <a:r>
              <a:rPr lang="en-US" sz="1100" b="1"/>
              <a:t>Test-run with client: </a:t>
            </a:r>
            <a:r>
              <a:rPr lang="en-US" sz="1100"/>
              <a:t>Client to lead live</a:t>
            </a:r>
          </a:p>
          <a:p>
            <a:pPr>
              <a:buNone/>
            </a:pPr>
            <a:r>
              <a:rPr lang="en-US" sz="1100"/>
              <a:t>run-through of training with select</a:t>
            </a:r>
          </a:p>
          <a:p>
            <a:pPr>
              <a:buNone/>
            </a:pPr>
            <a:r>
              <a:rPr lang="en-US" sz="1100"/>
              <a:t>employees to collect early feedback</a:t>
            </a:r>
          </a:p>
        </p:txBody>
      </p:sp>
      <p:sp>
        <p:nvSpPr>
          <p:cNvPr id="5" name="Text Placeholder 4">
            <a:extLst>
              <a:ext uri="{FF2B5EF4-FFF2-40B4-BE49-F238E27FC236}">
                <a16:creationId xmlns:a16="http://schemas.microsoft.com/office/drawing/2014/main" id="{4C1F3293-4EFE-461D-940D-7EE66BAE31C5}"/>
              </a:ext>
            </a:extLst>
          </p:cNvPr>
          <p:cNvSpPr>
            <a:spLocks noGrp="1"/>
          </p:cNvSpPr>
          <p:nvPr>
            <p:custDataLst>
              <p:tags r:id="rId48"/>
            </p:custDataLst>
          </p:nvPr>
        </p:nvSpPr>
        <p:spPr bwMode="auto">
          <a:xfrm>
            <a:off x="554039" y="1954213"/>
            <a:ext cx="2462213"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100" b="1"/>
              <a:t>Design training: </a:t>
            </a:r>
            <a:r>
              <a:rPr lang="en-US" sz="1100"/>
              <a:t>Draft content and film </a:t>
            </a:r>
          </a:p>
          <a:p>
            <a:r>
              <a:rPr lang="en-US" sz="1100"/>
              <a:t>videos/activities for live presentation</a:t>
            </a:r>
          </a:p>
        </p:txBody>
      </p:sp>
      <p:sp>
        <p:nvSpPr>
          <p:cNvPr id="3" name="Text Placeholder 4">
            <a:extLst>
              <a:ext uri="{FF2B5EF4-FFF2-40B4-BE49-F238E27FC236}">
                <a16:creationId xmlns:a16="http://schemas.microsoft.com/office/drawing/2014/main" id="{A0B95155-1AAD-878E-2F26-CF07C3779B9B}"/>
              </a:ext>
            </a:extLst>
          </p:cNvPr>
          <p:cNvSpPr>
            <a:spLocks noGrp="1"/>
          </p:cNvSpPr>
          <p:nvPr>
            <p:custDataLst>
              <p:tags r:id="rId49"/>
            </p:custDataLst>
          </p:nvPr>
        </p:nvSpPr>
        <p:spPr bwMode="auto">
          <a:xfrm>
            <a:off x="554039" y="3713163"/>
            <a:ext cx="2517775"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altLang="en-US" sz="1100" b="1">
                <a:cs typeface="+mn-cs"/>
              </a:rPr>
              <a:t>Review with legal: </a:t>
            </a:r>
            <a:r>
              <a:rPr lang="en-US" altLang="en-US" sz="1100">
                <a:cs typeface="+mn-cs"/>
              </a:rPr>
              <a:t>Check any sensitive </a:t>
            </a:r>
          </a:p>
          <a:p>
            <a:r>
              <a:rPr lang="en-US" altLang="en-US" sz="1100">
                <a:cs typeface="+mn-cs"/>
              </a:rPr>
              <a:t>pieces with legal (e.g., bias, scoring)</a:t>
            </a:r>
            <a:endParaRPr lang="en-US" sz="1100">
              <a:cs typeface="+mn-cs"/>
            </a:endParaRPr>
          </a:p>
        </p:txBody>
      </p:sp>
      <p:sp>
        <p:nvSpPr>
          <p:cNvPr id="76" name="Text Placeholder 4">
            <a:extLst>
              <a:ext uri="{FF2B5EF4-FFF2-40B4-BE49-F238E27FC236}">
                <a16:creationId xmlns:a16="http://schemas.microsoft.com/office/drawing/2014/main" id="{42D4BF68-11EE-BD90-132F-3A4884DA1F4A}"/>
              </a:ext>
            </a:extLst>
          </p:cNvPr>
          <p:cNvSpPr>
            <a:spLocks noGrp="1"/>
          </p:cNvSpPr>
          <p:nvPr>
            <p:custDataLst>
              <p:tags r:id="rId50"/>
            </p:custDataLst>
          </p:nvPr>
        </p:nvSpPr>
        <p:spPr bwMode="auto">
          <a:xfrm>
            <a:off x="554038" y="4721225"/>
            <a:ext cx="2173288"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100" b="1"/>
              <a:t>Launch pilot: </a:t>
            </a:r>
            <a:r>
              <a:rPr lang="en-US" sz="1100"/>
              <a:t>Trained interviewers</a:t>
            </a:r>
          </a:p>
          <a:p>
            <a:r>
              <a:rPr lang="en-US" sz="1100"/>
              <a:t>Interview candidates for live roles</a:t>
            </a:r>
          </a:p>
        </p:txBody>
      </p:sp>
      <p:sp>
        <p:nvSpPr>
          <p:cNvPr id="11" name="Text Placeholder 4">
            <a:extLst>
              <a:ext uri="{FF2B5EF4-FFF2-40B4-BE49-F238E27FC236}">
                <a16:creationId xmlns:a16="http://schemas.microsoft.com/office/drawing/2014/main" id="{F097605C-9EAE-3C4C-584C-02DCDC0F37C5}"/>
              </a:ext>
            </a:extLst>
          </p:cNvPr>
          <p:cNvSpPr>
            <a:spLocks noGrp="1"/>
          </p:cNvSpPr>
          <p:nvPr>
            <p:custDataLst>
              <p:tags r:id="rId51"/>
            </p:custDataLst>
          </p:nvPr>
        </p:nvSpPr>
        <p:spPr bwMode="auto">
          <a:xfrm>
            <a:off x="554038" y="5730875"/>
            <a:ext cx="2889250"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altLang="en-US" sz="1100" b="1">
                <a:cs typeface="+mn-cs"/>
              </a:rPr>
              <a:t>Prep for org-wide roll out: </a:t>
            </a:r>
            <a:r>
              <a:rPr lang="en-US" altLang="en-US" sz="1100">
                <a:cs typeface="+mn-cs"/>
              </a:rPr>
              <a:t>Build comms plan </a:t>
            </a:r>
          </a:p>
          <a:p>
            <a:r>
              <a:rPr lang="en-US" altLang="en-US" sz="1100">
                <a:cs typeface="+mn-cs"/>
              </a:rPr>
              <a:t>and schedule sessions</a:t>
            </a:r>
            <a:endParaRPr lang="en-US" altLang="en-US" sz="1100" b="1">
              <a:cs typeface="+mn-cs"/>
            </a:endParaRPr>
          </a:p>
        </p:txBody>
      </p:sp>
      <p:sp>
        <p:nvSpPr>
          <p:cNvPr id="13" name="Text Placeholder 4">
            <a:extLst>
              <a:ext uri="{FF2B5EF4-FFF2-40B4-BE49-F238E27FC236}">
                <a16:creationId xmlns:a16="http://schemas.microsoft.com/office/drawing/2014/main" id="{772A3F2B-F550-A2EA-142A-F54BD3B1FF3E}"/>
              </a:ext>
            </a:extLst>
          </p:cNvPr>
          <p:cNvSpPr>
            <a:spLocks noGrp="1"/>
          </p:cNvSpPr>
          <p:nvPr>
            <p:custDataLst>
              <p:tags r:id="rId52"/>
            </p:custDataLst>
          </p:nvPr>
        </p:nvSpPr>
        <p:spPr bwMode="auto">
          <a:xfrm>
            <a:off x="554038" y="5226050"/>
            <a:ext cx="2751138" cy="4127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altLang="en-US" sz="1100" b="1">
                <a:cs typeface="+mn-cs"/>
              </a:rPr>
              <a:t>Finalize training: </a:t>
            </a:r>
            <a:r>
              <a:rPr lang="en-US" altLang="en-US" sz="1100">
                <a:cs typeface="+mn-cs"/>
              </a:rPr>
              <a:t>Adjust based on feedback</a:t>
            </a:r>
          </a:p>
          <a:p>
            <a:r>
              <a:rPr lang="en-US" altLang="en-US" sz="1100">
                <a:cs typeface="+mn-cs"/>
              </a:rPr>
              <a:t>from pilot</a:t>
            </a:r>
            <a:endParaRPr lang="en-US" altLang="en-US" sz="1100" b="1">
              <a:cs typeface="+mn-cs"/>
            </a:endParaRPr>
          </a:p>
        </p:txBody>
      </p:sp>
      <p:grpSp>
        <p:nvGrpSpPr>
          <p:cNvPr id="19" name="Group 18">
            <a:extLst>
              <a:ext uri="{FF2B5EF4-FFF2-40B4-BE49-F238E27FC236}">
                <a16:creationId xmlns:a16="http://schemas.microsoft.com/office/drawing/2014/main" id="{A65CBC7E-C34E-CBE6-B122-3D98B80AA2A6}"/>
              </a:ext>
            </a:extLst>
          </p:cNvPr>
          <p:cNvGrpSpPr/>
          <p:nvPr/>
        </p:nvGrpSpPr>
        <p:grpSpPr>
          <a:xfrm>
            <a:off x="3508374" y="1399935"/>
            <a:ext cx="4965065" cy="195503"/>
            <a:chOff x="3140074" y="1376363"/>
            <a:chExt cx="5333365" cy="219075"/>
          </a:xfrm>
        </p:grpSpPr>
        <p:sp>
          <p:nvSpPr>
            <p:cNvPr id="90" name="TextBox 89">
              <a:extLst>
                <a:ext uri="{FF2B5EF4-FFF2-40B4-BE49-F238E27FC236}">
                  <a16:creationId xmlns:a16="http://schemas.microsoft.com/office/drawing/2014/main" id="{8D2FBA34-89A6-84B6-559B-BBEF85E6228C}"/>
                </a:ext>
              </a:extLst>
            </p:cNvPr>
            <p:cNvSpPr txBox="1">
              <a:spLocks/>
            </p:cNvSpPr>
            <p:nvPr/>
          </p:nvSpPr>
          <p:spPr>
            <a:xfrm>
              <a:off x="3140074" y="1376363"/>
              <a:ext cx="5333365" cy="188476"/>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Week #</a:t>
              </a:r>
            </a:p>
          </p:txBody>
        </p:sp>
        <p:cxnSp>
          <p:nvCxnSpPr>
            <p:cNvPr id="93" name="GreyLineSeparatorDefault 93">
              <a:extLst>
                <a:ext uri="{FF2B5EF4-FFF2-40B4-BE49-F238E27FC236}">
                  <a16:creationId xmlns:a16="http://schemas.microsoft.com/office/drawing/2014/main" id="{60EDD66E-E096-13BB-38CD-6B8E85D8E2EA}"/>
                </a:ext>
              </a:extLst>
            </p:cNvPr>
            <p:cNvCxnSpPr>
              <a:cxnSpLocks/>
            </p:cNvCxnSpPr>
            <p:nvPr>
              <p:custDataLst>
                <p:tags r:id="rId55"/>
              </p:custDataLst>
            </p:nvPr>
          </p:nvCxnSpPr>
          <p:spPr>
            <a:xfrm>
              <a:off x="3140074" y="1595438"/>
              <a:ext cx="5333365"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04" name="TextBox 103">
            <a:extLst>
              <a:ext uri="{FF2B5EF4-FFF2-40B4-BE49-F238E27FC236}">
                <a16:creationId xmlns:a16="http://schemas.microsoft.com/office/drawing/2014/main" id="{8F06DE59-6964-BC6B-B129-1E180BD3AB4C}"/>
              </a:ext>
            </a:extLst>
          </p:cNvPr>
          <p:cNvSpPr txBox="1">
            <a:spLocks/>
          </p:cNvSpPr>
          <p:nvPr/>
        </p:nvSpPr>
        <p:spPr>
          <a:xfrm>
            <a:off x="9045518" y="1376363"/>
            <a:ext cx="2775766" cy="169863"/>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Suggestions for pilot design</a:t>
            </a:r>
          </a:p>
        </p:txBody>
      </p:sp>
      <p:cxnSp>
        <p:nvCxnSpPr>
          <p:cNvPr id="105" name="GreyLineSeparatorDefault 93">
            <a:extLst>
              <a:ext uri="{FF2B5EF4-FFF2-40B4-BE49-F238E27FC236}">
                <a16:creationId xmlns:a16="http://schemas.microsoft.com/office/drawing/2014/main" id="{6FB3B19F-A483-01BC-06C8-FF42E397D45C}"/>
              </a:ext>
            </a:extLst>
          </p:cNvPr>
          <p:cNvCxnSpPr>
            <a:cxnSpLocks/>
          </p:cNvCxnSpPr>
          <p:nvPr>
            <p:custDataLst>
              <p:tags r:id="rId53"/>
            </p:custDataLst>
          </p:nvPr>
        </p:nvCxnSpPr>
        <p:spPr>
          <a:xfrm>
            <a:off x="9045518" y="1595438"/>
            <a:ext cx="2775766"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9904DB77-86CE-58E6-5D4D-9B8F70CBBE19}"/>
              </a:ext>
            </a:extLst>
          </p:cNvPr>
          <p:cNvSpPr txBox="1">
            <a:spLocks/>
          </p:cNvSpPr>
          <p:nvPr>
            <p:custDataLst>
              <p:tags r:id="rId54"/>
            </p:custDataLst>
          </p:nvPr>
        </p:nvSpPr>
        <p:spPr>
          <a:xfrm>
            <a:off x="9045518" y="1882775"/>
            <a:ext cx="2775766" cy="3962400"/>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100000"/>
              </a:spcBef>
            </a:pPr>
            <a:r>
              <a:rPr lang="en-US" sz="1100" b="1"/>
              <a:t>Pilot in 2-4 roles across different levels and teams </a:t>
            </a:r>
            <a:r>
              <a:rPr lang="en-US" sz="1100"/>
              <a:t>to test the applicability of the training in diverse contexts</a:t>
            </a:r>
          </a:p>
          <a:p>
            <a:pPr lvl="1">
              <a:spcBef>
                <a:spcPct val="100000"/>
              </a:spcBef>
            </a:pPr>
            <a:r>
              <a:rPr lang="en-US" sz="1100" b="1"/>
              <a:t>Collect feedback from pilot participants </a:t>
            </a:r>
            <a:r>
              <a:rPr lang="en-US" sz="1100"/>
              <a:t>both </a:t>
            </a:r>
            <a:r>
              <a:rPr lang="en-US" sz="1100" b="1"/>
              <a:t>after they receive the training</a:t>
            </a:r>
            <a:r>
              <a:rPr lang="en-US" sz="1100"/>
              <a:t> and </a:t>
            </a:r>
            <a:r>
              <a:rPr lang="en-US" sz="1100" b="1"/>
              <a:t>after they conduct interviews</a:t>
            </a:r>
          </a:p>
          <a:p>
            <a:pPr lvl="2">
              <a:spcBef>
                <a:spcPct val="50000"/>
              </a:spcBef>
            </a:pPr>
            <a:r>
              <a:rPr lang="en-US" sz="1100"/>
              <a:t>In the first round of feedback, participants should reflect on the content, level of engagement, and delivery of the training</a:t>
            </a:r>
          </a:p>
          <a:p>
            <a:pPr lvl="2">
              <a:spcBef>
                <a:spcPct val="50000"/>
              </a:spcBef>
            </a:pPr>
            <a:r>
              <a:rPr lang="en-US" sz="1100"/>
              <a:t>In the second round of feedback, participants should reflect on the extent to which the training was helpful and prepared them to effectively lead the interviews</a:t>
            </a:r>
          </a:p>
          <a:p>
            <a:pPr lvl="3">
              <a:spcBef>
                <a:spcPct val="50000"/>
              </a:spcBef>
            </a:pPr>
            <a:r>
              <a:rPr lang="en-US" sz="1100"/>
              <a:t>Hiring Managers should also reflect on the effectiveness of the debrief in helping them make the hiring decisions</a:t>
            </a:r>
          </a:p>
        </p:txBody>
      </p:sp>
    </p:spTree>
    <p:extLst>
      <p:ext uri="{BB962C8B-B14F-4D97-AF65-F5344CB8AC3E}">
        <p14:creationId xmlns:p14="http://schemas.microsoft.com/office/powerpoint/2010/main" val="1718767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78CA06E-621A-B1FE-E4B5-E30E3A57C88A}"/>
              </a:ext>
            </a:extLst>
          </p:cNvPr>
          <p:cNvGraphicFramePr>
            <a:graphicFrameLocks noChangeAspect="1"/>
          </p:cNvGraphicFramePr>
          <p:nvPr>
            <p:custDataLst>
              <p:tags r:id="rId1"/>
            </p:custDataLst>
            <p:extLst>
              <p:ext uri="{D42A27DB-BD31-4B8C-83A1-F6EECF244321}">
                <p14:modId xmlns:p14="http://schemas.microsoft.com/office/powerpoint/2010/main" val="3769432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5" name="think-cell data - do not delete" hidden="1">
                        <a:extLst>
                          <a:ext uri="{FF2B5EF4-FFF2-40B4-BE49-F238E27FC236}">
                            <a16:creationId xmlns:a16="http://schemas.microsoft.com/office/drawing/2014/main" id="{678CA06E-621A-B1FE-E4B5-E30E3A57C88A}"/>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722CAE69-D7DA-226D-7A93-7B50422CA3B9}"/>
              </a:ext>
            </a:extLst>
          </p:cNvPr>
          <p:cNvSpPr>
            <a:spLocks noGrp="1"/>
          </p:cNvSpPr>
          <p:nvPr>
            <p:ph type="title"/>
            <p:custDataLst>
              <p:tags r:id="rId2"/>
            </p:custDataLst>
          </p:nvPr>
        </p:nvSpPr>
        <p:spPr>
          <a:xfrm>
            <a:off x="554736" y="347631"/>
            <a:ext cx="11082528" cy="357790"/>
          </a:xfrm>
        </p:spPr>
        <p:txBody>
          <a:bodyPr vert="horz">
            <a:spAutoFit/>
          </a:bodyPr>
          <a:lstStyle/>
          <a:p>
            <a:r>
              <a:rPr lang="en-US"/>
              <a:t>Key client stakeholders</a:t>
            </a:r>
          </a:p>
        </p:txBody>
      </p:sp>
      <p:sp>
        <p:nvSpPr>
          <p:cNvPr id="32" name="Text Placeholder 31">
            <a:extLst>
              <a:ext uri="{FF2B5EF4-FFF2-40B4-BE49-F238E27FC236}">
                <a16:creationId xmlns:a16="http://schemas.microsoft.com/office/drawing/2014/main" id="{B567ED0B-12AF-369D-8BCE-07F10F566384}"/>
              </a:ext>
            </a:extLst>
          </p:cNvPr>
          <p:cNvSpPr>
            <a:spLocks noGrp="1"/>
          </p:cNvSpPr>
          <p:nvPr>
            <p:ph type="body" sz="quarter" idx="17"/>
          </p:nvPr>
        </p:nvSpPr>
        <p:spPr/>
        <p:txBody>
          <a:bodyPr/>
          <a:lstStyle/>
          <a:p>
            <a:endParaRPr lang="en-US"/>
          </a:p>
        </p:txBody>
      </p:sp>
      <p:sp>
        <p:nvSpPr>
          <p:cNvPr id="31" name="Subtitle 30">
            <a:extLst>
              <a:ext uri="{FF2B5EF4-FFF2-40B4-BE49-F238E27FC236}">
                <a16:creationId xmlns:a16="http://schemas.microsoft.com/office/drawing/2014/main" id="{406764FE-6899-1CB9-D293-BBF1FA4D35C9}"/>
              </a:ext>
            </a:extLst>
          </p:cNvPr>
          <p:cNvSpPr>
            <a:spLocks noGrp="1"/>
          </p:cNvSpPr>
          <p:nvPr>
            <p:ph type="subTitle" idx="1"/>
          </p:nvPr>
        </p:nvSpPr>
        <p:spPr>
          <a:xfrm>
            <a:off x="554736" y="695390"/>
            <a:ext cx="11082528" cy="276999"/>
          </a:xfrm>
        </p:spPr>
        <p:txBody>
          <a:bodyPr/>
          <a:lstStyle/>
          <a:p>
            <a:r>
              <a:rPr lang="sv-SE" i="1"/>
              <a:t>Assumes only one candidate can be hired for each role</a:t>
            </a:r>
          </a:p>
        </p:txBody>
      </p:sp>
      <p:sp>
        <p:nvSpPr>
          <p:cNvPr id="9" name="TextBox 8">
            <a:extLst>
              <a:ext uri="{FF2B5EF4-FFF2-40B4-BE49-F238E27FC236}">
                <a16:creationId xmlns:a16="http://schemas.microsoft.com/office/drawing/2014/main" id="{13DD5E8F-2ECB-D947-B28E-C9325788B469}"/>
              </a:ext>
            </a:extLst>
          </p:cNvPr>
          <p:cNvSpPr txBox="1"/>
          <p:nvPr>
            <p:custDataLst>
              <p:tags r:id="rId3"/>
            </p:custDataLst>
          </p:nvPr>
        </p:nvSpPr>
        <p:spPr>
          <a:xfrm>
            <a:off x="571501" y="1607575"/>
            <a:ext cx="1947582"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Stakeholders</a:t>
            </a:r>
          </a:p>
        </p:txBody>
      </p:sp>
      <p:sp>
        <p:nvSpPr>
          <p:cNvPr id="14" name="TextBox 13">
            <a:extLst>
              <a:ext uri="{FF2B5EF4-FFF2-40B4-BE49-F238E27FC236}">
                <a16:creationId xmlns:a16="http://schemas.microsoft.com/office/drawing/2014/main" id="{AEFC515C-495F-EEDB-9FCD-9C174D1FCE84}"/>
              </a:ext>
            </a:extLst>
          </p:cNvPr>
          <p:cNvSpPr txBox="1">
            <a:spLocks/>
          </p:cNvSpPr>
          <p:nvPr>
            <p:custDataLst>
              <p:tags r:id="rId4"/>
            </p:custDataLst>
          </p:nvPr>
        </p:nvSpPr>
        <p:spPr>
          <a:xfrm>
            <a:off x="2896000" y="1607575"/>
            <a:ext cx="5658796"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Role in interview process</a:t>
            </a:r>
          </a:p>
        </p:txBody>
      </p:sp>
      <p:sp>
        <p:nvSpPr>
          <p:cNvPr id="19" name="TextBox 18">
            <a:extLst>
              <a:ext uri="{FF2B5EF4-FFF2-40B4-BE49-F238E27FC236}">
                <a16:creationId xmlns:a16="http://schemas.microsoft.com/office/drawing/2014/main" id="{2C49F707-E4CC-8838-E7F0-6620BFC1468F}"/>
              </a:ext>
            </a:extLst>
          </p:cNvPr>
          <p:cNvSpPr txBox="1"/>
          <p:nvPr>
            <p:custDataLst>
              <p:tags r:id="rId5"/>
            </p:custDataLst>
          </p:nvPr>
        </p:nvSpPr>
        <p:spPr>
          <a:xfrm>
            <a:off x="8866094" y="1607575"/>
            <a:ext cx="2754406"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How to engage</a:t>
            </a:r>
          </a:p>
        </p:txBody>
      </p:sp>
      <p:cxnSp>
        <p:nvCxnSpPr>
          <p:cNvPr id="24" name="Straight Connector 23">
            <a:extLst>
              <a:ext uri="{FF2B5EF4-FFF2-40B4-BE49-F238E27FC236}">
                <a16:creationId xmlns:a16="http://schemas.microsoft.com/office/drawing/2014/main" id="{AA18AB2F-88E1-6B5E-37BD-B349AAB5077D}"/>
              </a:ext>
            </a:extLst>
          </p:cNvPr>
          <p:cNvCxnSpPr/>
          <p:nvPr>
            <p:custDataLst>
              <p:tags r:id="rId6"/>
            </p:custDataLst>
          </p:nvPr>
        </p:nvCxnSpPr>
        <p:spPr>
          <a:xfrm>
            <a:off x="571500" y="1886519"/>
            <a:ext cx="11049000"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A8FF964-675C-5EED-F230-9F345DABBF11}"/>
              </a:ext>
            </a:extLst>
          </p:cNvPr>
          <p:cNvCxnSpPr/>
          <p:nvPr>
            <p:custDataLst>
              <p:tags r:id="rId7"/>
            </p:custDataLst>
          </p:nvPr>
        </p:nvCxnSpPr>
        <p:spPr>
          <a:xfrm>
            <a:off x="571500" y="1886519"/>
            <a:ext cx="11049000"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3C5069-89DD-C247-B2F5-49D806FF8F3F}"/>
              </a:ext>
            </a:extLst>
          </p:cNvPr>
          <p:cNvCxnSpPr/>
          <p:nvPr>
            <p:custDataLst>
              <p:tags r:id="rId8"/>
            </p:custDataLst>
          </p:nvPr>
        </p:nvCxnSpPr>
        <p:spPr>
          <a:xfrm>
            <a:off x="571500" y="1886519"/>
            <a:ext cx="11049000"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9BC2D99-19D4-970E-09D1-4FD64FB2F64D}"/>
              </a:ext>
            </a:extLst>
          </p:cNvPr>
          <p:cNvCxnSpPr/>
          <p:nvPr>
            <p:custDataLst>
              <p:tags r:id="rId9"/>
            </p:custDataLst>
          </p:nvPr>
        </p:nvCxnSpPr>
        <p:spPr>
          <a:xfrm>
            <a:off x="571501" y="3437002"/>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5AD8C41-64D3-9D7E-6DEC-D895583F37A2}"/>
              </a:ext>
            </a:extLst>
          </p:cNvPr>
          <p:cNvCxnSpPr/>
          <p:nvPr>
            <p:custDataLst>
              <p:tags r:id="rId10"/>
            </p:custDataLst>
          </p:nvPr>
        </p:nvCxnSpPr>
        <p:spPr>
          <a:xfrm>
            <a:off x="571501" y="4787446"/>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EA7E7F3-0878-9FA3-1557-597FD0C94628}"/>
              </a:ext>
            </a:extLst>
          </p:cNvPr>
          <p:cNvCxnSpPr/>
          <p:nvPr>
            <p:custDataLst>
              <p:tags r:id="rId11"/>
            </p:custDataLst>
          </p:nvPr>
        </p:nvCxnSpPr>
        <p:spPr>
          <a:xfrm>
            <a:off x="571501" y="5491559"/>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5F33EEFF-B6E7-9B12-F2D5-056CA32B86C0}"/>
              </a:ext>
            </a:extLst>
          </p:cNvPr>
          <p:cNvGrpSpPr/>
          <p:nvPr/>
        </p:nvGrpSpPr>
        <p:grpSpPr>
          <a:xfrm>
            <a:off x="571501" y="1950019"/>
            <a:ext cx="11048999" cy="1369606"/>
            <a:chOff x="571501" y="1938868"/>
            <a:chExt cx="11048999" cy="1369606"/>
          </a:xfrm>
        </p:grpSpPr>
        <p:sp>
          <p:nvSpPr>
            <p:cNvPr id="10" name="TextBox 9">
              <a:extLst>
                <a:ext uri="{FF2B5EF4-FFF2-40B4-BE49-F238E27FC236}">
                  <a16:creationId xmlns:a16="http://schemas.microsoft.com/office/drawing/2014/main" id="{194281B5-4E21-0CC4-F248-2F63405BA772}"/>
                </a:ext>
              </a:extLst>
            </p:cNvPr>
            <p:cNvSpPr txBox="1"/>
            <p:nvPr>
              <p:custDataLst>
                <p:tags r:id="rId24"/>
              </p:custDataLst>
            </p:nvPr>
          </p:nvSpPr>
          <p:spPr>
            <a:xfrm>
              <a:off x="975129" y="1938868"/>
              <a:ext cx="1609573"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Talent Acquisition / recruiting team</a:t>
              </a:r>
            </a:p>
          </p:txBody>
        </p:sp>
        <p:sp>
          <p:nvSpPr>
            <p:cNvPr id="15" name="TextBox 14">
              <a:extLst>
                <a:ext uri="{FF2B5EF4-FFF2-40B4-BE49-F238E27FC236}">
                  <a16:creationId xmlns:a16="http://schemas.microsoft.com/office/drawing/2014/main" id="{5CB74625-734D-7315-73B4-DE02D2CFADB9}"/>
                </a:ext>
              </a:extLst>
            </p:cNvPr>
            <p:cNvSpPr txBox="1">
              <a:spLocks/>
            </p:cNvSpPr>
            <p:nvPr>
              <p:custDataLst>
                <p:tags r:id="rId25"/>
              </p:custDataLst>
            </p:nvPr>
          </p:nvSpPr>
          <p:spPr>
            <a:xfrm>
              <a:off x="2896000" y="1938868"/>
              <a:ext cx="5658796" cy="1369606"/>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dirty="0"/>
                <a:t>Source candidates</a:t>
              </a:r>
            </a:p>
            <a:p>
              <a:pPr lvl="1"/>
              <a:r>
                <a:rPr lang="en-US" sz="1400" dirty="0"/>
                <a:t>Conduct initial screening before advancing candidates to behavioral interviews</a:t>
              </a:r>
            </a:p>
            <a:p>
              <a:pPr lvl="1"/>
              <a:r>
                <a:rPr lang="en-US" sz="1400" dirty="0"/>
                <a:t>Support interviewers and Hiring Managers throughout interview process (e.g., draft interview questions, serve as a bias monitor in debrief) </a:t>
              </a:r>
            </a:p>
          </p:txBody>
        </p:sp>
        <p:sp>
          <p:nvSpPr>
            <p:cNvPr id="20" name="TextBox 19">
              <a:extLst>
                <a:ext uri="{FF2B5EF4-FFF2-40B4-BE49-F238E27FC236}">
                  <a16:creationId xmlns:a16="http://schemas.microsoft.com/office/drawing/2014/main" id="{207D11CE-5B5E-D8B9-F9AD-D4F215B0BF68}"/>
                </a:ext>
              </a:extLst>
            </p:cNvPr>
            <p:cNvSpPr txBox="1"/>
            <p:nvPr>
              <p:custDataLst>
                <p:tags r:id="rId26"/>
              </p:custDataLst>
            </p:nvPr>
          </p:nvSpPr>
          <p:spPr>
            <a:xfrm>
              <a:off x="8866094" y="1938868"/>
              <a:ext cx="2754406" cy="107721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a:t>Engage closely (e.g., via weekly working sessions) to design training and to coach on delivering training – will likely own interviewer training</a:t>
              </a:r>
            </a:p>
          </p:txBody>
        </p:sp>
        <p:sp>
          <p:nvSpPr>
            <p:cNvPr id="36" name="TrackerAlphaBlue 36">
              <a:extLst>
                <a:ext uri="{FF2B5EF4-FFF2-40B4-BE49-F238E27FC236}">
                  <a16:creationId xmlns:a16="http://schemas.microsoft.com/office/drawing/2014/main" id="{E6DE4CE6-43A0-9CB1-541C-8C7ABFABD18D}"/>
                </a:ext>
              </a:extLst>
            </p:cNvPr>
            <p:cNvSpPr/>
            <p:nvPr>
              <p:custDataLst>
                <p:tags r:id="rId27"/>
              </p:custDataLst>
            </p:nvPr>
          </p:nvSpPr>
          <p:spPr>
            <a:xfrm>
              <a:off x="571501" y="1938868"/>
              <a:ext cx="230859" cy="230859"/>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A</a:t>
              </a:r>
            </a:p>
          </p:txBody>
        </p:sp>
      </p:grpSp>
      <p:grpSp>
        <p:nvGrpSpPr>
          <p:cNvPr id="46" name="Group 45">
            <a:extLst>
              <a:ext uri="{FF2B5EF4-FFF2-40B4-BE49-F238E27FC236}">
                <a16:creationId xmlns:a16="http://schemas.microsoft.com/office/drawing/2014/main" id="{1CDAE1D2-400E-D7B3-FA6A-14DA99731EA0}"/>
              </a:ext>
            </a:extLst>
          </p:cNvPr>
          <p:cNvGrpSpPr/>
          <p:nvPr/>
        </p:nvGrpSpPr>
        <p:grpSpPr>
          <a:xfrm>
            <a:off x="571501" y="3554379"/>
            <a:ext cx="11048999" cy="900246"/>
            <a:chOff x="571501" y="3526774"/>
            <a:chExt cx="11048999" cy="900246"/>
          </a:xfrm>
        </p:grpSpPr>
        <p:sp>
          <p:nvSpPr>
            <p:cNvPr id="11" name="TextBox 10">
              <a:extLst>
                <a:ext uri="{FF2B5EF4-FFF2-40B4-BE49-F238E27FC236}">
                  <a16:creationId xmlns:a16="http://schemas.microsoft.com/office/drawing/2014/main" id="{6A3A662A-DD3B-45A9-8138-EAF7CED8C0B4}"/>
                </a:ext>
              </a:extLst>
            </p:cNvPr>
            <p:cNvSpPr txBox="1"/>
            <p:nvPr>
              <p:custDataLst>
                <p:tags r:id="rId20"/>
              </p:custDataLst>
            </p:nvPr>
          </p:nvSpPr>
          <p:spPr>
            <a:xfrm>
              <a:off x="975129" y="3526774"/>
              <a:ext cx="1609573"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HR, legal, and other functions</a:t>
              </a:r>
            </a:p>
          </p:txBody>
        </p:sp>
        <p:sp>
          <p:nvSpPr>
            <p:cNvPr id="16" name="TextBox 15">
              <a:extLst>
                <a:ext uri="{FF2B5EF4-FFF2-40B4-BE49-F238E27FC236}">
                  <a16:creationId xmlns:a16="http://schemas.microsoft.com/office/drawing/2014/main" id="{3CD3197B-BF35-3FD8-18A0-4EFFEAA43559}"/>
                </a:ext>
              </a:extLst>
            </p:cNvPr>
            <p:cNvSpPr txBox="1">
              <a:spLocks/>
            </p:cNvSpPr>
            <p:nvPr>
              <p:custDataLst>
                <p:tags r:id="rId21"/>
              </p:custDataLst>
            </p:nvPr>
          </p:nvSpPr>
          <p:spPr>
            <a:xfrm>
              <a:off x="2896000" y="3526774"/>
              <a:ext cx="5658796" cy="68480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dirty="0"/>
                <a:t>Advise on risk throughout interview process</a:t>
              </a:r>
            </a:p>
            <a:p>
              <a:pPr lvl="1"/>
              <a:r>
                <a:rPr lang="en-US" sz="1400" dirty="0"/>
                <a:t>Provide guidance on linkages to other parts of the professional development lifecycle</a:t>
              </a:r>
            </a:p>
          </p:txBody>
        </p:sp>
        <p:sp>
          <p:nvSpPr>
            <p:cNvPr id="21" name="TextBox 20">
              <a:extLst>
                <a:ext uri="{FF2B5EF4-FFF2-40B4-BE49-F238E27FC236}">
                  <a16:creationId xmlns:a16="http://schemas.microsoft.com/office/drawing/2014/main" id="{05069622-BCC6-4BB5-3741-3740E2570DB8}"/>
                </a:ext>
              </a:extLst>
            </p:cNvPr>
            <p:cNvSpPr txBox="1"/>
            <p:nvPr>
              <p:custDataLst>
                <p:tags r:id="rId22"/>
              </p:custDataLst>
            </p:nvPr>
          </p:nvSpPr>
          <p:spPr>
            <a:xfrm>
              <a:off x="8866094" y="3526774"/>
              <a:ext cx="2754406" cy="900246"/>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dirty="0"/>
                <a:t>Test training content as it becomes finalized</a:t>
              </a:r>
            </a:p>
            <a:p>
              <a:pPr lvl="1"/>
              <a:r>
                <a:rPr lang="en-US" sz="1400" dirty="0"/>
                <a:t>Potentially engage HR as an audience for test run</a:t>
              </a:r>
            </a:p>
          </p:txBody>
        </p:sp>
        <p:sp>
          <p:nvSpPr>
            <p:cNvPr id="38" name="TrackerAlphaBlue 36">
              <a:extLst>
                <a:ext uri="{FF2B5EF4-FFF2-40B4-BE49-F238E27FC236}">
                  <a16:creationId xmlns:a16="http://schemas.microsoft.com/office/drawing/2014/main" id="{EBEDC45C-3074-7CDC-2017-C9712F4A9BB3}"/>
                </a:ext>
              </a:extLst>
            </p:cNvPr>
            <p:cNvSpPr/>
            <p:nvPr>
              <p:custDataLst>
                <p:tags r:id="rId23"/>
              </p:custDataLst>
            </p:nvPr>
          </p:nvSpPr>
          <p:spPr>
            <a:xfrm>
              <a:off x="571501" y="3526774"/>
              <a:ext cx="230859" cy="230859"/>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B</a:t>
              </a:r>
            </a:p>
          </p:txBody>
        </p:sp>
      </p:grpSp>
      <p:grpSp>
        <p:nvGrpSpPr>
          <p:cNvPr id="44" name="Group 43">
            <a:extLst>
              <a:ext uri="{FF2B5EF4-FFF2-40B4-BE49-F238E27FC236}">
                <a16:creationId xmlns:a16="http://schemas.microsoft.com/office/drawing/2014/main" id="{928DD891-47CF-2B85-5523-7F91C93D845D}"/>
              </a:ext>
            </a:extLst>
          </p:cNvPr>
          <p:cNvGrpSpPr/>
          <p:nvPr/>
        </p:nvGrpSpPr>
        <p:grpSpPr>
          <a:xfrm>
            <a:off x="571501" y="5608936"/>
            <a:ext cx="11048999" cy="684803"/>
            <a:chOff x="571501" y="4709774"/>
            <a:chExt cx="11048999" cy="684803"/>
          </a:xfrm>
        </p:grpSpPr>
        <p:sp>
          <p:nvSpPr>
            <p:cNvPr id="12" name="TextBox 11">
              <a:extLst>
                <a:ext uri="{FF2B5EF4-FFF2-40B4-BE49-F238E27FC236}">
                  <a16:creationId xmlns:a16="http://schemas.microsoft.com/office/drawing/2014/main" id="{2E41D00A-566D-0E7A-4311-58C0E326CE51}"/>
                </a:ext>
              </a:extLst>
            </p:cNvPr>
            <p:cNvSpPr txBox="1"/>
            <p:nvPr>
              <p:custDataLst>
                <p:tags r:id="rId16"/>
              </p:custDataLst>
            </p:nvPr>
          </p:nvSpPr>
          <p:spPr>
            <a:xfrm>
              <a:off x="975129" y="4709774"/>
              <a:ext cx="1609573"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Interviewers</a:t>
              </a:r>
            </a:p>
          </p:txBody>
        </p:sp>
        <p:sp>
          <p:nvSpPr>
            <p:cNvPr id="17" name="TextBox 16">
              <a:extLst>
                <a:ext uri="{FF2B5EF4-FFF2-40B4-BE49-F238E27FC236}">
                  <a16:creationId xmlns:a16="http://schemas.microsoft.com/office/drawing/2014/main" id="{40BA822D-3472-7D80-05F1-D07B6AC330E5}"/>
                </a:ext>
              </a:extLst>
            </p:cNvPr>
            <p:cNvSpPr txBox="1">
              <a:spLocks/>
            </p:cNvSpPr>
            <p:nvPr>
              <p:custDataLst>
                <p:tags r:id="rId17"/>
              </p:custDataLst>
            </p:nvPr>
          </p:nvSpPr>
          <p:spPr>
            <a:xfrm>
              <a:off x="2896000" y="4709774"/>
              <a:ext cx="5658796" cy="68480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a:t>Conduct behavioral interviews to assess candidates</a:t>
              </a:r>
            </a:p>
            <a:p>
              <a:pPr lvl="1"/>
              <a:r>
                <a:rPr lang="en-US" sz="1400"/>
                <a:t>Share reflections on interviews in debrief to help Hiring Manager make hiring decision</a:t>
              </a:r>
            </a:p>
          </p:txBody>
        </p:sp>
        <p:sp>
          <p:nvSpPr>
            <p:cNvPr id="22" name="TextBox 21">
              <a:extLst>
                <a:ext uri="{FF2B5EF4-FFF2-40B4-BE49-F238E27FC236}">
                  <a16:creationId xmlns:a16="http://schemas.microsoft.com/office/drawing/2014/main" id="{472CE92B-90F9-F204-0986-510404087030}"/>
                </a:ext>
              </a:extLst>
            </p:cNvPr>
            <p:cNvSpPr txBox="1"/>
            <p:nvPr>
              <p:custDataLst>
                <p:tags r:id="rId18"/>
              </p:custDataLst>
            </p:nvPr>
          </p:nvSpPr>
          <p:spPr>
            <a:xfrm>
              <a:off x="8866094" y="4709774"/>
              <a:ext cx="2754406" cy="469359"/>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a:t>Ensure participate in pilot</a:t>
              </a:r>
            </a:p>
            <a:p>
              <a:pPr lvl="1"/>
              <a:r>
                <a:rPr lang="en-US" sz="1400"/>
                <a:t>Collect feedback during pilot</a:t>
              </a:r>
            </a:p>
          </p:txBody>
        </p:sp>
        <p:sp>
          <p:nvSpPr>
            <p:cNvPr id="39" name="TrackerAlphaBlue 36">
              <a:extLst>
                <a:ext uri="{FF2B5EF4-FFF2-40B4-BE49-F238E27FC236}">
                  <a16:creationId xmlns:a16="http://schemas.microsoft.com/office/drawing/2014/main" id="{926CFA8C-346F-9998-791F-E84F286D0DE3}"/>
                </a:ext>
              </a:extLst>
            </p:cNvPr>
            <p:cNvSpPr/>
            <p:nvPr>
              <p:custDataLst>
                <p:tags r:id="rId19"/>
              </p:custDataLst>
            </p:nvPr>
          </p:nvSpPr>
          <p:spPr>
            <a:xfrm>
              <a:off x="571501" y="4709774"/>
              <a:ext cx="230859" cy="230859"/>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dirty="0">
                  <a:solidFill>
                    <a:schemeClr val="bg1"/>
                  </a:solidFill>
                </a:rPr>
                <a:t>D</a:t>
              </a:r>
            </a:p>
          </p:txBody>
        </p:sp>
      </p:grpSp>
      <p:grpSp>
        <p:nvGrpSpPr>
          <p:cNvPr id="45" name="Group 44">
            <a:extLst>
              <a:ext uri="{FF2B5EF4-FFF2-40B4-BE49-F238E27FC236}">
                <a16:creationId xmlns:a16="http://schemas.microsoft.com/office/drawing/2014/main" id="{0CF2F95D-54A0-3CCF-815E-152058CEA55C}"/>
              </a:ext>
            </a:extLst>
          </p:cNvPr>
          <p:cNvGrpSpPr/>
          <p:nvPr/>
        </p:nvGrpSpPr>
        <p:grpSpPr>
          <a:xfrm>
            <a:off x="571501" y="4904823"/>
            <a:ext cx="11048999" cy="469359"/>
            <a:chOff x="571501" y="5597785"/>
            <a:chExt cx="11048999" cy="469359"/>
          </a:xfrm>
        </p:grpSpPr>
        <p:sp>
          <p:nvSpPr>
            <p:cNvPr id="13" name="TextBox 12">
              <a:extLst>
                <a:ext uri="{FF2B5EF4-FFF2-40B4-BE49-F238E27FC236}">
                  <a16:creationId xmlns:a16="http://schemas.microsoft.com/office/drawing/2014/main" id="{1FB25752-F11A-6C63-5FC5-60A21A4C0C8A}"/>
                </a:ext>
              </a:extLst>
            </p:cNvPr>
            <p:cNvSpPr txBox="1"/>
            <p:nvPr>
              <p:custDataLst>
                <p:tags r:id="rId12"/>
              </p:custDataLst>
            </p:nvPr>
          </p:nvSpPr>
          <p:spPr>
            <a:xfrm>
              <a:off x="975129" y="5597785"/>
              <a:ext cx="1609573"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Hiring Manager</a:t>
              </a:r>
            </a:p>
          </p:txBody>
        </p:sp>
        <p:sp>
          <p:nvSpPr>
            <p:cNvPr id="18" name="TextBox 17">
              <a:extLst>
                <a:ext uri="{FF2B5EF4-FFF2-40B4-BE49-F238E27FC236}">
                  <a16:creationId xmlns:a16="http://schemas.microsoft.com/office/drawing/2014/main" id="{440E019C-FCE1-A7B8-D546-F9756B827E80}"/>
                </a:ext>
              </a:extLst>
            </p:cNvPr>
            <p:cNvSpPr txBox="1">
              <a:spLocks/>
            </p:cNvSpPr>
            <p:nvPr>
              <p:custDataLst>
                <p:tags r:id="rId13"/>
              </p:custDataLst>
            </p:nvPr>
          </p:nvSpPr>
          <p:spPr>
            <a:xfrm>
              <a:off x="2896000" y="5597785"/>
              <a:ext cx="5658796" cy="469359"/>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dirty="0"/>
                <a:t>Define criteria and desired qualifications for role</a:t>
              </a:r>
            </a:p>
            <a:p>
              <a:pPr lvl="1"/>
              <a:r>
                <a:rPr lang="en-US" sz="1400" dirty="0"/>
                <a:t>Facilitate debrief and make final hiring decision</a:t>
              </a:r>
            </a:p>
          </p:txBody>
        </p:sp>
        <p:sp>
          <p:nvSpPr>
            <p:cNvPr id="23" name="TextBox 22">
              <a:extLst>
                <a:ext uri="{FF2B5EF4-FFF2-40B4-BE49-F238E27FC236}">
                  <a16:creationId xmlns:a16="http://schemas.microsoft.com/office/drawing/2014/main" id="{F66BCEE8-2165-E682-F41E-EABD549C13C1}"/>
                </a:ext>
              </a:extLst>
            </p:cNvPr>
            <p:cNvSpPr txBox="1"/>
            <p:nvPr>
              <p:custDataLst>
                <p:tags r:id="rId14"/>
              </p:custDataLst>
            </p:nvPr>
          </p:nvSpPr>
          <p:spPr>
            <a:xfrm>
              <a:off x="8866094" y="5597785"/>
              <a:ext cx="2754406" cy="469359"/>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a:t>Ensure participate in pilot</a:t>
              </a:r>
            </a:p>
            <a:p>
              <a:pPr lvl="1"/>
              <a:r>
                <a:rPr lang="en-US" sz="1400"/>
                <a:t>Collect feedback during pilot</a:t>
              </a:r>
            </a:p>
          </p:txBody>
        </p:sp>
        <p:sp>
          <p:nvSpPr>
            <p:cNvPr id="40" name="TrackerAlphaBlue 36">
              <a:extLst>
                <a:ext uri="{FF2B5EF4-FFF2-40B4-BE49-F238E27FC236}">
                  <a16:creationId xmlns:a16="http://schemas.microsoft.com/office/drawing/2014/main" id="{050616AD-1E08-62E6-0292-B3A971A73353}"/>
                </a:ext>
              </a:extLst>
            </p:cNvPr>
            <p:cNvSpPr/>
            <p:nvPr>
              <p:custDataLst>
                <p:tags r:id="rId15"/>
              </p:custDataLst>
            </p:nvPr>
          </p:nvSpPr>
          <p:spPr>
            <a:xfrm>
              <a:off x="571501" y="5597785"/>
              <a:ext cx="230859" cy="230859"/>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dirty="0">
                  <a:solidFill>
                    <a:schemeClr val="bg1"/>
                  </a:solidFill>
                </a:rPr>
                <a:t>C</a:t>
              </a:r>
            </a:p>
          </p:txBody>
        </p:sp>
      </p:grpSp>
    </p:spTree>
    <p:extLst>
      <p:ext uri="{BB962C8B-B14F-4D97-AF65-F5344CB8AC3E}">
        <p14:creationId xmlns:p14="http://schemas.microsoft.com/office/powerpoint/2010/main" val="54371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20793D6-3222-282F-9730-F0D5CD3C27F1}"/>
              </a:ext>
            </a:extLst>
          </p:cNvPr>
          <p:cNvGraphicFramePr>
            <a:graphicFrameLocks noChangeAspect="1"/>
          </p:cNvGraphicFramePr>
          <p:nvPr>
            <p:custDataLst>
              <p:tags r:id="rId1"/>
            </p:custDataLst>
            <p:extLst>
              <p:ext uri="{D42A27DB-BD31-4B8C-83A1-F6EECF244321}">
                <p14:modId xmlns:p14="http://schemas.microsoft.com/office/powerpoint/2010/main" val="28429106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6" progId="TCLayout.ActiveDocument.1">
                  <p:embed/>
                </p:oleObj>
              </mc:Choice>
              <mc:Fallback>
                <p:oleObj name="think-cell Slide" r:id="rId14" imgW="395" imgH="396" progId="TCLayout.ActiveDocument.1">
                  <p:embed/>
                  <p:pic>
                    <p:nvPicPr>
                      <p:cNvPr id="6" name="think-cell data - do not delete" hidden="1">
                        <a:extLst>
                          <a:ext uri="{FF2B5EF4-FFF2-40B4-BE49-F238E27FC236}">
                            <a16:creationId xmlns:a16="http://schemas.microsoft.com/office/drawing/2014/main" id="{020793D6-3222-282F-9730-F0D5CD3C27F1}"/>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865F2843-22A3-56D9-2D61-5301F900EB37}"/>
              </a:ext>
            </a:extLst>
          </p:cNvPr>
          <p:cNvSpPr>
            <a:spLocks noGrp="1"/>
          </p:cNvSpPr>
          <p:nvPr>
            <p:ph type="title"/>
            <p:custDataLst>
              <p:tags r:id="rId2"/>
            </p:custDataLst>
          </p:nvPr>
        </p:nvSpPr>
        <p:spPr>
          <a:xfrm>
            <a:off x="554736" y="352055"/>
            <a:ext cx="11082528" cy="731520"/>
          </a:xfrm>
        </p:spPr>
        <p:txBody>
          <a:bodyPr vert="horz"/>
          <a:lstStyle/>
          <a:p>
            <a:r>
              <a:rPr lang="en-US"/>
              <a:t>Factors to consider when designing and delivering interviewer training </a:t>
            </a:r>
          </a:p>
        </p:txBody>
      </p:sp>
      <p:sp>
        <p:nvSpPr>
          <p:cNvPr id="3" name="1. On-page tracker">
            <a:extLst>
              <a:ext uri="{FF2B5EF4-FFF2-40B4-BE49-F238E27FC236}">
                <a16:creationId xmlns:a16="http://schemas.microsoft.com/office/drawing/2014/main" id="{B38577A3-A90F-19B6-503A-2C4B0D110510}"/>
              </a:ext>
            </a:extLst>
          </p:cNvPr>
          <p:cNvSpPr>
            <a:spLocks noGrp="1"/>
          </p:cNvSpPr>
          <p:nvPr>
            <p:ph type="body" sz="quarter" idx="17"/>
            <p:custDataLst>
              <p:tags r:id="rId3"/>
            </p:custDataLst>
          </p:nvPr>
        </p:nvSpPr>
        <p:spPr/>
        <p:txBody>
          <a:bodyPr/>
          <a:lstStyle/>
          <a:p>
            <a:endParaRPr lang="en-US"/>
          </a:p>
        </p:txBody>
      </p:sp>
      <p:cxnSp>
        <p:nvCxnSpPr>
          <p:cNvPr id="22" name="GreyLineSeparatorStrong 22">
            <a:extLst>
              <a:ext uri="{FF2B5EF4-FFF2-40B4-BE49-F238E27FC236}">
                <a16:creationId xmlns:a16="http://schemas.microsoft.com/office/drawing/2014/main" id="{9485E0CD-013F-3CE8-A83B-4477BF22E091}"/>
              </a:ext>
            </a:extLst>
          </p:cNvPr>
          <p:cNvCxnSpPr/>
          <p:nvPr>
            <p:custDataLst>
              <p:tags r:id="rId4"/>
            </p:custDataLst>
          </p:nvPr>
        </p:nvCxnSpPr>
        <p:spPr>
          <a:xfrm>
            <a:off x="596124" y="2373136"/>
            <a:ext cx="1108011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GreyLineSeparatorStrong 22">
            <a:extLst>
              <a:ext uri="{FF2B5EF4-FFF2-40B4-BE49-F238E27FC236}">
                <a16:creationId xmlns:a16="http://schemas.microsoft.com/office/drawing/2014/main" id="{F88C0AC8-0B06-7614-B9F3-7CCB88AECF54}"/>
              </a:ext>
            </a:extLst>
          </p:cNvPr>
          <p:cNvCxnSpPr/>
          <p:nvPr>
            <p:custDataLst>
              <p:tags r:id="rId5"/>
            </p:custDataLst>
          </p:nvPr>
        </p:nvCxnSpPr>
        <p:spPr>
          <a:xfrm>
            <a:off x="596124" y="3249856"/>
            <a:ext cx="1108011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GreyLineSeparatorStrong 22">
            <a:extLst>
              <a:ext uri="{FF2B5EF4-FFF2-40B4-BE49-F238E27FC236}">
                <a16:creationId xmlns:a16="http://schemas.microsoft.com/office/drawing/2014/main" id="{E3BA0F3E-120C-3A65-9667-0F26201C1315}"/>
              </a:ext>
            </a:extLst>
          </p:cNvPr>
          <p:cNvCxnSpPr/>
          <p:nvPr>
            <p:custDataLst>
              <p:tags r:id="rId6"/>
            </p:custDataLst>
          </p:nvPr>
        </p:nvCxnSpPr>
        <p:spPr>
          <a:xfrm>
            <a:off x="596124" y="4498144"/>
            <a:ext cx="1108011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7E91F06B-FE97-0902-EFBE-1981E4567BE9}"/>
              </a:ext>
            </a:extLst>
          </p:cNvPr>
          <p:cNvGrpSpPr/>
          <p:nvPr/>
        </p:nvGrpSpPr>
        <p:grpSpPr>
          <a:xfrm>
            <a:off x="596124" y="1656701"/>
            <a:ext cx="11041139" cy="503802"/>
            <a:chOff x="596124" y="1867754"/>
            <a:chExt cx="11041139" cy="503802"/>
          </a:xfrm>
        </p:grpSpPr>
        <p:sp>
          <p:nvSpPr>
            <p:cNvPr id="18" name="TextBox 17">
              <a:extLst>
                <a:ext uri="{FF2B5EF4-FFF2-40B4-BE49-F238E27FC236}">
                  <a16:creationId xmlns:a16="http://schemas.microsoft.com/office/drawing/2014/main" id="{EDC2CDE1-FFF0-19AB-98AB-0BCB5D9585CB}"/>
                </a:ext>
              </a:extLst>
            </p:cNvPr>
            <p:cNvSpPr txBox="1"/>
            <p:nvPr/>
          </p:nvSpPr>
          <p:spPr>
            <a:xfrm>
              <a:off x="1544550" y="1905287"/>
              <a:ext cx="10092713"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 robust interviewer training will likely require 60-90 minutes. Ensure participants are </a:t>
              </a:r>
              <a:r>
                <a:rPr lang="en-US" sz="1400" b="1"/>
                <a:t>aware of the time commitment </a:t>
              </a:r>
              <a:r>
                <a:rPr lang="en-US" sz="1400"/>
                <a:t>and </a:t>
              </a:r>
              <a:r>
                <a:rPr lang="en-US" sz="1400" b="1"/>
                <a:t>understand the important responsibility </a:t>
              </a:r>
              <a:r>
                <a:rPr lang="en-US" sz="1400"/>
                <a:t>of interviewing </a:t>
              </a:r>
            </a:p>
          </p:txBody>
        </p:sp>
        <p:pic>
          <p:nvPicPr>
            <p:cNvPr id="27" name="CustomIcon">
              <a:extLst>
                <a:ext uri="{FF2B5EF4-FFF2-40B4-BE49-F238E27FC236}">
                  <a16:creationId xmlns:a16="http://schemas.microsoft.com/office/drawing/2014/main" id="{B1EC3D7C-745B-137F-240A-1435D3B86691}"/>
                </a:ext>
              </a:extLst>
            </p:cNvPr>
            <p:cNvPicPr>
              <a:picLocks noChangeAspect="1"/>
            </p:cNvPicPr>
            <p:nvPr>
              <p:custDataLst>
                <p:tags r:id="rId12"/>
              </p:custDataLst>
            </p:nvPr>
          </p:nvPicPr>
          <p:blipFill>
            <a:blip r:embed="rId16">
              <a:extLst>
                <a:ext uri="{96DAC541-7B7A-43D3-8B79-37D633B846F1}">
                  <asvg:svgBlip xmlns:asvg="http://schemas.microsoft.com/office/drawing/2016/SVG/main" r:embed="rId17"/>
                </a:ext>
              </a:extLst>
            </a:blip>
            <a:stretch>
              <a:fillRect/>
            </a:stretch>
          </p:blipFill>
          <p:spPr>
            <a:xfrm>
              <a:off x="596124" y="1867754"/>
              <a:ext cx="503802" cy="503802"/>
            </a:xfrm>
            <a:prstGeom prst="rect">
              <a:avLst/>
            </a:prstGeom>
          </p:spPr>
        </p:pic>
      </p:grpSp>
      <p:grpSp>
        <p:nvGrpSpPr>
          <p:cNvPr id="40" name="Group 39">
            <a:extLst>
              <a:ext uri="{FF2B5EF4-FFF2-40B4-BE49-F238E27FC236}">
                <a16:creationId xmlns:a16="http://schemas.microsoft.com/office/drawing/2014/main" id="{999652AC-C966-794B-EF48-BB34DC63BBCB}"/>
              </a:ext>
            </a:extLst>
          </p:cNvPr>
          <p:cNvGrpSpPr/>
          <p:nvPr/>
        </p:nvGrpSpPr>
        <p:grpSpPr>
          <a:xfrm>
            <a:off x="596124" y="2559595"/>
            <a:ext cx="11041139" cy="503802"/>
            <a:chOff x="596124" y="2838235"/>
            <a:chExt cx="11041139" cy="503802"/>
          </a:xfrm>
        </p:grpSpPr>
        <p:sp>
          <p:nvSpPr>
            <p:cNvPr id="19" name="TextBox 18">
              <a:extLst>
                <a:ext uri="{FF2B5EF4-FFF2-40B4-BE49-F238E27FC236}">
                  <a16:creationId xmlns:a16="http://schemas.microsoft.com/office/drawing/2014/main" id="{58E9536E-CB6D-FAE0-5770-2C5F274C29BC}"/>
                </a:ext>
              </a:extLst>
            </p:cNvPr>
            <p:cNvSpPr txBox="1"/>
            <p:nvPr/>
          </p:nvSpPr>
          <p:spPr>
            <a:xfrm>
              <a:off x="1544550" y="2838235"/>
              <a:ext cx="10092713"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Incorporate interactive components </a:t>
              </a:r>
              <a:r>
                <a:rPr lang="en-US" sz="1400"/>
                <a:t>into the training to keep participants engaged and allow them to put the content into practice, testing their understanding</a:t>
              </a:r>
            </a:p>
          </p:txBody>
        </p:sp>
        <p:pic>
          <p:nvPicPr>
            <p:cNvPr id="29" name="CustomIcon">
              <a:extLst>
                <a:ext uri="{FF2B5EF4-FFF2-40B4-BE49-F238E27FC236}">
                  <a16:creationId xmlns:a16="http://schemas.microsoft.com/office/drawing/2014/main" id="{6D3E9FD2-000E-6F45-E6AD-1FB9FF0C52C4}"/>
                </a:ext>
              </a:extLst>
            </p:cNvPr>
            <p:cNvPicPr>
              <a:picLocks noChangeAspect="1"/>
            </p:cNvPicPr>
            <p:nvPr>
              <p:custDataLst>
                <p:tags r:id="rId11"/>
              </p:custDataLst>
            </p:nvPr>
          </p:nvPicPr>
          <p:blipFill>
            <a:blip r:embed="rId18">
              <a:extLst>
                <a:ext uri="{96DAC541-7B7A-43D3-8B79-37D633B846F1}">
                  <asvg:svgBlip xmlns:asvg="http://schemas.microsoft.com/office/drawing/2016/SVG/main" r:embed="rId19"/>
                </a:ext>
              </a:extLst>
            </a:blip>
            <a:stretch>
              <a:fillRect/>
            </a:stretch>
          </p:blipFill>
          <p:spPr>
            <a:xfrm>
              <a:off x="596124" y="2838235"/>
              <a:ext cx="503802" cy="503802"/>
            </a:xfrm>
            <a:prstGeom prst="rect">
              <a:avLst/>
            </a:prstGeom>
          </p:spPr>
        </p:pic>
      </p:grpSp>
      <p:grpSp>
        <p:nvGrpSpPr>
          <p:cNvPr id="42" name="Group 41">
            <a:extLst>
              <a:ext uri="{FF2B5EF4-FFF2-40B4-BE49-F238E27FC236}">
                <a16:creationId xmlns:a16="http://schemas.microsoft.com/office/drawing/2014/main" id="{055EFBEE-C792-AA29-0434-A8B8859F059D}"/>
              </a:ext>
            </a:extLst>
          </p:cNvPr>
          <p:cNvGrpSpPr/>
          <p:nvPr/>
        </p:nvGrpSpPr>
        <p:grpSpPr>
          <a:xfrm>
            <a:off x="596124" y="4684603"/>
            <a:ext cx="11041138" cy="503802"/>
            <a:chOff x="596124" y="5073933"/>
            <a:chExt cx="11041138" cy="503802"/>
          </a:xfrm>
        </p:grpSpPr>
        <p:sp>
          <p:nvSpPr>
            <p:cNvPr id="21" name="TextBox 20">
              <a:extLst>
                <a:ext uri="{FF2B5EF4-FFF2-40B4-BE49-F238E27FC236}">
                  <a16:creationId xmlns:a16="http://schemas.microsoft.com/office/drawing/2014/main" id="{4F91DBEB-F98B-EC1C-99D6-B908EF832CC1}"/>
                </a:ext>
              </a:extLst>
            </p:cNvPr>
            <p:cNvSpPr txBox="1"/>
            <p:nvPr/>
          </p:nvSpPr>
          <p:spPr>
            <a:xfrm>
              <a:off x="1544549" y="5073933"/>
              <a:ext cx="10092713"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Limit presentation text to the most important content</a:t>
              </a:r>
              <a:r>
                <a:rPr lang="en-US" sz="1400"/>
                <a:t>. Greater details or examples may be best conveyed as voice-over, as it may be difficult for participants to both read the slides and listen to the presenter</a:t>
              </a:r>
            </a:p>
          </p:txBody>
        </p:sp>
        <p:pic>
          <p:nvPicPr>
            <p:cNvPr id="31" name="CustomIcon">
              <a:extLst>
                <a:ext uri="{FF2B5EF4-FFF2-40B4-BE49-F238E27FC236}">
                  <a16:creationId xmlns:a16="http://schemas.microsoft.com/office/drawing/2014/main" id="{3D335C91-E9D8-B5EA-2E0A-8C13772C1BFD}"/>
                </a:ext>
              </a:extLst>
            </p:cNvPr>
            <p:cNvPicPr>
              <a:picLocks noChangeAspect="1"/>
            </p:cNvPicPr>
            <p:nvPr>
              <p:custDataLst>
                <p:tags r:id="rId10"/>
              </p:custDataLst>
            </p:nvPr>
          </p:nvPicPr>
          <p:blipFill>
            <a:blip r:embed="rId20">
              <a:extLst>
                <a:ext uri="{96DAC541-7B7A-43D3-8B79-37D633B846F1}">
                  <asvg:svgBlip xmlns:asvg="http://schemas.microsoft.com/office/drawing/2016/SVG/main" r:embed="rId21"/>
                </a:ext>
              </a:extLst>
            </a:blip>
            <a:stretch>
              <a:fillRect/>
            </a:stretch>
          </p:blipFill>
          <p:spPr>
            <a:xfrm>
              <a:off x="596124" y="5073933"/>
              <a:ext cx="503802" cy="503802"/>
            </a:xfrm>
            <a:prstGeom prst="rect">
              <a:avLst/>
            </a:prstGeom>
          </p:spPr>
        </p:pic>
      </p:grpSp>
      <p:grpSp>
        <p:nvGrpSpPr>
          <p:cNvPr id="41" name="Group 40">
            <a:extLst>
              <a:ext uri="{FF2B5EF4-FFF2-40B4-BE49-F238E27FC236}">
                <a16:creationId xmlns:a16="http://schemas.microsoft.com/office/drawing/2014/main" id="{65C61A96-9083-C354-E484-BDBE90B17410}"/>
              </a:ext>
            </a:extLst>
          </p:cNvPr>
          <p:cNvGrpSpPr/>
          <p:nvPr/>
        </p:nvGrpSpPr>
        <p:grpSpPr>
          <a:xfrm>
            <a:off x="596124" y="3436315"/>
            <a:ext cx="11041139" cy="938719"/>
            <a:chOff x="596124" y="3671391"/>
            <a:chExt cx="11041139" cy="938719"/>
          </a:xfrm>
        </p:grpSpPr>
        <p:sp>
          <p:nvSpPr>
            <p:cNvPr id="20" name="TextBox 19">
              <a:extLst>
                <a:ext uri="{FF2B5EF4-FFF2-40B4-BE49-F238E27FC236}">
                  <a16:creationId xmlns:a16="http://schemas.microsoft.com/office/drawing/2014/main" id="{45A64B9D-B048-E9C6-0CAB-C543215EE5E8}"/>
                </a:ext>
              </a:extLst>
            </p:cNvPr>
            <p:cNvSpPr txBox="1"/>
            <p:nvPr/>
          </p:nvSpPr>
          <p:spPr>
            <a:xfrm>
              <a:off x="1544550" y="3671391"/>
              <a:ext cx="10092713" cy="93871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Consider different learning styles when designing interactive components </a:t>
              </a:r>
              <a:r>
                <a:rPr lang="en-US" sz="1400"/>
                <a:t>– some participants may feel nervous or overwhelmed by live roleplay or breakout group activities</a:t>
              </a:r>
            </a:p>
            <a:p>
              <a:r>
                <a:rPr lang="en-US" sz="1400"/>
                <a:t>An effective alternative may be showing video examples and asking participants to interact (e.g., identify missteps or best practices) via chat or poll</a:t>
              </a:r>
            </a:p>
          </p:txBody>
        </p:sp>
        <p:pic>
          <p:nvPicPr>
            <p:cNvPr id="33" name="CustomIcon">
              <a:extLst>
                <a:ext uri="{FF2B5EF4-FFF2-40B4-BE49-F238E27FC236}">
                  <a16:creationId xmlns:a16="http://schemas.microsoft.com/office/drawing/2014/main" id="{F3D13ECC-90FC-B2D3-861F-36EEE9EAF4DE}"/>
                </a:ext>
              </a:extLst>
            </p:cNvPr>
            <p:cNvPicPr>
              <a:picLocks noChangeAspect="1"/>
            </p:cNvPicPr>
            <p:nvPr>
              <p:custDataLst>
                <p:tags r:id="rId9"/>
              </p:custDataLst>
            </p:nvPr>
          </p:nvPicPr>
          <p:blipFill>
            <a:blip r:embed="rId22">
              <a:extLst>
                <a:ext uri="{96DAC541-7B7A-43D3-8B79-37D633B846F1}">
                  <asvg:svgBlip xmlns:asvg="http://schemas.microsoft.com/office/drawing/2016/SVG/main" r:embed="rId23"/>
                </a:ext>
              </a:extLst>
            </a:blip>
            <a:stretch>
              <a:fillRect/>
            </a:stretch>
          </p:blipFill>
          <p:spPr>
            <a:xfrm>
              <a:off x="596124" y="3671391"/>
              <a:ext cx="503802" cy="503802"/>
            </a:xfrm>
            <a:prstGeom prst="rect">
              <a:avLst/>
            </a:prstGeom>
          </p:spPr>
        </p:pic>
      </p:grpSp>
      <p:cxnSp>
        <p:nvCxnSpPr>
          <p:cNvPr id="5" name="GreyLineSeparatorStrong 22">
            <a:extLst>
              <a:ext uri="{FF2B5EF4-FFF2-40B4-BE49-F238E27FC236}">
                <a16:creationId xmlns:a16="http://schemas.microsoft.com/office/drawing/2014/main" id="{BA3AA12E-D580-93DA-EFD2-006F7D870F09}"/>
              </a:ext>
            </a:extLst>
          </p:cNvPr>
          <p:cNvCxnSpPr/>
          <p:nvPr>
            <p:custDataLst>
              <p:tags r:id="rId7"/>
            </p:custDataLst>
          </p:nvPr>
        </p:nvCxnSpPr>
        <p:spPr>
          <a:xfrm>
            <a:off x="596124" y="5374864"/>
            <a:ext cx="1108011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1B51E3DF-69C1-11E8-C054-25CF0AD65F62}"/>
              </a:ext>
            </a:extLst>
          </p:cNvPr>
          <p:cNvGrpSpPr/>
          <p:nvPr/>
        </p:nvGrpSpPr>
        <p:grpSpPr>
          <a:xfrm>
            <a:off x="596124" y="5561324"/>
            <a:ext cx="11041138" cy="503802"/>
            <a:chOff x="596124" y="5561324"/>
            <a:chExt cx="11041138" cy="503802"/>
          </a:xfrm>
        </p:grpSpPr>
        <p:sp>
          <p:nvSpPr>
            <p:cNvPr id="8" name="TextBox 7">
              <a:extLst>
                <a:ext uri="{FF2B5EF4-FFF2-40B4-BE49-F238E27FC236}">
                  <a16:creationId xmlns:a16="http://schemas.microsoft.com/office/drawing/2014/main" id="{5452D54A-C280-B1AC-AD65-16DE25863785}"/>
                </a:ext>
              </a:extLst>
            </p:cNvPr>
            <p:cNvSpPr txBox="1"/>
            <p:nvPr/>
          </p:nvSpPr>
          <p:spPr>
            <a:xfrm>
              <a:off x="1544549" y="5561324"/>
              <a:ext cx="10092713"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Ensure time for stakeholder review</a:t>
              </a:r>
              <a:r>
                <a:rPr lang="en-US" sz="1400"/>
                <a:t>. Given the sensitivity and importance of interviewing, various stakeholders will need to provide feedback and sign off, including HR, Legal, Hiring Managers, and the talent acquisition / recruiting team </a:t>
              </a:r>
            </a:p>
          </p:txBody>
        </p:sp>
        <p:pic>
          <p:nvPicPr>
            <p:cNvPr id="44" name="CustomIcon">
              <a:extLst>
                <a:ext uri="{FF2B5EF4-FFF2-40B4-BE49-F238E27FC236}">
                  <a16:creationId xmlns:a16="http://schemas.microsoft.com/office/drawing/2014/main" id="{CAD871FF-ADA1-374A-EF6B-5CDEBF742AA3}"/>
                </a:ext>
              </a:extLst>
            </p:cNvPr>
            <p:cNvPicPr>
              <a:picLocks/>
            </p:cNvPicPr>
            <p:nvPr>
              <p:custDataLst>
                <p:tags r:id="rId8"/>
              </p:custDataLst>
            </p:nvPr>
          </p:nvPicPr>
          <p:blipFill>
            <a:blip r:embed="rId24">
              <a:extLst>
                <a:ext uri="{96DAC541-7B7A-43D3-8B79-37D633B846F1}">
                  <asvg:svgBlip xmlns:asvg="http://schemas.microsoft.com/office/drawing/2016/SVG/main" r:embed="rId25"/>
                </a:ext>
              </a:extLst>
            </a:blip>
            <a:stretch>
              <a:fillRect/>
            </a:stretch>
          </p:blipFill>
          <p:spPr>
            <a:xfrm>
              <a:off x="596124" y="5561324"/>
              <a:ext cx="503802" cy="503802"/>
            </a:xfrm>
            <a:prstGeom prst="rect">
              <a:avLst/>
            </a:prstGeom>
          </p:spPr>
        </p:pic>
      </p:grpSp>
    </p:spTree>
    <p:extLst>
      <p:ext uri="{BB962C8B-B14F-4D97-AF65-F5344CB8AC3E}">
        <p14:creationId xmlns:p14="http://schemas.microsoft.com/office/powerpoint/2010/main" val="1904201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39C6681-E46B-6114-51E5-551CC7078EDC}"/>
              </a:ext>
            </a:extLst>
          </p:cNvPr>
          <p:cNvGraphicFramePr>
            <a:graphicFrameLocks noChangeAspect="1"/>
          </p:cNvGraphicFramePr>
          <p:nvPr>
            <p:custDataLst>
              <p:tags r:id="rId1"/>
            </p:custDataLst>
            <p:extLst>
              <p:ext uri="{D42A27DB-BD31-4B8C-83A1-F6EECF244321}">
                <p14:modId xmlns:p14="http://schemas.microsoft.com/office/powerpoint/2010/main" val="3359184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6" progId="TCLayout.ActiveDocument.1">
                  <p:embed/>
                </p:oleObj>
              </mc:Choice>
              <mc:Fallback>
                <p:oleObj name="think-cell Slide" r:id="rId9" imgW="395" imgH="396" progId="TCLayout.ActiveDocument.1">
                  <p:embed/>
                  <p:pic>
                    <p:nvPicPr>
                      <p:cNvPr id="6" name="think-cell data - do not delete" hidden="1">
                        <a:extLst>
                          <a:ext uri="{FF2B5EF4-FFF2-40B4-BE49-F238E27FC236}">
                            <a16:creationId xmlns:a16="http://schemas.microsoft.com/office/drawing/2014/main" id="{639C6681-E46B-6114-51E5-551CC7078ED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ext Placeholder 2">
            <a:hlinkClick r:id="rId11" action="ppaction://hlinksldjump"/>
            <a:extLst>
              <a:ext uri="{FF2B5EF4-FFF2-40B4-BE49-F238E27FC236}">
                <a16:creationId xmlns:a16="http://schemas.microsoft.com/office/drawing/2014/main" id="{75F818FD-E1EF-F54C-59CE-F293E81EF8BA}"/>
              </a:ext>
            </a:extLst>
          </p:cNvPr>
          <p:cNvSpPr>
            <a:spLocks noGrp="1"/>
          </p:cNvSpPr>
          <p:nvPr>
            <p:custDataLst>
              <p:tags r:id="rId2"/>
            </p:custDataLst>
          </p:nvPr>
        </p:nvSpPr>
        <p:spPr bwMode="auto">
          <a:xfrm>
            <a:off x="4132263" y="2614613"/>
            <a:ext cx="3927475"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cs typeface="+mn-cs"/>
              </a:rPr>
              <a:t>Workstream considerations</a:t>
            </a:r>
          </a:p>
        </p:txBody>
      </p:sp>
      <p:sp>
        <p:nvSpPr>
          <p:cNvPr id="19" name="Text Placeholder 2">
            <a:extLst>
              <a:ext uri="{FF2B5EF4-FFF2-40B4-BE49-F238E27FC236}">
                <a16:creationId xmlns:a16="http://schemas.microsoft.com/office/drawing/2014/main" id="{6819EB74-39CC-BCC3-2C81-CD74F162D41A}"/>
              </a:ext>
            </a:extLst>
          </p:cNvPr>
          <p:cNvSpPr>
            <a:spLocks noGrp="1"/>
          </p:cNvSpPr>
          <p:nvPr>
            <p:custDataLst>
              <p:tags r:id="rId3"/>
            </p:custDataLst>
          </p:nvPr>
        </p:nvSpPr>
        <p:spPr bwMode="auto">
          <a:xfrm>
            <a:off x="4132263" y="3022600"/>
            <a:ext cx="3927475" cy="406400"/>
          </a:xfrm>
          <a:prstGeom prst="rect">
            <a:avLst/>
          </a:prstGeom>
          <a:solidFill>
            <a:schemeClr val="accent1"/>
          </a:solidFill>
          <a:ln>
            <a:noFill/>
          </a:ln>
          <a:effec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b="1">
                <a:solidFill>
                  <a:schemeClr val="tx2"/>
                </a:solidFill>
                <a:cs typeface="+mn-cs"/>
              </a:rPr>
              <a:t>Purpose of interviewer training</a:t>
            </a:r>
          </a:p>
        </p:txBody>
      </p:sp>
      <p:sp>
        <p:nvSpPr>
          <p:cNvPr id="7" name="Text Placeholder 2">
            <a:hlinkClick r:id="rId12" action="ppaction://hlinksldjump"/>
            <a:extLst>
              <a:ext uri="{FF2B5EF4-FFF2-40B4-BE49-F238E27FC236}">
                <a16:creationId xmlns:a16="http://schemas.microsoft.com/office/drawing/2014/main" id="{068E6E01-A217-2D44-4E84-56470DAAE6E1}"/>
              </a:ext>
            </a:extLst>
          </p:cNvPr>
          <p:cNvSpPr>
            <a:spLocks noGrp="1"/>
          </p:cNvSpPr>
          <p:nvPr>
            <p:custDataLst>
              <p:tags r:id="rId4"/>
            </p:custDataLst>
          </p:nvPr>
        </p:nvSpPr>
        <p:spPr bwMode="auto">
          <a:xfrm>
            <a:off x="4132263" y="3429000"/>
            <a:ext cx="3927475"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a:effectLst/>
                <a:cs typeface="+mn-cs"/>
              </a:rPr>
              <a:t>Interview and candidate assessment</a:t>
            </a:r>
            <a:endParaRPr lang="en-US">
              <a:cs typeface="+mn-cs"/>
            </a:endParaRPr>
          </a:p>
        </p:txBody>
      </p:sp>
      <p:sp>
        <p:nvSpPr>
          <p:cNvPr id="8" name="Text Placeholder 2">
            <a:hlinkClick r:id="rId13" action="ppaction://hlinksldjump"/>
            <a:extLst>
              <a:ext uri="{FF2B5EF4-FFF2-40B4-BE49-F238E27FC236}">
                <a16:creationId xmlns:a16="http://schemas.microsoft.com/office/drawing/2014/main" id="{C646EA64-6D2D-1336-4899-BDCA192A4081}"/>
              </a:ext>
            </a:extLst>
          </p:cNvPr>
          <p:cNvSpPr>
            <a:spLocks noGrp="1"/>
          </p:cNvSpPr>
          <p:nvPr>
            <p:custDataLst>
              <p:tags r:id="rId5"/>
            </p:custDataLst>
          </p:nvPr>
        </p:nvSpPr>
        <p:spPr bwMode="auto">
          <a:xfrm>
            <a:off x="4132263" y="3835400"/>
            <a:ext cx="3927475"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a:effectLst/>
                <a:cs typeface="+mn-cs"/>
              </a:rPr>
              <a:t>Candidate debrief</a:t>
            </a:r>
            <a:endParaRPr lang="en-US">
              <a:cs typeface="+mn-cs"/>
            </a:endParaRPr>
          </a:p>
        </p:txBody>
      </p:sp>
      <p:sp>
        <p:nvSpPr>
          <p:cNvPr id="4" name="2. Slide Title">
            <a:extLst>
              <a:ext uri="{FF2B5EF4-FFF2-40B4-BE49-F238E27FC236}">
                <a16:creationId xmlns:a16="http://schemas.microsoft.com/office/drawing/2014/main" id="{B7A68900-073F-95E0-6F86-1317DC8E708A}"/>
              </a:ext>
            </a:extLst>
          </p:cNvPr>
          <p:cNvSpPr>
            <a:spLocks noGrp="1"/>
          </p:cNvSpPr>
          <p:nvPr>
            <p:ph type="title"/>
            <p:custDataLst>
              <p:tags r:id="rId6"/>
            </p:custDataLst>
          </p:nvPr>
        </p:nvSpPr>
        <p:spPr/>
        <p:txBody>
          <a:bodyPr vert="horz"/>
          <a:lstStyle/>
          <a:p>
            <a:r>
              <a:rPr lang="en-US"/>
              <a:t>Table of content</a:t>
            </a:r>
          </a:p>
        </p:txBody>
      </p:sp>
      <p:sp>
        <p:nvSpPr>
          <p:cNvPr id="5" name="1. On-page tracker">
            <a:extLst>
              <a:ext uri="{FF2B5EF4-FFF2-40B4-BE49-F238E27FC236}">
                <a16:creationId xmlns:a16="http://schemas.microsoft.com/office/drawing/2014/main" id="{D9C619F4-F463-D5A1-7C5C-2C3163C27946}"/>
              </a:ext>
            </a:extLst>
          </p:cNvPr>
          <p:cNvSpPr>
            <a:spLocks noGrp="1"/>
          </p:cNvSpPr>
          <p:nvPr>
            <p:ph type="body" sz="quarter" idx="17"/>
            <p:custDataLst>
              <p:tags r:id="rId7"/>
            </p:custDataLst>
          </p:nvPr>
        </p:nvSpPr>
        <p:spPr/>
        <p:txBody>
          <a:bodyPr/>
          <a:lstStyle/>
          <a:p>
            <a:endParaRPr lang="en-US"/>
          </a:p>
        </p:txBody>
      </p:sp>
    </p:spTree>
    <p:extLst>
      <p:ext uri="{BB962C8B-B14F-4D97-AF65-F5344CB8AC3E}">
        <p14:creationId xmlns:p14="http://schemas.microsoft.com/office/powerpoint/2010/main" val="3303269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6" hidden="1">
            <a:extLst>
              <a:ext uri="{FF2B5EF4-FFF2-40B4-BE49-F238E27FC236}">
                <a16:creationId xmlns:a16="http://schemas.microsoft.com/office/drawing/2014/main" id="{AF65D5EC-A423-97CD-D615-EDA02770FF09}"/>
              </a:ext>
            </a:extLst>
          </p:cNvPr>
          <p:cNvGraphicFramePr>
            <a:graphicFrameLocks noChangeAspect="1"/>
          </p:cNvGraphicFramePr>
          <p:nvPr>
            <p:custDataLst>
              <p:tags r:id="rId1"/>
            </p:custDataLst>
            <p:extLst>
              <p:ext uri="{D42A27DB-BD31-4B8C-83A1-F6EECF244321}">
                <p14:modId xmlns:p14="http://schemas.microsoft.com/office/powerpoint/2010/main" val="16271148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4" name="Object 6" hidden="1">
                        <a:extLst>
                          <a:ext uri="{FF2B5EF4-FFF2-40B4-BE49-F238E27FC236}">
                            <a16:creationId xmlns:a16="http://schemas.microsoft.com/office/drawing/2014/main" id="{AF65D5EC-A423-97CD-D615-EDA02770FF09}"/>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2" name="Right Bracket 21">
            <a:extLst>
              <a:ext uri="{FF2B5EF4-FFF2-40B4-BE49-F238E27FC236}">
                <a16:creationId xmlns:a16="http://schemas.microsoft.com/office/drawing/2014/main" id="{22E95997-E05B-E0A0-AC4B-9BC2319ACAA7}"/>
              </a:ext>
            </a:extLst>
          </p:cNvPr>
          <p:cNvSpPr>
            <a:spLocks/>
          </p:cNvSpPr>
          <p:nvPr/>
        </p:nvSpPr>
        <p:spPr>
          <a:xfrm rot="10800000" flipH="1" flipV="1">
            <a:off x="6335607" y="2250468"/>
            <a:ext cx="5304710" cy="3932621"/>
          </a:xfrm>
          <a:prstGeom prst="rightBracket">
            <a:avLst>
              <a:gd name="adj" fmla="val 0"/>
            </a:avLst>
          </a:prstGeom>
          <a:ln w="6350" cap="rnd">
            <a:solidFill>
              <a:schemeClr val="tx1"/>
            </a:solidFill>
            <a:round/>
            <a:tailEnd type="triangl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a:p>
        </p:txBody>
      </p:sp>
      <p:sp>
        <p:nvSpPr>
          <p:cNvPr id="24" name="TextBox 23">
            <a:extLst>
              <a:ext uri="{FF2B5EF4-FFF2-40B4-BE49-F238E27FC236}">
                <a16:creationId xmlns:a16="http://schemas.microsoft.com/office/drawing/2014/main" id="{5BDB9EEA-34F8-FF54-8B7C-0AA168B1C77F}"/>
              </a:ext>
            </a:extLst>
          </p:cNvPr>
          <p:cNvSpPr txBox="1">
            <a:spLocks/>
          </p:cNvSpPr>
          <p:nvPr/>
        </p:nvSpPr>
        <p:spPr>
          <a:xfrm>
            <a:off x="7069761" y="1359861"/>
            <a:ext cx="4523420" cy="61555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2000" b="1"/>
              <a:t>…organizations must maintain a structured interview process</a:t>
            </a:r>
          </a:p>
        </p:txBody>
      </p:sp>
      <p:sp>
        <p:nvSpPr>
          <p:cNvPr id="32" name="TextBox 31">
            <a:extLst>
              <a:ext uri="{FF2B5EF4-FFF2-40B4-BE49-F238E27FC236}">
                <a16:creationId xmlns:a16="http://schemas.microsoft.com/office/drawing/2014/main" id="{44ED279F-AFD2-0BF7-2E1A-79272D8439FF}"/>
              </a:ext>
            </a:extLst>
          </p:cNvPr>
          <p:cNvSpPr txBox="1">
            <a:spLocks/>
          </p:cNvSpPr>
          <p:nvPr/>
        </p:nvSpPr>
        <p:spPr>
          <a:xfrm>
            <a:off x="6335606" y="2346546"/>
            <a:ext cx="5254523" cy="276999"/>
          </a:xfrm>
          <a:prstGeom prst="rect">
            <a:avLst/>
          </a:prstGeom>
        </p:spPr>
        <p:txBody>
          <a:bodyPr vert="horz" wrap="square" lIns="0" tIns="0" rIns="0" bIns="0" rtlCol="0" anchor="b" anchorCtr="0">
            <a:spAutoFit/>
          </a:bodyPr>
          <a:lstStyle>
            <a:lvl1pPr marL="0" lvl="0" indent="0" defTabSz="1218026" eaLnBrk="1" latinLnBrk="0" hangingPunct="1">
              <a:buClr>
                <a:schemeClr val="tx2"/>
              </a:buClr>
              <a:buSzPct val="100000"/>
              <a:defRPr lang="x-none" sz="1600" baseline="0">
                <a:latin typeface="+mn-lt"/>
              </a:defRPr>
            </a:lvl1pPr>
            <a:lvl2pPr marL="192024" lvl="1" indent="-192024" defTabSz="1218026" eaLnBrk="1" latinLnBrk="0" hangingPunct="1">
              <a:buClr>
                <a:schemeClr val="tx2"/>
              </a:buClr>
              <a:buSzPct val="125000"/>
              <a:buFont typeface="Arial" panose="020B0604020202020204" pitchFamily="34" charset="0"/>
              <a:buChar char="▪"/>
              <a:defRPr lang="x-none" sz="1600" baseline="0">
                <a:latin typeface="+mn-lt"/>
              </a:defRPr>
            </a:lvl2pPr>
            <a:lvl3pPr marL="417513" lvl="2" indent="-225425" defTabSz="1218026" eaLnBrk="1" latinLnBrk="0" hangingPunct="1">
              <a:buClr>
                <a:schemeClr val="tx2"/>
              </a:buClr>
              <a:buSzPct val="120000"/>
              <a:buFont typeface="Arial" panose="020B0604020202020204" pitchFamily="34" charset="0"/>
              <a:buChar char="•"/>
              <a:defRPr lang="x-none" sz="1600" baseline="0">
                <a:latin typeface="+mn-lt"/>
              </a:defRPr>
            </a:lvl3pPr>
            <a:lvl4pPr marL="612775" lvl="3" indent="-203200" defTabSz="1218026" eaLnBrk="1" latinLnBrk="0" hangingPunct="1">
              <a:buClr>
                <a:schemeClr val="tx2"/>
              </a:buClr>
              <a:buSzPct val="100000"/>
              <a:buFont typeface="Avenir LT Pro 45 Book" panose="020B0502020203020204" pitchFamily="34" charset="0"/>
              <a:buChar char="–"/>
              <a:defRPr lang="x-none" sz="1600" baseline="0">
                <a:latin typeface="+mn-lt"/>
              </a:defRPr>
            </a:lvl4pPr>
            <a:lvl5pPr marL="779463" lvl="4" indent="-166688" defTabSz="1218026" eaLnBrk="1" latinLnBrk="0" hangingPunct="1">
              <a:buClr>
                <a:schemeClr val="tx2"/>
              </a:buClr>
              <a:buSzPct val="89000"/>
              <a:buFont typeface="Arial" charset="0"/>
              <a:buChar char="-"/>
              <a:defRPr lang="x-none" sz="1600" baseline="0">
                <a:latin typeface="+mn-lt"/>
              </a:defRPr>
            </a:lvl5pPr>
            <a:lvl6pPr marL="1020030" indent="-177089" defTabSz="1218026" fontAlgn="base">
              <a:spcBef>
                <a:spcPct val="0"/>
              </a:spcBef>
              <a:spcAft>
                <a:spcPct val="0"/>
              </a:spcAft>
              <a:buClr>
                <a:schemeClr val="tx2"/>
              </a:buClr>
              <a:buSzPct val="89000"/>
              <a:buFont typeface="Arial" charset="0"/>
              <a:buChar char="-"/>
              <a:defRPr lang="x-none" sz="2176" baseline="0">
                <a:latin typeface="+mn-lt"/>
              </a:defRPr>
            </a:lvl6pPr>
            <a:lvl7pPr marL="1020030" indent="-177089" defTabSz="1218026" fontAlgn="base">
              <a:spcBef>
                <a:spcPct val="0"/>
              </a:spcBef>
              <a:spcAft>
                <a:spcPct val="0"/>
              </a:spcAft>
              <a:buClr>
                <a:schemeClr val="tx2"/>
              </a:buClr>
              <a:buSzPct val="89000"/>
              <a:buFont typeface="Arial" charset="0"/>
              <a:buChar char="-"/>
              <a:defRPr lang="x-none" sz="2176" baseline="0">
                <a:latin typeface="+mn-lt"/>
              </a:defRPr>
            </a:lvl7pPr>
            <a:lvl8pPr marL="1020030" indent="-177089" defTabSz="1218026" fontAlgn="base">
              <a:spcBef>
                <a:spcPct val="0"/>
              </a:spcBef>
              <a:spcAft>
                <a:spcPct val="0"/>
              </a:spcAft>
              <a:buClr>
                <a:schemeClr val="tx2"/>
              </a:buClr>
              <a:buSzPct val="89000"/>
              <a:buFont typeface="Arial" charset="0"/>
              <a:buChar char="-"/>
              <a:defRPr lang="x-none" sz="2176" baseline="0">
                <a:latin typeface="+mn-lt"/>
              </a:defRPr>
            </a:lvl8pPr>
            <a:lvl9pPr marL="1020030" indent="-177089" defTabSz="1218026" fontAlgn="base">
              <a:spcBef>
                <a:spcPct val="0"/>
              </a:spcBef>
              <a:spcAft>
                <a:spcPct val="0"/>
              </a:spcAft>
              <a:buClr>
                <a:schemeClr val="tx2"/>
              </a:buClr>
              <a:buSzPct val="89000"/>
              <a:buFont typeface="Arial" charset="0"/>
              <a:buChar char="-"/>
              <a:defRPr lang="x-none" sz="2176" baseline="0">
                <a:latin typeface="+mn-lt"/>
              </a:defRPr>
            </a:lvl9pPr>
          </a:lstStyle>
          <a:p>
            <a:r>
              <a:rPr lang="en-US" sz="1800" b="1">
                <a:cs typeface="Arial" panose="020B0604020202020204" pitchFamily="34" charset="0"/>
              </a:rPr>
              <a:t>How to achieve it</a:t>
            </a:r>
          </a:p>
        </p:txBody>
      </p:sp>
      <p:cxnSp>
        <p:nvCxnSpPr>
          <p:cNvPr id="53" name="GreyLineSeparatorStrong 50">
            <a:extLst>
              <a:ext uri="{FF2B5EF4-FFF2-40B4-BE49-F238E27FC236}">
                <a16:creationId xmlns:a16="http://schemas.microsoft.com/office/drawing/2014/main" id="{F93C1912-284F-8B11-80BF-A0B0D52B714F}"/>
              </a:ext>
            </a:extLst>
          </p:cNvPr>
          <p:cNvCxnSpPr>
            <a:cxnSpLocks/>
          </p:cNvCxnSpPr>
          <p:nvPr>
            <p:custDataLst>
              <p:tags r:id="rId2"/>
            </p:custDataLst>
          </p:nvPr>
        </p:nvCxnSpPr>
        <p:spPr>
          <a:xfrm>
            <a:off x="6418682" y="3859750"/>
            <a:ext cx="5214991" cy="0"/>
          </a:xfrm>
          <a:prstGeom prst="straightConnector1">
            <a:avLst/>
          </a:prstGeom>
          <a:ln w="6350">
            <a:solidFill>
              <a:schemeClr val="tx2">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GreyLineSeparatorStrong 50">
            <a:extLst>
              <a:ext uri="{FF2B5EF4-FFF2-40B4-BE49-F238E27FC236}">
                <a16:creationId xmlns:a16="http://schemas.microsoft.com/office/drawing/2014/main" id="{16ACA232-A262-AE54-9E6A-594BEFDE732A}"/>
              </a:ext>
            </a:extLst>
          </p:cNvPr>
          <p:cNvCxnSpPr>
            <a:cxnSpLocks/>
          </p:cNvCxnSpPr>
          <p:nvPr>
            <p:custDataLst>
              <p:tags r:id="rId3"/>
            </p:custDataLst>
          </p:nvPr>
        </p:nvCxnSpPr>
        <p:spPr>
          <a:xfrm>
            <a:off x="6418682" y="4888632"/>
            <a:ext cx="5214991" cy="0"/>
          </a:xfrm>
          <a:prstGeom prst="straightConnector1">
            <a:avLst/>
          </a:prstGeom>
          <a:ln w="6350">
            <a:solidFill>
              <a:schemeClr val="tx2">
                <a:lumMod val="85000"/>
              </a:schemeClr>
            </a:solidFill>
          </a:ln>
        </p:spPr>
        <p:style>
          <a:lnRef idx="1">
            <a:schemeClr val="accent1"/>
          </a:lnRef>
          <a:fillRef idx="0">
            <a:schemeClr val="accent1"/>
          </a:fillRef>
          <a:effectRef idx="0">
            <a:schemeClr val="accent1"/>
          </a:effectRef>
          <a:fontRef idx="minor">
            <a:schemeClr val="tx1"/>
          </a:fontRef>
        </p:style>
      </p:cxnSp>
      <p:grpSp>
        <p:nvGrpSpPr>
          <p:cNvPr id="62" name="CustomIcon">
            <a:extLst>
              <a:ext uri="{FF2B5EF4-FFF2-40B4-BE49-F238E27FC236}">
                <a16:creationId xmlns:a16="http://schemas.microsoft.com/office/drawing/2014/main" id="{A2C72C1A-4E90-2420-B5D2-49C81A28E0D3}"/>
              </a:ext>
            </a:extLst>
          </p:cNvPr>
          <p:cNvGrpSpPr>
            <a:grpSpLocks/>
          </p:cNvGrpSpPr>
          <p:nvPr>
            <p:custDataLst>
              <p:tags r:id="rId4"/>
            </p:custDataLst>
          </p:nvPr>
        </p:nvGrpSpPr>
        <p:grpSpPr>
          <a:xfrm>
            <a:off x="6338658" y="1366730"/>
            <a:ext cx="608684" cy="608684"/>
            <a:chOff x="-205105" y="-205105"/>
            <a:chExt cx="1019810" cy="1019810"/>
          </a:xfrm>
          <a:solidFill>
            <a:schemeClr val="accent1"/>
          </a:solidFill>
        </p:grpSpPr>
        <p:sp>
          <p:nvSpPr>
            <p:cNvPr id="59" name="Oval 58">
              <a:extLst>
                <a:ext uri="{FF2B5EF4-FFF2-40B4-BE49-F238E27FC236}">
                  <a16:creationId xmlns:a16="http://schemas.microsoft.com/office/drawing/2014/main" id="{31F873CF-23C6-AAEA-DDCE-79F520D46E41}"/>
                </a:ext>
              </a:extLst>
            </p:cNvPr>
            <p:cNvSpPr>
              <a:spLocks noChangeAspect="1"/>
            </p:cNvSpPr>
            <p:nvPr/>
          </p:nvSpPr>
          <p:spPr>
            <a:xfrm>
              <a:off x="-205105" y="-205105"/>
              <a:ext cx="1019810" cy="101981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endParaRPr>
            </a:p>
          </p:txBody>
        </p:sp>
        <p:pic>
          <p:nvPicPr>
            <p:cNvPr id="61" name="Graphic 60">
              <a:extLst>
                <a:ext uri="{FF2B5EF4-FFF2-40B4-BE49-F238E27FC236}">
                  <a16:creationId xmlns:a16="http://schemas.microsoft.com/office/drawing/2014/main" id="{3D11F143-EF79-753F-AA78-BFF2BABDBC8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sp>
        <p:nvSpPr>
          <p:cNvPr id="69" name="TextBox 68">
            <a:extLst>
              <a:ext uri="{FF2B5EF4-FFF2-40B4-BE49-F238E27FC236}">
                <a16:creationId xmlns:a16="http://schemas.microsoft.com/office/drawing/2014/main" id="{6F7E3D73-4CCA-9740-9DDF-664D4184AFDC}"/>
              </a:ext>
            </a:extLst>
          </p:cNvPr>
          <p:cNvSpPr txBox="1">
            <a:spLocks/>
          </p:cNvSpPr>
          <p:nvPr/>
        </p:nvSpPr>
        <p:spPr>
          <a:xfrm>
            <a:off x="6335606" y="3068310"/>
            <a:ext cx="5120853" cy="55399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r>
              <a:rPr lang="en-US" sz="1800">
                <a:cs typeface="Arial" panose="020B0604020202020204" pitchFamily="34" charset="0"/>
              </a:rPr>
              <a:t>Standardized questions on core competencies specific to the role</a:t>
            </a:r>
          </a:p>
        </p:txBody>
      </p:sp>
      <p:sp>
        <p:nvSpPr>
          <p:cNvPr id="77" name="TextBox 76">
            <a:extLst>
              <a:ext uri="{FF2B5EF4-FFF2-40B4-BE49-F238E27FC236}">
                <a16:creationId xmlns:a16="http://schemas.microsoft.com/office/drawing/2014/main" id="{DD28D67C-EAA1-CB09-5B63-1CD6DEB33731}"/>
              </a:ext>
            </a:extLst>
          </p:cNvPr>
          <p:cNvSpPr txBox="1">
            <a:spLocks/>
          </p:cNvSpPr>
          <p:nvPr/>
        </p:nvSpPr>
        <p:spPr>
          <a:xfrm>
            <a:off x="6335606" y="4097192"/>
            <a:ext cx="5254523" cy="55399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r>
              <a:rPr lang="en-US" sz="1800">
                <a:cs typeface="Arial" panose="020B0604020202020204" pitchFamily="34" charset="0"/>
              </a:rPr>
              <a:t>Standardized scoring, solely against established competencies</a:t>
            </a:r>
          </a:p>
        </p:txBody>
      </p:sp>
      <p:sp>
        <p:nvSpPr>
          <p:cNvPr id="79" name="TextBox 78">
            <a:extLst>
              <a:ext uri="{FF2B5EF4-FFF2-40B4-BE49-F238E27FC236}">
                <a16:creationId xmlns:a16="http://schemas.microsoft.com/office/drawing/2014/main" id="{5154B9E3-73BB-47C0-6C66-E572554AE67C}"/>
              </a:ext>
            </a:extLst>
          </p:cNvPr>
          <p:cNvSpPr txBox="1">
            <a:spLocks/>
          </p:cNvSpPr>
          <p:nvPr/>
        </p:nvSpPr>
        <p:spPr>
          <a:xfrm>
            <a:off x="6335606" y="5126074"/>
            <a:ext cx="5254523" cy="83099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r>
              <a:rPr lang="en-US" sz="1800">
                <a:cs typeface="Arial" panose="020B0604020202020204" pitchFamily="34" charset="0"/>
              </a:rPr>
              <a:t>Fair and structured debriefs, led by trained facilitators and a bias monitor, to inform hiring decisions</a:t>
            </a:r>
          </a:p>
        </p:txBody>
      </p:sp>
      <p:sp>
        <p:nvSpPr>
          <p:cNvPr id="9" name="2. Slide Title">
            <a:extLst>
              <a:ext uri="{FF2B5EF4-FFF2-40B4-BE49-F238E27FC236}">
                <a16:creationId xmlns:a16="http://schemas.microsoft.com/office/drawing/2014/main" id="{F47D7BFD-EA5D-EBB9-AF85-181CA6942709}"/>
              </a:ext>
            </a:extLst>
          </p:cNvPr>
          <p:cNvSpPr>
            <a:spLocks noGrp="1"/>
          </p:cNvSpPr>
          <p:nvPr>
            <p:ph type="title"/>
            <p:custDataLst>
              <p:tags r:id="rId5"/>
            </p:custDataLst>
          </p:nvPr>
        </p:nvSpPr>
        <p:spPr/>
        <p:txBody>
          <a:bodyPr vert="horz"/>
          <a:lstStyle/>
          <a:p>
            <a:r>
              <a:rPr lang="en-US"/>
              <a:t>Interviewer training is important in establishing an equitable talent acquisition process</a:t>
            </a:r>
          </a:p>
        </p:txBody>
      </p:sp>
      <p:sp>
        <p:nvSpPr>
          <p:cNvPr id="21" name="Right Bracket 20">
            <a:extLst>
              <a:ext uri="{FF2B5EF4-FFF2-40B4-BE49-F238E27FC236}">
                <a16:creationId xmlns:a16="http://schemas.microsoft.com/office/drawing/2014/main" id="{C02EFCB5-4417-EE6E-9D4A-AB2907522EA2}"/>
              </a:ext>
            </a:extLst>
          </p:cNvPr>
          <p:cNvSpPr>
            <a:spLocks/>
          </p:cNvSpPr>
          <p:nvPr/>
        </p:nvSpPr>
        <p:spPr>
          <a:xfrm rot="10800000">
            <a:off x="554735" y="2250467"/>
            <a:ext cx="5214991" cy="3932615"/>
          </a:xfrm>
          <a:prstGeom prst="rightBracket">
            <a:avLst>
              <a:gd name="adj" fmla="val 0"/>
            </a:avLst>
          </a:prstGeom>
          <a:ln w="6350" cap="rnd">
            <a:solidFill>
              <a:schemeClr val="tx1"/>
            </a:solidFill>
            <a:round/>
            <a:tailEnd type="triangl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a:p>
        </p:txBody>
      </p:sp>
      <p:sp>
        <p:nvSpPr>
          <p:cNvPr id="23" name="TextBox 22">
            <a:extLst>
              <a:ext uri="{FF2B5EF4-FFF2-40B4-BE49-F238E27FC236}">
                <a16:creationId xmlns:a16="http://schemas.microsoft.com/office/drawing/2014/main" id="{5D948EC3-435C-4A90-9E88-72543F104518}"/>
              </a:ext>
            </a:extLst>
          </p:cNvPr>
          <p:cNvSpPr txBox="1">
            <a:spLocks/>
          </p:cNvSpPr>
          <p:nvPr/>
        </p:nvSpPr>
        <p:spPr>
          <a:xfrm>
            <a:off x="1285839" y="1359861"/>
            <a:ext cx="4521596"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2000" b="1"/>
              <a:t>To ensure all candidates enjoy an equitable hiring experience…</a:t>
            </a:r>
          </a:p>
        </p:txBody>
      </p:sp>
      <p:sp>
        <p:nvSpPr>
          <p:cNvPr id="30" name="TextBox 29">
            <a:extLst>
              <a:ext uri="{FF2B5EF4-FFF2-40B4-BE49-F238E27FC236}">
                <a16:creationId xmlns:a16="http://schemas.microsoft.com/office/drawing/2014/main" id="{E6A2D1B5-8957-D73F-15B9-B0A2D1403315}"/>
              </a:ext>
            </a:extLst>
          </p:cNvPr>
          <p:cNvSpPr txBox="1">
            <a:spLocks/>
          </p:cNvSpPr>
          <p:nvPr/>
        </p:nvSpPr>
        <p:spPr>
          <a:xfrm>
            <a:off x="677155" y="2346546"/>
            <a:ext cx="5120853" cy="276999"/>
          </a:xfrm>
          <a:prstGeom prst="rect">
            <a:avLst/>
          </a:prstGeom>
        </p:spPr>
        <p:txBody>
          <a:bodyPr vert="horz" wrap="square" lIns="0" tIns="0" rIns="0" bIns="0" rtlCol="0" anchor="b" anchorCtr="0">
            <a:spAutoFit/>
          </a:bodyPr>
          <a:lstStyle>
            <a:lvl1pPr marL="0" lvl="0" indent="0" defTabSz="1218026" eaLnBrk="1" latinLnBrk="0" hangingPunct="1">
              <a:buClr>
                <a:schemeClr val="tx2"/>
              </a:buClr>
              <a:buSzPct val="100000"/>
              <a:defRPr lang="x-none" sz="1600" baseline="0">
                <a:latin typeface="+mn-lt"/>
              </a:defRPr>
            </a:lvl1pPr>
            <a:lvl2pPr marL="192024" lvl="1" indent="-192024" defTabSz="1218026" eaLnBrk="1" latinLnBrk="0" hangingPunct="1">
              <a:buClr>
                <a:schemeClr val="tx2"/>
              </a:buClr>
              <a:buSzPct val="125000"/>
              <a:buFont typeface="Arial" panose="020B0604020202020204" pitchFamily="34" charset="0"/>
              <a:buChar char="▪"/>
              <a:defRPr lang="x-none" sz="1600" baseline="0">
                <a:latin typeface="+mn-lt"/>
              </a:defRPr>
            </a:lvl2pPr>
            <a:lvl3pPr marL="417513" lvl="2" indent="-225425" defTabSz="1218026" eaLnBrk="1" latinLnBrk="0" hangingPunct="1">
              <a:buClr>
                <a:schemeClr val="tx2"/>
              </a:buClr>
              <a:buSzPct val="120000"/>
              <a:buFont typeface="Arial" panose="020B0604020202020204" pitchFamily="34" charset="0"/>
              <a:buChar char="•"/>
              <a:defRPr lang="x-none" sz="1600" baseline="0">
                <a:latin typeface="+mn-lt"/>
              </a:defRPr>
            </a:lvl3pPr>
            <a:lvl4pPr marL="612775" lvl="3" indent="-203200" defTabSz="1218026" eaLnBrk="1" latinLnBrk="0" hangingPunct="1">
              <a:buClr>
                <a:schemeClr val="tx2"/>
              </a:buClr>
              <a:buSzPct val="100000"/>
              <a:buFont typeface="Avenir LT Pro 45 Book" panose="020B0502020203020204" pitchFamily="34" charset="0"/>
              <a:buChar char="–"/>
              <a:defRPr lang="x-none" sz="1600" baseline="0">
                <a:latin typeface="+mn-lt"/>
              </a:defRPr>
            </a:lvl4pPr>
            <a:lvl5pPr marL="779463" lvl="4" indent="-166688" defTabSz="1218026" eaLnBrk="1" latinLnBrk="0" hangingPunct="1">
              <a:buClr>
                <a:schemeClr val="tx2"/>
              </a:buClr>
              <a:buSzPct val="89000"/>
              <a:buFont typeface="Arial" charset="0"/>
              <a:buChar char="-"/>
              <a:defRPr lang="x-none" sz="1600" baseline="0">
                <a:latin typeface="+mn-lt"/>
              </a:defRPr>
            </a:lvl5pPr>
            <a:lvl6pPr marL="1020030" indent="-177089" defTabSz="1218026" fontAlgn="base">
              <a:spcBef>
                <a:spcPct val="0"/>
              </a:spcBef>
              <a:spcAft>
                <a:spcPct val="0"/>
              </a:spcAft>
              <a:buClr>
                <a:schemeClr val="tx2"/>
              </a:buClr>
              <a:buSzPct val="89000"/>
              <a:buFont typeface="Arial" charset="0"/>
              <a:buChar char="-"/>
              <a:defRPr lang="x-none" sz="2176" baseline="0">
                <a:latin typeface="+mn-lt"/>
              </a:defRPr>
            </a:lvl6pPr>
            <a:lvl7pPr marL="1020030" indent="-177089" defTabSz="1218026" fontAlgn="base">
              <a:spcBef>
                <a:spcPct val="0"/>
              </a:spcBef>
              <a:spcAft>
                <a:spcPct val="0"/>
              </a:spcAft>
              <a:buClr>
                <a:schemeClr val="tx2"/>
              </a:buClr>
              <a:buSzPct val="89000"/>
              <a:buFont typeface="Arial" charset="0"/>
              <a:buChar char="-"/>
              <a:defRPr lang="x-none" sz="2176" baseline="0">
                <a:latin typeface="+mn-lt"/>
              </a:defRPr>
            </a:lvl7pPr>
            <a:lvl8pPr marL="1020030" indent="-177089" defTabSz="1218026" fontAlgn="base">
              <a:spcBef>
                <a:spcPct val="0"/>
              </a:spcBef>
              <a:spcAft>
                <a:spcPct val="0"/>
              </a:spcAft>
              <a:buClr>
                <a:schemeClr val="tx2"/>
              </a:buClr>
              <a:buSzPct val="89000"/>
              <a:buFont typeface="Arial" charset="0"/>
              <a:buChar char="-"/>
              <a:defRPr lang="x-none" sz="2176" baseline="0">
                <a:latin typeface="+mn-lt"/>
              </a:defRPr>
            </a:lvl8pPr>
            <a:lvl9pPr marL="1020030" indent="-177089" defTabSz="1218026" fontAlgn="base">
              <a:spcBef>
                <a:spcPct val="0"/>
              </a:spcBef>
              <a:spcAft>
                <a:spcPct val="0"/>
              </a:spcAft>
              <a:buClr>
                <a:schemeClr val="tx2"/>
              </a:buClr>
              <a:buSzPct val="89000"/>
              <a:buFont typeface="Arial" charset="0"/>
              <a:buChar char="-"/>
              <a:defRPr lang="x-none" sz="2176" baseline="0">
                <a:latin typeface="+mn-lt"/>
              </a:defRPr>
            </a:lvl9pPr>
          </a:lstStyle>
          <a:p>
            <a:r>
              <a:rPr lang="en-US" sz="1800" b="1">
                <a:cs typeface="Arial" panose="020B0604020202020204" pitchFamily="34" charset="0"/>
              </a:rPr>
              <a:t>Impact of an equitable process</a:t>
            </a:r>
          </a:p>
        </p:txBody>
      </p:sp>
      <p:sp>
        <p:nvSpPr>
          <p:cNvPr id="71" name="TextBox 70">
            <a:extLst>
              <a:ext uri="{FF2B5EF4-FFF2-40B4-BE49-F238E27FC236}">
                <a16:creationId xmlns:a16="http://schemas.microsoft.com/office/drawing/2014/main" id="{184BAEB3-8540-4359-47A4-B6002F272250}"/>
              </a:ext>
            </a:extLst>
          </p:cNvPr>
          <p:cNvSpPr txBox="1">
            <a:spLocks/>
          </p:cNvSpPr>
          <p:nvPr/>
        </p:nvSpPr>
        <p:spPr>
          <a:xfrm>
            <a:off x="715642" y="5126074"/>
            <a:ext cx="5120853" cy="83099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r>
              <a:rPr lang="en-US" sz="1800">
                <a:cs typeface="Arial" panose="020B0604020202020204" pitchFamily="34" charset="0"/>
              </a:rPr>
              <a:t>Builds a diverse pool of qualified candidates across factors like race/ethnicity, gender, and industry</a:t>
            </a:r>
          </a:p>
        </p:txBody>
      </p:sp>
      <p:sp>
        <p:nvSpPr>
          <p:cNvPr id="75" name="TextBox 74">
            <a:extLst>
              <a:ext uri="{FF2B5EF4-FFF2-40B4-BE49-F238E27FC236}">
                <a16:creationId xmlns:a16="http://schemas.microsoft.com/office/drawing/2014/main" id="{BD71F573-4445-E680-03E9-A8F0F2B6EF6C}"/>
              </a:ext>
            </a:extLst>
          </p:cNvPr>
          <p:cNvSpPr txBox="1">
            <a:spLocks/>
          </p:cNvSpPr>
          <p:nvPr/>
        </p:nvSpPr>
        <p:spPr>
          <a:xfrm>
            <a:off x="677155" y="3068310"/>
            <a:ext cx="5254523" cy="55399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r>
              <a:rPr lang="en-US" sz="1800">
                <a:cs typeface="Arial" panose="020B0604020202020204" pitchFamily="34" charset="0"/>
              </a:rPr>
              <a:t>Ensures interviews offer more accurate predictions of a candidate’s job performance</a:t>
            </a:r>
          </a:p>
        </p:txBody>
      </p:sp>
      <p:grpSp>
        <p:nvGrpSpPr>
          <p:cNvPr id="6" name="Group 5">
            <a:extLst>
              <a:ext uri="{FF2B5EF4-FFF2-40B4-BE49-F238E27FC236}">
                <a16:creationId xmlns:a16="http://schemas.microsoft.com/office/drawing/2014/main" id="{E4E35B2D-04A2-C006-37E6-E60E8C521E83}"/>
              </a:ext>
            </a:extLst>
          </p:cNvPr>
          <p:cNvGrpSpPr/>
          <p:nvPr/>
        </p:nvGrpSpPr>
        <p:grpSpPr>
          <a:xfrm>
            <a:off x="554736" y="1366730"/>
            <a:ext cx="608684" cy="608684"/>
            <a:chOff x="554736" y="1392662"/>
            <a:chExt cx="608684" cy="608684"/>
          </a:xfrm>
        </p:grpSpPr>
        <p:grpSp>
          <p:nvGrpSpPr>
            <p:cNvPr id="58" name="CustomIcon">
              <a:extLst>
                <a:ext uri="{FF2B5EF4-FFF2-40B4-BE49-F238E27FC236}">
                  <a16:creationId xmlns:a16="http://schemas.microsoft.com/office/drawing/2014/main" id="{09F3F272-E616-EE80-0B59-918AB9C94283}"/>
                </a:ext>
              </a:extLst>
            </p:cNvPr>
            <p:cNvGrpSpPr>
              <a:grpSpLocks/>
            </p:cNvGrpSpPr>
            <p:nvPr>
              <p:custDataLst>
                <p:tags r:id="rId8"/>
              </p:custDataLst>
            </p:nvPr>
          </p:nvGrpSpPr>
          <p:grpSpPr>
            <a:xfrm>
              <a:off x="554736" y="1392662"/>
              <a:ext cx="608684" cy="608684"/>
              <a:chOff x="-205105" y="-205105"/>
              <a:chExt cx="1019810" cy="1019810"/>
            </a:xfrm>
            <a:solidFill>
              <a:schemeClr val="accent1"/>
            </a:solidFill>
          </p:grpSpPr>
          <p:sp>
            <p:nvSpPr>
              <p:cNvPr id="55" name="Oval 54">
                <a:extLst>
                  <a:ext uri="{FF2B5EF4-FFF2-40B4-BE49-F238E27FC236}">
                    <a16:creationId xmlns:a16="http://schemas.microsoft.com/office/drawing/2014/main" id="{FE68FEC8-44DE-2424-89D6-446A05FB22A6}"/>
                  </a:ext>
                </a:extLst>
              </p:cNvPr>
              <p:cNvSpPr>
                <a:spLocks noChangeAspect="1"/>
              </p:cNvSpPr>
              <p:nvPr/>
            </p:nvSpPr>
            <p:spPr>
              <a:xfrm>
                <a:off x="-205105" y="-205105"/>
                <a:ext cx="1019810" cy="101981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endParaRPr>
              </a:p>
            </p:txBody>
          </p:sp>
          <p:pic>
            <p:nvPicPr>
              <p:cNvPr id="57" name="Graphic 56">
                <a:extLst>
                  <a:ext uri="{FF2B5EF4-FFF2-40B4-BE49-F238E27FC236}">
                    <a16:creationId xmlns:a16="http://schemas.microsoft.com/office/drawing/2014/main" id="{645D109A-C2B7-C90D-B42E-D875B775A25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0" y="0"/>
                <a:ext cx="609600" cy="609600"/>
              </a:xfrm>
              <a:prstGeom prst="rect">
                <a:avLst/>
              </a:prstGeom>
            </p:spPr>
          </p:pic>
        </p:grpSp>
        <p:grpSp>
          <p:nvGrpSpPr>
            <p:cNvPr id="8" name="CustomIcon">
              <a:extLst>
                <a:ext uri="{FF2B5EF4-FFF2-40B4-BE49-F238E27FC236}">
                  <a16:creationId xmlns:a16="http://schemas.microsoft.com/office/drawing/2014/main" id="{9452C0FE-05EA-E83C-279F-E748BA0FCC69}"/>
                </a:ext>
              </a:extLst>
            </p:cNvPr>
            <p:cNvGrpSpPr>
              <a:grpSpLocks/>
            </p:cNvGrpSpPr>
            <p:nvPr>
              <p:custDataLst>
                <p:tags r:id="rId9"/>
              </p:custDataLst>
            </p:nvPr>
          </p:nvGrpSpPr>
          <p:grpSpPr>
            <a:xfrm>
              <a:off x="554736" y="1392662"/>
              <a:ext cx="608684" cy="608684"/>
              <a:chOff x="-205105" y="-205105"/>
              <a:chExt cx="1019810" cy="1019810"/>
            </a:xfrm>
          </p:grpSpPr>
          <p:sp>
            <p:nvSpPr>
              <p:cNvPr id="3" name="Oval 2">
                <a:extLst>
                  <a:ext uri="{FF2B5EF4-FFF2-40B4-BE49-F238E27FC236}">
                    <a16:creationId xmlns:a16="http://schemas.microsoft.com/office/drawing/2014/main" id="{E88876B7-71A6-B478-C661-6B09B3A08EB4}"/>
                  </a:ext>
                </a:extLst>
              </p:cNvPr>
              <p:cNvSpPr>
                <a:spLocks noChangeAspect="1"/>
              </p:cNvSpPr>
              <p:nvPr/>
            </p:nvSpPr>
            <p:spPr>
              <a:xfrm>
                <a:off x="-205105" y="-205105"/>
                <a:ext cx="1019810" cy="101981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 name="Graphic 6">
                <a:extLst>
                  <a:ext uri="{FF2B5EF4-FFF2-40B4-BE49-F238E27FC236}">
                    <a16:creationId xmlns:a16="http://schemas.microsoft.com/office/drawing/2014/main" id="{31287355-3BCC-23CC-4630-9F9A2EE88B9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0" y="0"/>
                <a:ext cx="609600" cy="609600"/>
              </a:xfrm>
              <a:prstGeom prst="rect">
                <a:avLst/>
              </a:prstGeom>
            </p:spPr>
          </p:pic>
        </p:grpSp>
      </p:grpSp>
      <p:sp>
        <p:nvSpPr>
          <p:cNvPr id="10" name="TextBox 9">
            <a:extLst>
              <a:ext uri="{FF2B5EF4-FFF2-40B4-BE49-F238E27FC236}">
                <a16:creationId xmlns:a16="http://schemas.microsoft.com/office/drawing/2014/main" id="{9723F9A4-E19F-5C93-4EE9-49C05B65F099}"/>
              </a:ext>
            </a:extLst>
          </p:cNvPr>
          <p:cNvSpPr txBox="1">
            <a:spLocks/>
          </p:cNvSpPr>
          <p:nvPr/>
        </p:nvSpPr>
        <p:spPr>
          <a:xfrm>
            <a:off x="677155" y="4235692"/>
            <a:ext cx="5120853" cy="276999"/>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r>
              <a:rPr lang="en-US" sz="1800">
                <a:cs typeface="Arial" panose="020B0604020202020204" pitchFamily="34" charset="0"/>
              </a:rPr>
              <a:t>Mitigates unconscious bias in the hiring process</a:t>
            </a:r>
          </a:p>
        </p:txBody>
      </p:sp>
      <p:cxnSp>
        <p:nvCxnSpPr>
          <p:cNvPr id="13" name="GreyLineSeparatorStrong 50">
            <a:extLst>
              <a:ext uri="{FF2B5EF4-FFF2-40B4-BE49-F238E27FC236}">
                <a16:creationId xmlns:a16="http://schemas.microsoft.com/office/drawing/2014/main" id="{D698BAE7-C206-7255-4F41-9F0AFFDCB1D5}"/>
              </a:ext>
            </a:extLst>
          </p:cNvPr>
          <p:cNvCxnSpPr>
            <a:cxnSpLocks/>
          </p:cNvCxnSpPr>
          <p:nvPr>
            <p:custDataLst>
              <p:tags r:id="rId6"/>
            </p:custDataLst>
          </p:nvPr>
        </p:nvCxnSpPr>
        <p:spPr>
          <a:xfrm>
            <a:off x="554735" y="3859750"/>
            <a:ext cx="5214991" cy="0"/>
          </a:xfrm>
          <a:prstGeom prst="straightConnector1">
            <a:avLst/>
          </a:prstGeom>
          <a:ln w="6350">
            <a:solidFill>
              <a:schemeClr val="tx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GreyLineSeparatorStrong 50">
            <a:extLst>
              <a:ext uri="{FF2B5EF4-FFF2-40B4-BE49-F238E27FC236}">
                <a16:creationId xmlns:a16="http://schemas.microsoft.com/office/drawing/2014/main" id="{328BDD69-7F51-17E8-026C-C97D66585E14}"/>
              </a:ext>
            </a:extLst>
          </p:cNvPr>
          <p:cNvCxnSpPr>
            <a:cxnSpLocks/>
          </p:cNvCxnSpPr>
          <p:nvPr>
            <p:custDataLst>
              <p:tags r:id="rId7"/>
            </p:custDataLst>
          </p:nvPr>
        </p:nvCxnSpPr>
        <p:spPr>
          <a:xfrm>
            <a:off x="554735" y="4888632"/>
            <a:ext cx="5214991" cy="0"/>
          </a:xfrm>
          <a:prstGeom prst="straightConnector1">
            <a:avLst/>
          </a:prstGeom>
          <a:ln w="6350">
            <a:solidFill>
              <a:schemeClr val="tx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244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6" hidden="1">
            <a:extLst>
              <a:ext uri="{FF2B5EF4-FFF2-40B4-BE49-F238E27FC236}">
                <a16:creationId xmlns:a16="http://schemas.microsoft.com/office/drawing/2014/main" id="{AF65D5EC-A423-97CD-D615-EDA02770FF09}"/>
              </a:ext>
            </a:extLst>
          </p:cNvPr>
          <p:cNvGraphicFramePr>
            <a:graphicFrameLocks noChangeAspect="1"/>
          </p:cNvGraphicFramePr>
          <p:nvPr>
            <p:custDataLst>
              <p:tags r:id="rId1"/>
            </p:custDataLst>
            <p:extLst>
              <p:ext uri="{D42A27DB-BD31-4B8C-83A1-F6EECF244321}">
                <p14:modId xmlns:p14="http://schemas.microsoft.com/office/powerpoint/2010/main" val="1989211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6" progId="TCLayout.ActiveDocument.1">
                  <p:embed/>
                </p:oleObj>
              </mc:Choice>
              <mc:Fallback>
                <p:oleObj name="think-cell Slide" r:id="rId14" imgW="395" imgH="396" progId="TCLayout.ActiveDocument.1">
                  <p:embed/>
                  <p:pic>
                    <p:nvPicPr>
                      <p:cNvPr id="4" name="Object 6" hidden="1">
                        <a:extLst>
                          <a:ext uri="{FF2B5EF4-FFF2-40B4-BE49-F238E27FC236}">
                            <a16:creationId xmlns:a16="http://schemas.microsoft.com/office/drawing/2014/main" id="{AF65D5EC-A423-97CD-D615-EDA02770FF09}"/>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DDCE18C7-AC82-3099-3141-ED38D647BD2B}"/>
              </a:ext>
            </a:extLst>
          </p:cNvPr>
          <p:cNvSpPr>
            <a:spLocks noGrp="1"/>
          </p:cNvSpPr>
          <p:nvPr>
            <p:ph type="title"/>
            <p:custDataLst>
              <p:tags r:id="rId2"/>
            </p:custDataLst>
          </p:nvPr>
        </p:nvSpPr>
        <p:spPr bwMode="gray">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a:solidFill>
                  <a:schemeClr val="tx2"/>
                </a:solidFill>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nchor="t" anchorCtr="0">
            <a:spAutoFit/>
          </a:bodyPr>
          <a:lstStyle/>
          <a:p>
            <a:r>
              <a:rPr lang="en-US"/>
              <a:t>To maintain an equitable process, interviewers have core responsibilities</a:t>
            </a:r>
          </a:p>
        </p:txBody>
      </p:sp>
      <p:cxnSp>
        <p:nvCxnSpPr>
          <p:cNvPr id="9" name="Straight Connector 8">
            <a:extLst>
              <a:ext uri="{FF2B5EF4-FFF2-40B4-BE49-F238E27FC236}">
                <a16:creationId xmlns:a16="http://schemas.microsoft.com/office/drawing/2014/main" id="{2EF2CE28-976B-738C-D2AB-1C108D82C914}"/>
              </a:ext>
            </a:extLst>
          </p:cNvPr>
          <p:cNvCxnSpPr>
            <a:cxnSpLocks/>
          </p:cNvCxnSpPr>
          <p:nvPr/>
        </p:nvCxnSpPr>
        <p:spPr>
          <a:xfrm>
            <a:off x="554737" y="3291806"/>
            <a:ext cx="3090809" cy="0"/>
          </a:xfrm>
          <a:prstGeom prst="line">
            <a:avLst/>
          </a:prstGeom>
          <a:ln w="6350">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7617F3-16D3-EAFD-0656-ECCD2C3CC712}"/>
              </a:ext>
            </a:extLst>
          </p:cNvPr>
          <p:cNvSpPr txBox="1">
            <a:spLocks/>
          </p:cNvSpPr>
          <p:nvPr/>
        </p:nvSpPr>
        <p:spPr>
          <a:xfrm>
            <a:off x="554736" y="2627056"/>
            <a:ext cx="3090809" cy="615553"/>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Tx/>
              <a:buSzTx/>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Thoroughly assess the candidate</a:t>
            </a:r>
          </a:p>
        </p:txBody>
      </p:sp>
      <p:cxnSp>
        <p:nvCxnSpPr>
          <p:cNvPr id="10" name="Straight Connector 9">
            <a:extLst>
              <a:ext uri="{FF2B5EF4-FFF2-40B4-BE49-F238E27FC236}">
                <a16:creationId xmlns:a16="http://schemas.microsoft.com/office/drawing/2014/main" id="{0A32B478-ADA3-DA77-6331-3ABAABAF9371}"/>
              </a:ext>
            </a:extLst>
          </p:cNvPr>
          <p:cNvCxnSpPr>
            <a:cxnSpLocks/>
          </p:cNvCxnSpPr>
          <p:nvPr/>
        </p:nvCxnSpPr>
        <p:spPr>
          <a:xfrm>
            <a:off x="4523237" y="3291806"/>
            <a:ext cx="3071631" cy="0"/>
          </a:xfrm>
          <a:prstGeom prst="line">
            <a:avLst/>
          </a:prstGeom>
          <a:ln w="6350">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E9D4C20-0603-E657-4126-F0BFF65D0F2E}"/>
              </a:ext>
            </a:extLst>
          </p:cNvPr>
          <p:cNvSpPr txBox="1">
            <a:spLocks/>
          </p:cNvSpPr>
          <p:nvPr/>
        </p:nvSpPr>
        <p:spPr>
          <a:xfrm>
            <a:off x="4523237" y="2627056"/>
            <a:ext cx="3071631" cy="615553"/>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Tx/>
              <a:buSzTx/>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Build rapport and create a positive atmosphere</a:t>
            </a:r>
          </a:p>
        </p:txBody>
      </p:sp>
      <p:cxnSp>
        <p:nvCxnSpPr>
          <p:cNvPr id="11" name="Straight Connector 10">
            <a:extLst>
              <a:ext uri="{FF2B5EF4-FFF2-40B4-BE49-F238E27FC236}">
                <a16:creationId xmlns:a16="http://schemas.microsoft.com/office/drawing/2014/main" id="{DFEEF823-2452-F9C1-602E-87B987C40013}"/>
              </a:ext>
            </a:extLst>
          </p:cNvPr>
          <p:cNvCxnSpPr>
            <a:cxnSpLocks/>
          </p:cNvCxnSpPr>
          <p:nvPr/>
        </p:nvCxnSpPr>
        <p:spPr>
          <a:xfrm>
            <a:off x="8472559" y="3291806"/>
            <a:ext cx="3164704" cy="0"/>
          </a:xfrm>
          <a:prstGeom prst="line">
            <a:avLst/>
          </a:prstGeom>
          <a:ln w="6350">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1E9BDD8-0E35-BB71-41F2-85FF8D2C0D3E}"/>
              </a:ext>
            </a:extLst>
          </p:cNvPr>
          <p:cNvSpPr txBox="1">
            <a:spLocks/>
          </p:cNvSpPr>
          <p:nvPr/>
        </p:nvSpPr>
        <p:spPr>
          <a:xfrm>
            <a:off x="8472559" y="2627056"/>
            <a:ext cx="3164704" cy="615553"/>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Tx/>
              <a:buSzTx/>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Recognize and combat biases</a:t>
            </a:r>
          </a:p>
        </p:txBody>
      </p:sp>
      <p:sp>
        <p:nvSpPr>
          <p:cNvPr id="18" name="TextBox 17">
            <a:extLst>
              <a:ext uri="{FF2B5EF4-FFF2-40B4-BE49-F238E27FC236}">
                <a16:creationId xmlns:a16="http://schemas.microsoft.com/office/drawing/2014/main" id="{61033DAD-B29E-1731-A3FF-73011E84A03B}"/>
              </a:ext>
            </a:extLst>
          </p:cNvPr>
          <p:cNvSpPr txBox="1">
            <a:spLocks/>
          </p:cNvSpPr>
          <p:nvPr>
            <p:custDataLst>
              <p:tags r:id="rId3"/>
            </p:custDataLst>
          </p:nvPr>
        </p:nvSpPr>
        <p:spPr>
          <a:xfrm>
            <a:off x="554736" y="3380917"/>
            <a:ext cx="3090809"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base" latinLnBrk="0" hangingPunct="1">
              <a:lnSpc>
                <a:spcPct val="100000"/>
              </a:lnSpc>
              <a:spcBef>
                <a:spcPct val="50000"/>
              </a:spcBef>
              <a:spcAft>
                <a:spcPts val="300"/>
              </a:spcAft>
              <a:buClr>
                <a:srgbClr val="FFFFFF"/>
              </a:buClr>
              <a:buSzTx/>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Ensure you get the right information from interviews to properly score the candidate, and to score objectively</a:t>
            </a:r>
          </a:p>
        </p:txBody>
      </p:sp>
      <p:sp>
        <p:nvSpPr>
          <p:cNvPr id="19" name="TextBox 18">
            <a:extLst>
              <a:ext uri="{FF2B5EF4-FFF2-40B4-BE49-F238E27FC236}">
                <a16:creationId xmlns:a16="http://schemas.microsoft.com/office/drawing/2014/main" id="{22357ACE-0D6F-A986-9E9B-4D785F3B37A3}"/>
              </a:ext>
            </a:extLst>
          </p:cNvPr>
          <p:cNvSpPr txBox="1">
            <a:spLocks/>
          </p:cNvSpPr>
          <p:nvPr>
            <p:custDataLst>
              <p:tags r:id="rId4"/>
            </p:custDataLst>
          </p:nvPr>
        </p:nvSpPr>
        <p:spPr>
          <a:xfrm>
            <a:off x="4523237" y="3380917"/>
            <a:ext cx="3071631" cy="18389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base" latinLnBrk="0" hangingPunct="1">
              <a:lnSpc>
                <a:spcPct val="100000"/>
              </a:lnSpc>
              <a:spcBef>
                <a:spcPct val="50000"/>
              </a:spcBef>
              <a:spcAft>
                <a:spcPts val="300"/>
              </a:spcAft>
              <a:buClr>
                <a:srgbClr val="FFFFFF"/>
              </a:buClr>
              <a:buSzTx/>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Set the candidate at ease and lead them in an honest discussion</a:t>
            </a:r>
          </a:p>
          <a:p>
            <a:pPr marL="3175" marR="0" lvl="1" indent="0" algn="l" defTabSz="914400" rtl="0" eaLnBrk="1" fontAlgn="base" latinLnBrk="0" hangingPunct="1">
              <a:lnSpc>
                <a:spcPct val="100000"/>
              </a:lnSpc>
              <a:spcBef>
                <a:spcPct val="50000"/>
              </a:spcBef>
              <a:spcAft>
                <a:spcPts val="300"/>
              </a:spcAft>
              <a:buClr>
                <a:srgbClr val="FFFFFF"/>
              </a:buClr>
              <a:buSzTx/>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Remember that the candidate is evaluating </a:t>
            </a:r>
            <a:r>
              <a:rPr lang="en-US" sz="1800">
                <a:solidFill>
                  <a:srgbClr val="000000"/>
                </a:solidFill>
              </a:rPr>
              <a:t>your organization</a:t>
            </a: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 as well</a:t>
            </a:r>
          </a:p>
        </p:txBody>
      </p:sp>
      <p:sp>
        <p:nvSpPr>
          <p:cNvPr id="20" name="TextBox 19">
            <a:extLst>
              <a:ext uri="{FF2B5EF4-FFF2-40B4-BE49-F238E27FC236}">
                <a16:creationId xmlns:a16="http://schemas.microsoft.com/office/drawing/2014/main" id="{5EF5B79D-9CD0-4E73-ED2C-2375AECA4AAF}"/>
              </a:ext>
            </a:extLst>
          </p:cNvPr>
          <p:cNvSpPr txBox="1">
            <a:spLocks/>
          </p:cNvSpPr>
          <p:nvPr>
            <p:custDataLst>
              <p:tags r:id="rId5"/>
            </p:custDataLst>
          </p:nvPr>
        </p:nvSpPr>
        <p:spPr>
          <a:xfrm>
            <a:off x="8472560" y="3380917"/>
            <a:ext cx="3164704"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base" latinLnBrk="0" hangingPunct="1">
              <a:lnSpc>
                <a:spcPct val="100000"/>
              </a:lnSpc>
              <a:spcBef>
                <a:spcPct val="50000"/>
              </a:spcBef>
              <a:spcAft>
                <a:spcPts val="300"/>
              </a:spcAft>
              <a:buClr>
                <a:srgbClr val="FFFFFF"/>
              </a:buClr>
              <a:buSzTx/>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Question your first impressions and justify your decisions</a:t>
            </a:r>
          </a:p>
        </p:txBody>
      </p:sp>
      <p:grpSp>
        <p:nvGrpSpPr>
          <p:cNvPr id="22" name="CustomIcon">
            <a:extLst>
              <a:ext uri="{FF2B5EF4-FFF2-40B4-BE49-F238E27FC236}">
                <a16:creationId xmlns:a16="http://schemas.microsoft.com/office/drawing/2014/main" id="{E385B5AC-982A-DBA6-5072-11017B12AF6E}"/>
              </a:ext>
            </a:extLst>
          </p:cNvPr>
          <p:cNvGrpSpPr>
            <a:grpSpLocks noChangeAspect="1"/>
          </p:cNvGrpSpPr>
          <p:nvPr>
            <p:custDataLst>
              <p:tags r:id="rId6"/>
            </p:custDataLst>
          </p:nvPr>
        </p:nvGrpSpPr>
        <p:grpSpPr>
          <a:xfrm>
            <a:off x="554736" y="1774289"/>
            <a:ext cx="722829" cy="722829"/>
            <a:chOff x="349631" y="1916676"/>
            <a:chExt cx="1019810" cy="1019810"/>
          </a:xfrm>
          <a:solidFill>
            <a:schemeClr val="accent1"/>
          </a:solidFill>
        </p:grpSpPr>
        <p:sp>
          <p:nvSpPr>
            <p:cNvPr id="17" name="Oval 16">
              <a:extLst>
                <a:ext uri="{FF2B5EF4-FFF2-40B4-BE49-F238E27FC236}">
                  <a16:creationId xmlns:a16="http://schemas.microsoft.com/office/drawing/2014/main" id="{E15E15A6-53D5-A452-D060-B12A7376DD96}"/>
                </a:ext>
              </a:extLst>
            </p:cNvPr>
            <p:cNvSpPr>
              <a:spLocks noChangeAspect="1"/>
            </p:cNvSpPr>
            <p:nvPr/>
          </p:nvSpPr>
          <p:spPr>
            <a:xfrm>
              <a:off x="349631" y="1916676"/>
              <a:ext cx="1019810" cy="101981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21" name="Graphic1089089377">
              <a:extLst>
                <a:ext uri="{FF2B5EF4-FFF2-40B4-BE49-F238E27FC236}">
                  <a16:creationId xmlns:a16="http://schemas.microsoft.com/office/drawing/2014/main" id="{8A148876-8060-999C-3BF1-930E6CABF986}"/>
                </a:ext>
              </a:extLst>
            </p:cNvPr>
            <p:cNvPicPr>
              <a:picLocks noChangeAspect="1"/>
            </p:cNvPicPr>
            <p:nvPr>
              <p:custDataLst>
                <p:tags r:id="rId11"/>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54736" y="2121781"/>
              <a:ext cx="609600" cy="609600"/>
            </a:xfrm>
            <a:prstGeom prst="rect">
              <a:avLst/>
            </a:prstGeom>
          </p:spPr>
        </p:pic>
      </p:grpSp>
      <p:grpSp>
        <p:nvGrpSpPr>
          <p:cNvPr id="27" name="CustomIcon">
            <a:extLst>
              <a:ext uri="{FF2B5EF4-FFF2-40B4-BE49-F238E27FC236}">
                <a16:creationId xmlns:a16="http://schemas.microsoft.com/office/drawing/2014/main" id="{D80C9FA0-9470-905D-5035-2783D210C21E}"/>
              </a:ext>
            </a:extLst>
          </p:cNvPr>
          <p:cNvGrpSpPr>
            <a:grpSpLocks noChangeAspect="1"/>
          </p:cNvGrpSpPr>
          <p:nvPr>
            <p:custDataLst>
              <p:tags r:id="rId7"/>
            </p:custDataLst>
          </p:nvPr>
        </p:nvGrpSpPr>
        <p:grpSpPr>
          <a:xfrm>
            <a:off x="4523237" y="1774289"/>
            <a:ext cx="722829" cy="722829"/>
            <a:chOff x="4457153" y="1916676"/>
            <a:chExt cx="1019810" cy="1019810"/>
          </a:xfrm>
          <a:solidFill>
            <a:schemeClr val="accent1"/>
          </a:solidFill>
        </p:grpSpPr>
        <p:sp>
          <p:nvSpPr>
            <p:cNvPr id="23" name="Oval 22">
              <a:extLst>
                <a:ext uri="{FF2B5EF4-FFF2-40B4-BE49-F238E27FC236}">
                  <a16:creationId xmlns:a16="http://schemas.microsoft.com/office/drawing/2014/main" id="{C7E8F1B7-8EE5-7D18-89FD-C31FD4E88BFE}"/>
                </a:ext>
              </a:extLst>
            </p:cNvPr>
            <p:cNvSpPr>
              <a:spLocks noChangeAspect="1"/>
            </p:cNvSpPr>
            <p:nvPr/>
          </p:nvSpPr>
          <p:spPr>
            <a:xfrm>
              <a:off x="4457153" y="1916676"/>
              <a:ext cx="1019810" cy="101981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25" name="Graphic1859617305">
              <a:extLst>
                <a:ext uri="{FF2B5EF4-FFF2-40B4-BE49-F238E27FC236}">
                  <a16:creationId xmlns:a16="http://schemas.microsoft.com/office/drawing/2014/main" id="{F5EB64E8-882A-8D79-391E-EDEDF9326089}"/>
                </a:ext>
              </a:extLst>
            </p:cNvPr>
            <p:cNvPicPr>
              <a:picLocks noChangeAspect="1"/>
            </p:cNvPicPr>
            <p:nvPr>
              <p:custDataLst>
                <p:tags r:id="rId10"/>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662258" y="2121781"/>
              <a:ext cx="609600" cy="609600"/>
            </a:xfrm>
            <a:prstGeom prst="rect">
              <a:avLst/>
            </a:prstGeom>
          </p:spPr>
        </p:pic>
      </p:grpSp>
      <p:grpSp>
        <p:nvGrpSpPr>
          <p:cNvPr id="30" name="CustomIcon">
            <a:extLst>
              <a:ext uri="{FF2B5EF4-FFF2-40B4-BE49-F238E27FC236}">
                <a16:creationId xmlns:a16="http://schemas.microsoft.com/office/drawing/2014/main" id="{0FDFD493-C23C-40AF-03CB-FD25CAB51AD5}"/>
              </a:ext>
            </a:extLst>
          </p:cNvPr>
          <p:cNvGrpSpPr>
            <a:grpSpLocks noChangeAspect="1"/>
          </p:cNvGrpSpPr>
          <p:nvPr>
            <p:custDataLst>
              <p:tags r:id="rId8"/>
            </p:custDataLst>
          </p:nvPr>
        </p:nvGrpSpPr>
        <p:grpSpPr>
          <a:xfrm>
            <a:off x="8472559" y="1774289"/>
            <a:ext cx="722829" cy="722829"/>
            <a:chOff x="8564675" y="1916676"/>
            <a:chExt cx="1019810" cy="1019810"/>
          </a:xfrm>
          <a:solidFill>
            <a:schemeClr val="accent1"/>
          </a:solidFill>
        </p:grpSpPr>
        <p:sp>
          <p:nvSpPr>
            <p:cNvPr id="28" name="Oval 27">
              <a:extLst>
                <a:ext uri="{FF2B5EF4-FFF2-40B4-BE49-F238E27FC236}">
                  <a16:creationId xmlns:a16="http://schemas.microsoft.com/office/drawing/2014/main" id="{B2C93251-584E-AA13-42EA-F45F2B564E6F}"/>
                </a:ext>
              </a:extLst>
            </p:cNvPr>
            <p:cNvSpPr>
              <a:spLocks noChangeAspect="1"/>
            </p:cNvSpPr>
            <p:nvPr/>
          </p:nvSpPr>
          <p:spPr>
            <a:xfrm>
              <a:off x="8564675" y="1916676"/>
              <a:ext cx="1019810" cy="1019810"/>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29" name="Graphic131289695">
              <a:extLst>
                <a:ext uri="{FF2B5EF4-FFF2-40B4-BE49-F238E27FC236}">
                  <a16:creationId xmlns:a16="http://schemas.microsoft.com/office/drawing/2014/main" id="{D0810205-FEFB-66D5-7047-BB0883747772}"/>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769780" y="2121781"/>
              <a:ext cx="609600" cy="609600"/>
            </a:xfrm>
            <a:prstGeom prst="rect">
              <a:avLst/>
            </a:prstGeom>
          </p:spPr>
        </p:pic>
      </p:grpSp>
    </p:spTree>
    <p:extLst>
      <p:ext uri="{BB962C8B-B14F-4D97-AF65-F5344CB8AC3E}">
        <p14:creationId xmlns:p14="http://schemas.microsoft.com/office/powerpoint/2010/main" val="1446912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1779D0CA-2152-9398-1BDF-6AE50727E207}"/>
              </a:ext>
            </a:extLst>
          </p:cNvPr>
          <p:cNvGraphicFramePr>
            <a:graphicFrameLocks noChangeAspect="1"/>
          </p:cNvGraphicFramePr>
          <p:nvPr>
            <p:custDataLst>
              <p:tags r:id="rId1"/>
            </p:custDataLst>
            <p:extLst>
              <p:ext uri="{D42A27DB-BD31-4B8C-83A1-F6EECF244321}">
                <p14:modId xmlns:p14="http://schemas.microsoft.com/office/powerpoint/2010/main" val="766406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95" imgH="396" progId="TCLayout.ActiveDocument.1">
                  <p:embed/>
                </p:oleObj>
              </mc:Choice>
              <mc:Fallback>
                <p:oleObj name="think-cell Slide" r:id="rId17" imgW="395" imgH="396" progId="TCLayout.ActiveDocument.1">
                  <p:embed/>
                  <p:pic>
                    <p:nvPicPr>
                      <p:cNvPr id="3" name="Object 6" hidden="1">
                        <a:extLst>
                          <a:ext uri="{FF2B5EF4-FFF2-40B4-BE49-F238E27FC236}">
                            <a16:creationId xmlns:a16="http://schemas.microsoft.com/office/drawing/2014/main" id="{1779D0CA-2152-9398-1BDF-6AE50727E207}"/>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56D7EB2-84B5-BB84-CC18-17310202BBF7}"/>
              </a:ext>
            </a:extLst>
          </p:cNvPr>
          <p:cNvSpPr>
            <a:spLocks noGrp="1"/>
          </p:cNvSpPr>
          <p:nvPr>
            <p:ph type="title"/>
            <p:custDataLst>
              <p:tags r:id="rId2"/>
            </p:custDataLst>
          </p:nvPr>
        </p:nvSpPr>
        <p:spPr>
          <a:xfrm>
            <a:off x="554736" y="182372"/>
            <a:ext cx="11082528" cy="357790"/>
          </a:xfrm>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a:t>Beware of unconscious biases throughout the interview process</a:t>
            </a:r>
          </a:p>
        </p:txBody>
      </p:sp>
      <p:sp>
        <p:nvSpPr>
          <p:cNvPr id="5" name="Text Placeholder 4">
            <a:extLst>
              <a:ext uri="{FF2B5EF4-FFF2-40B4-BE49-F238E27FC236}">
                <a16:creationId xmlns:a16="http://schemas.microsoft.com/office/drawing/2014/main" id="{93C73CC2-35F1-A799-A695-A69E0A11ABF5}"/>
              </a:ext>
            </a:extLst>
          </p:cNvPr>
          <p:cNvSpPr>
            <a:spLocks noGrp="1"/>
          </p:cNvSpPr>
          <p:nvPr>
            <p:ph type="body" sz="quarter" idx="17"/>
          </p:nvPr>
        </p:nvSpPr>
        <p:spPr/>
        <p:txBody>
          <a:bodyPr/>
          <a:lstStyle/>
          <a:p>
            <a:endParaRPr lang="en-US"/>
          </a:p>
        </p:txBody>
      </p:sp>
      <p:cxnSp>
        <p:nvCxnSpPr>
          <p:cNvPr id="51" name="Straight Connector 50">
            <a:extLst>
              <a:ext uri="{FF2B5EF4-FFF2-40B4-BE49-F238E27FC236}">
                <a16:creationId xmlns:a16="http://schemas.microsoft.com/office/drawing/2014/main" id="{1B4F2A45-4BE6-47EB-FB7C-8DF0E8AA3122}"/>
              </a:ext>
            </a:extLst>
          </p:cNvPr>
          <p:cNvCxnSpPr>
            <a:cxnSpLocks/>
          </p:cNvCxnSpPr>
          <p:nvPr>
            <p:custDataLst>
              <p:tags r:id="rId3"/>
            </p:custDataLst>
          </p:nvPr>
        </p:nvCxnSpPr>
        <p:spPr>
          <a:xfrm>
            <a:off x="554736" y="1637496"/>
            <a:ext cx="11082528" cy="0"/>
          </a:xfrm>
          <a:prstGeom prst="line">
            <a:avLst/>
          </a:prstGeom>
          <a:ln w="127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866AF4A-899E-9B6F-F29F-597A43877C18}"/>
              </a:ext>
            </a:extLst>
          </p:cNvPr>
          <p:cNvSpPr txBox="1">
            <a:spLocks/>
          </p:cNvSpPr>
          <p:nvPr/>
        </p:nvSpPr>
        <p:spPr>
          <a:xfrm>
            <a:off x="554736" y="1368693"/>
            <a:ext cx="2120050" cy="24622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Bias</a:t>
            </a:r>
          </a:p>
        </p:txBody>
      </p:sp>
      <p:sp>
        <p:nvSpPr>
          <p:cNvPr id="38" name="TextBox 37">
            <a:extLst>
              <a:ext uri="{FF2B5EF4-FFF2-40B4-BE49-F238E27FC236}">
                <a16:creationId xmlns:a16="http://schemas.microsoft.com/office/drawing/2014/main" id="{3F87511E-B8FC-100B-17FC-FDC98E489BEA}"/>
              </a:ext>
            </a:extLst>
          </p:cNvPr>
          <p:cNvSpPr txBox="1"/>
          <p:nvPr/>
        </p:nvSpPr>
        <p:spPr>
          <a:xfrm>
            <a:off x="7505700" y="1368693"/>
            <a:ext cx="4131564" cy="24622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None/>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Checks to mitigate</a:t>
            </a:r>
          </a:p>
        </p:txBody>
      </p:sp>
      <p:sp>
        <p:nvSpPr>
          <p:cNvPr id="36" name="TextBox 35">
            <a:extLst>
              <a:ext uri="{FF2B5EF4-FFF2-40B4-BE49-F238E27FC236}">
                <a16:creationId xmlns:a16="http://schemas.microsoft.com/office/drawing/2014/main" id="{6EE1A63F-CA17-F804-65C3-B4531BEC2AE5}"/>
              </a:ext>
            </a:extLst>
          </p:cNvPr>
          <p:cNvSpPr txBox="1">
            <a:spLocks/>
          </p:cNvSpPr>
          <p:nvPr/>
        </p:nvSpPr>
        <p:spPr>
          <a:xfrm>
            <a:off x="3123521" y="1368693"/>
            <a:ext cx="3933445" cy="24622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What it looks like</a:t>
            </a:r>
          </a:p>
        </p:txBody>
      </p:sp>
      <p:grpSp>
        <p:nvGrpSpPr>
          <p:cNvPr id="60" name="Group 59">
            <a:extLst>
              <a:ext uri="{FF2B5EF4-FFF2-40B4-BE49-F238E27FC236}">
                <a16:creationId xmlns:a16="http://schemas.microsoft.com/office/drawing/2014/main" id="{A6D24B36-B020-5491-1686-99AF10B31F56}"/>
              </a:ext>
            </a:extLst>
          </p:cNvPr>
          <p:cNvGrpSpPr/>
          <p:nvPr/>
        </p:nvGrpSpPr>
        <p:grpSpPr>
          <a:xfrm>
            <a:off x="554736" y="1734510"/>
            <a:ext cx="11082528" cy="480604"/>
            <a:chOff x="554736" y="1361592"/>
            <a:chExt cx="11082528" cy="480604"/>
          </a:xfrm>
        </p:grpSpPr>
        <p:grpSp>
          <p:nvGrpSpPr>
            <p:cNvPr id="9" name="Group 8">
              <a:extLst>
                <a:ext uri="{FF2B5EF4-FFF2-40B4-BE49-F238E27FC236}">
                  <a16:creationId xmlns:a16="http://schemas.microsoft.com/office/drawing/2014/main" id="{66745B47-B0BF-05CA-5EDC-5A701DF916B0}"/>
                </a:ext>
              </a:extLst>
            </p:cNvPr>
            <p:cNvGrpSpPr/>
            <p:nvPr/>
          </p:nvGrpSpPr>
          <p:grpSpPr>
            <a:xfrm>
              <a:off x="554736" y="1361592"/>
              <a:ext cx="480604" cy="480604"/>
              <a:chOff x="554736" y="1326518"/>
              <a:chExt cx="480604" cy="480604"/>
            </a:xfrm>
          </p:grpSpPr>
          <p:sp>
            <p:nvSpPr>
              <p:cNvPr id="13" name="Oval 12">
                <a:extLst>
                  <a:ext uri="{FF2B5EF4-FFF2-40B4-BE49-F238E27FC236}">
                    <a16:creationId xmlns:a16="http://schemas.microsoft.com/office/drawing/2014/main" id="{CB5C753F-D532-D8AC-2B4A-DCA8571D301B}"/>
                  </a:ext>
                </a:extLst>
              </p:cNvPr>
              <p:cNvSpPr>
                <a:spLocks noChangeAspect="1"/>
              </p:cNvSpPr>
              <p:nvPr/>
            </p:nvSpPr>
            <p:spPr>
              <a:xfrm>
                <a:off x="554736" y="1326518"/>
                <a:ext cx="480604" cy="4806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err="1">
                  <a:ln>
                    <a:noFill/>
                  </a:ln>
                  <a:solidFill>
                    <a:srgbClr val="FFFFFF"/>
                  </a:solidFill>
                  <a:effectLst/>
                  <a:uLnTx/>
                  <a:uFillTx/>
                  <a:ea typeface="+mn-ea"/>
                  <a:cs typeface="+mn-cs"/>
                </a:endParaRPr>
              </a:p>
            </p:txBody>
          </p:sp>
          <p:pic>
            <p:nvPicPr>
              <p:cNvPr id="14" name="Graphic1201609714">
                <a:extLst>
                  <a:ext uri="{FF2B5EF4-FFF2-40B4-BE49-F238E27FC236}">
                    <a16:creationId xmlns:a16="http://schemas.microsoft.com/office/drawing/2014/main" id="{A1C9A82A-2511-0BA6-60B7-F56A98467579}"/>
                  </a:ext>
                </a:extLst>
              </p:cNvPr>
              <p:cNvPicPr>
                <a:picLocks noChangeAspect="1"/>
              </p:cNvPicPr>
              <p:nvPr>
                <p:custDataLst>
                  <p:tags r:id="rId14"/>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1396" y="1423178"/>
                <a:ext cx="287285" cy="287285"/>
              </a:xfrm>
              <a:prstGeom prst="rect">
                <a:avLst/>
              </a:prstGeom>
            </p:spPr>
          </p:pic>
        </p:grpSp>
        <p:sp>
          <p:nvSpPr>
            <p:cNvPr id="40" name="TextBox 39">
              <a:extLst>
                <a:ext uri="{FF2B5EF4-FFF2-40B4-BE49-F238E27FC236}">
                  <a16:creationId xmlns:a16="http://schemas.microsoft.com/office/drawing/2014/main" id="{31785CD5-F208-AFD9-6DEE-CA383106F938}"/>
                </a:ext>
              </a:extLst>
            </p:cNvPr>
            <p:cNvSpPr txBox="1">
              <a:spLocks/>
            </p:cNvSpPr>
            <p:nvPr/>
          </p:nvSpPr>
          <p:spPr>
            <a:xfrm>
              <a:off x="1240336" y="1361592"/>
              <a:ext cx="1434450"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Affinity</a:t>
              </a:r>
            </a:p>
          </p:txBody>
        </p:sp>
        <p:sp>
          <p:nvSpPr>
            <p:cNvPr id="56" name="TextBox 55">
              <a:extLst>
                <a:ext uri="{FF2B5EF4-FFF2-40B4-BE49-F238E27FC236}">
                  <a16:creationId xmlns:a16="http://schemas.microsoft.com/office/drawing/2014/main" id="{870AD4C9-12F7-83EA-CE42-9349F4C23A0F}"/>
                </a:ext>
              </a:extLst>
            </p:cNvPr>
            <p:cNvSpPr txBox="1"/>
            <p:nvPr/>
          </p:nvSpPr>
          <p:spPr>
            <a:xfrm>
              <a:off x="7505700" y="1361592"/>
              <a:ext cx="4131564"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Focus on experience, not background. Consider “culture-add” vs. “culture-fit”</a:t>
              </a:r>
            </a:p>
          </p:txBody>
        </p:sp>
        <p:sp>
          <p:nvSpPr>
            <p:cNvPr id="47" name="TextBox 46">
              <a:extLst>
                <a:ext uri="{FF2B5EF4-FFF2-40B4-BE49-F238E27FC236}">
                  <a16:creationId xmlns:a16="http://schemas.microsoft.com/office/drawing/2014/main" id="{1C98D5FF-4F44-28DA-AD76-58DDFD99BA39}"/>
                </a:ext>
              </a:extLst>
            </p:cNvPr>
            <p:cNvSpPr txBox="1">
              <a:spLocks/>
            </p:cNvSpPr>
            <p:nvPr/>
          </p:nvSpPr>
          <p:spPr>
            <a:xfrm>
              <a:off x="3123521" y="1361592"/>
              <a:ext cx="3933445"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Favor candidates who remind us of ourselves (i.e., similar interests / backgrounds)</a:t>
              </a:r>
            </a:p>
          </p:txBody>
        </p:sp>
      </p:grpSp>
      <p:grpSp>
        <p:nvGrpSpPr>
          <p:cNvPr id="61" name="Group 60">
            <a:extLst>
              <a:ext uri="{FF2B5EF4-FFF2-40B4-BE49-F238E27FC236}">
                <a16:creationId xmlns:a16="http://schemas.microsoft.com/office/drawing/2014/main" id="{F1036A45-51BB-B0C2-022A-4597864AB3A6}"/>
              </a:ext>
            </a:extLst>
          </p:cNvPr>
          <p:cNvGrpSpPr/>
          <p:nvPr/>
        </p:nvGrpSpPr>
        <p:grpSpPr>
          <a:xfrm>
            <a:off x="554736" y="5013086"/>
            <a:ext cx="11082528" cy="480604"/>
            <a:chOff x="554736" y="4497332"/>
            <a:chExt cx="11082528" cy="480604"/>
          </a:xfrm>
        </p:grpSpPr>
        <p:grpSp>
          <p:nvGrpSpPr>
            <p:cNvPr id="46" name="Group 45">
              <a:extLst>
                <a:ext uri="{FF2B5EF4-FFF2-40B4-BE49-F238E27FC236}">
                  <a16:creationId xmlns:a16="http://schemas.microsoft.com/office/drawing/2014/main" id="{6E5A8786-0CBD-F89E-ECA6-05DA2A07AD05}"/>
                </a:ext>
              </a:extLst>
            </p:cNvPr>
            <p:cNvGrpSpPr/>
            <p:nvPr/>
          </p:nvGrpSpPr>
          <p:grpSpPr>
            <a:xfrm>
              <a:off x="554736" y="4497332"/>
              <a:ext cx="480604" cy="480604"/>
              <a:chOff x="554736" y="4497332"/>
              <a:chExt cx="480604" cy="480604"/>
            </a:xfrm>
          </p:grpSpPr>
          <p:sp>
            <p:nvSpPr>
              <p:cNvPr id="25" name="Oval 24">
                <a:extLst>
                  <a:ext uri="{FF2B5EF4-FFF2-40B4-BE49-F238E27FC236}">
                    <a16:creationId xmlns:a16="http://schemas.microsoft.com/office/drawing/2014/main" id="{81BC4AB5-6DE0-6B6A-D466-84FAE0DAF45A}"/>
                  </a:ext>
                </a:extLst>
              </p:cNvPr>
              <p:cNvSpPr>
                <a:spLocks noChangeAspect="1"/>
              </p:cNvSpPr>
              <p:nvPr/>
            </p:nvSpPr>
            <p:spPr>
              <a:xfrm>
                <a:off x="554736" y="4497332"/>
                <a:ext cx="480604" cy="4806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err="1">
                  <a:ln>
                    <a:noFill/>
                  </a:ln>
                  <a:solidFill>
                    <a:srgbClr val="FFFFFF"/>
                  </a:solidFill>
                  <a:effectLst/>
                  <a:uLnTx/>
                  <a:uFillTx/>
                  <a:ea typeface="+mn-ea"/>
                  <a:cs typeface="+mn-cs"/>
                </a:endParaRPr>
              </a:p>
            </p:txBody>
          </p:sp>
          <p:pic>
            <p:nvPicPr>
              <p:cNvPr id="26" name="Graphic662966069">
                <a:extLst>
                  <a:ext uri="{FF2B5EF4-FFF2-40B4-BE49-F238E27FC236}">
                    <a16:creationId xmlns:a16="http://schemas.microsoft.com/office/drawing/2014/main" id="{C7D50FB9-EE4D-82D3-8359-A23F1EBAD689}"/>
                  </a:ext>
                </a:extLst>
              </p:cNvPr>
              <p:cNvPicPr>
                <a:picLocks/>
              </p:cNvPicPr>
              <p:nvPr>
                <p:custDataLst>
                  <p:tags r:id="rId13"/>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51396" y="4593994"/>
                <a:ext cx="287285" cy="287285"/>
              </a:xfrm>
              <a:prstGeom prst="rect">
                <a:avLst/>
              </a:prstGeom>
            </p:spPr>
          </p:pic>
        </p:grpSp>
        <p:sp>
          <p:nvSpPr>
            <p:cNvPr id="76" name="TextBox 75">
              <a:extLst>
                <a:ext uri="{FF2B5EF4-FFF2-40B4-BE49-F238E27FC236}">
                  <a16:creationId xmlns:a16="http://schemas.microsoft.com/office/drawing/2014/main" id="{B4061988-7713-4287-75A8-7B22D0495CE1}"/>
                </a:ext>
              </a:extLst>
            </p:cNvPr>
            <p:cNvSpPr txBox="1">
              <a:spLocks/>
            </p:cNvSpPr>
            <p:nvPr/>
          </p:nvSpPr>
          <p:spPr>
            <a:xfrm>
              <a:off x="1240336" y="4497334"/>
              <a:ext cx="1434450"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Contrast effect</a:t>
              </a:r>
            </a:p>
          </p:txBody>
        </p:sp>
        <p:sp>
          <p:nvSpPr>
            <p:cNvPr id="78" name="TextBox 77">
              <a:extLst>
                <a:ext uri="{FF2B5EF4-FFF2-40B4-BE49-F238E27FC236}">
                  <a16:creationId xmlns:a16="http://schemas.microsoft.com/office/drawing/2014/main" id="{2D086D9D-3D7C-33E8-6730-E0705B967FB0}"/>
                </a:ext>
              </a:extLst>
            </p:cNvPr>
            <p:cNvSpPr txBox="1"/>
            <p:nvPr/>
          </p:nvSpPr>
          <p:spPr>
            <a:xfrm>
              <a:off x="7505700" y="4497334"/>
              <a:ext cx="4131564"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Evaluate immediately after interview. Score each </a:t>
              </a:r>
              <a:r>
                <a:rPr lang="en-US" sz="1400">
                  <a:solidFill>
                    <a:srgbClr val="000000"/>
                  </a:solidFill>
                </a:rPr>
                <a:t>competency </a:t>
              </a: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only according to rubric </a:t>
              </a:r>
            </a:p>
          </p:txBody>
        </p:sp>
        <p:sp>
          <p:nvSpPr>
            <p:cNvPr id="82" name="TextBox 81">
              <a:extLst>
                <a:ext uri="{FF2B5EF4-FFF2-40B4-BE49-F238E27FC236}">
                  <a16:creationId xmlns:a16="http://schemas.microsoft.com/office/drawing/2014/main" id="{286FC98A-F573-B66C-3804-3DF23AA5E677}"/>
                </a:ext>
              </a:extLst>
            </p:cNvPr>
            <p:cNvSpPr txBox="1">
              <a:spLocks/>
            </p:cNvSpPr>
            <p:nvPr/>
          </p:nvSpPr>
          <p:spPr>
            <a:xfrm>
              <a:off x="3123521" y="4497334"/>
              <a:ext cx="3933445"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Let a positive or negative comparison to another candidate influence your scoring</a:t>
              </a:r>
              <a:endPar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endParaRPr>
            </a:p>
          </p:txBody>
        </p:sp>
      </p:grpSp>
      <p:grpSp>
        <p:nvGrpSpPr>
          <p:cNvPr id="63" name="Group 62">
            <a:extLst>
              <a:ext uri="{FF2B5EF4-FFF2-40B4-BE49-F238E27FC236}">
                <a16:creationId xmlns:a16="http://schemas.microsoft.com/office/drawing/2014/main" id="{CF83896A-29FC-BE6B-ACA7-38795F71189D}"/>
              </a:ext>
            </a:extLst>
          </p:cNvPr>
          <p:cNvGrpSpPr/>
          <p:nvPr/>
        </p:nvGrpSpPr>
        <p:grpSpPr>
          <a:xfrm>
            <a:off x="554736" y="4205871"/>
            <a:ext cx="11082528" cy="646331"/>
            <a:chOff x="554736" y="3630535"/>
            <a:chExt cx="11082528" cy="646331"/>
          </a:xfrm>
        </p:grpSpPr>
        <p:grpSp>
          <p:nvGrpSpPr>
            <p:cNvPr id="23" name="CustomIcon">
              <a:extLst>
                <a:ext uri="{FF2B5EF4-FFF2-40B4-BE49-F238E27FC236}">
                  <a16:creationId xmlns:a16="http://schemas.microsoft.com/office/drawing/2014/main" id="{3DAA63FE-D843-0B58-2E4A-8198A033F692}"/>
                </a:ext>
              </a:extLst>
            </p:cNvPr>
            <p:cNvGrpSpPr>
              <a:grpSpLocks/>
            </p:cNvGrpSpPr>
            <p:nvPr>
              <p:custDataLst>
                <p:tags r:id="rId11"/>
              </p:custDataLst>
            </p:nvPr>
          </p:nvGrpSpPr>
          <p:grpSpPr>
            <a:xfrm>
              <a:off x="554736" y="3630535"/>
              <a:ext cx="480604" cy="480604"/>
              <a:chOff x="240910" y="3739146"/>
              <a:chExt cx="696544" cy="766199"/>
            </a:xfrm>
          </p:grpSpPr>
          <p:sp>
            <p:nvSpPr>
              <p:cNvPr id="20" name="Oval 19">
                <a:extLst>
                  <a:ext uri="{FF2B5EF4-FFF2-40B4-BE49-F238E27FC236}">
                    <a16:creationId xmlns:a16="http://schemas.microsoft.com/office/drawing/2014/main" id="{6FAA24B7-A3F1-4BDC-5C25-6C97D7FE5A96}"/>
                  </a:ext>
                </a:extLst>
              </p:cNvPr>
              <p:cNvSpPr>
                <a:spLocks noChangeAspect="1"/>
              </p:cNvSpPr>
              <p:nvPr/>
            </p:nvSpPr>
            <p:spPr>
              <a:xfrm>
                <a:off x="240910" y="3739146"/>
                <a:ext cx="696544" cy="766199"/>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21" name="Graphic243810032">
                <a:extLst>
                  <a:ext uri="{FF2B5EF4-FFF2-40B4-BE49-F238E27FC236}">
                    <a16:creationId xmlns:a16="http://schemas.microsoft.com/office/drawing/2014/main" id="{23382ECC-AD82-EBBE-D3CF-AA7FC2FE1FA0}"/>
                  </a:ext>
                </a:extLst>
              </p:cNvPr>
              <p:cNvPicPr>
                <a:picLocks noChangeAspect="1"/>
              </p:cNvPicPr>
              <p:nvPr>
                <p:custDataLst>
                  <p:tags r:id="rId1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1000" y="3893244"/>
                <a:ext cx="416365" cy="458002"/>
              </a:xfrm>
              <a:prstGeom prst="rect">
                <a:avLst/>
              </a:prstGeom>
            </p:spPr>
          </p:pic>
        </p:grpSp>
        <p:sp>
          <p:nvSpPr>
            <p:cNvPr id="70" name="TextBox 69">
              <a:extLst>
                <a:ext uri="{FF2B5EF4-FFF2-40B4-BE49-F238E27FC236}">
                  <a16:creationId xmlns:a16="http://schemas.microsoft.com/office/drawing/2014/main" id="{090F964F-5159-CE37-F6D4-B05FF9B55D75}"/>
                </a:ext>
              </a:extLst>
            </p:cNvPr>
            <p:cNvSpPr txBox="1">
              <a:spLocks/>
            </p:cNvSpPr>
            <p:nvPr/>
          </p:nvSpPr>
          <p:spPr>
            <a:xfrm>
              <a:off x="1240336" y="3630535"/>
              <a:ext cx="1434450"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Halo/horn effect</a:t>
              </a:r>
            </a:p>
          </p:txBody>
        </p:sp>
        <p:sp>
          <p:nvSpPr>
            <p:cNvPr id="74" name="TextBox 73">
              <a:extLst>
                <a:ext uri="{FF2B5EF4-FFF2-40B4-BE49-F238E27FC236}">
                  <a16:creationId xmlns:a16="http://schemas.microsoft.com/office/drawing/2014/main" id="{36BAAEFD-2853-A855-08D3-AEFA8C6C8771}"/>
                </a:ext>
              </a:extLst>
            </p:cNvPr>
            <p:cNvSpPr txBox="1"/>
            <p:nvPr/>
          </p:nvSpPr>
          <p:spPr>
            <a:xfrm>
              <a:off x="7505700" y="3630535"/>
              <a:ext cx="4131564"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Evaluate all assigned </a:t>
              </a:r>
              <a:r>
                <a:rPr lang="en-US" sz="1400">
                  <a:solidFill>
                    <a:srgbClr val="000000"/>
                  </a:solidFill>
                </a:rPr>
                <a:t>competencies.</a:t>
              </a: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 Look for repeated evidence </a:t>
              </a:r>
            </a:p>
          </p:txBody>
        </p:sp>
        <p:sp>
          <p:nvSpPr>
            <p:cNvPr id="72" name="TextBox 71">
              <a:extLst>
                <a:ext uri="{FF2B5EF4-FFF2-40B4-BE49-F238E27FC236}">
                  <a16:creationId xmlns:a16="http://schemas.microsoft.com/office/drawing/2014/main" id="{B25DE3EF-DA3E-927B-1A29-B077168899E2}"/>
                </a:ext>
              </a:extLst>
            </p:cNvPr>
            <p:cNvSpPr txBox="1">
              <a:spLocks/>
            </p:cNvSpPr>
            <p:nvPr/>
          </p:nvSpPr>
          <p:spPr>
            <a:xfrm>
              <a:off x="3123521" y="3630535"/>
              <a:ext cx="3933445" cy="64633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Let one aspect – positive or negative – of a candidate’s interview impact your overall assessment (</a:t>
              </a:r>
              <a:r>
                <a:rPr lang="en-US" sz="1400">
                  <a:solidFill>
                    <a:srgbClr val="000000"/>
                  </a:solidFill>
                </a:rPr>
                <a:t>e.g., being nervous)</a:t>
              </a:r>
              <a:endPar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endParaRPr>
            </a:p>
          </p:txBody>
        </p:sp>
      </p:grpSp>
      <p:grpSp>
        <p:nvGrpSpPr>
          <p:cNvPr id="7" name="Group 6">
            <a:extLst>
              <a:ext uri="{FF2B5EF4-FFF2-40B4-BE49-F238E27FC236}">
                <a16:creationId xmlns:a16="http://schemas.microsoft.com/office/drawing/2014/main" id="{A92D546D-20F6-E53C-08B9-00D1C2124A6D}"/>
              </a:ext>
            </a:extLst>
          </p:cNvPr>
          <p:cNvGrpSpPr/>
          <p:nvPr/>
        </p:nvGrpSpPr>
        <p:grpSpPr>
          <a:xfrm>
            <a:off x="554736" y="2375998"/>
            <a:ext cx="11082528" cy="646331"/>
            <a:chOff x="554736" y="2409142"/>
            <a:chExt cx="11082528" cy="646331"/>
          </a:xfrm>
        </p:grpSpPr>
        <p:grpSp>
          <p:nvGrpSpPr>
            <p:cNvPr id="44" name="Group 43">
              <a:extLst>
                <a:ext uri="{FF2B5EF4-FFF2-40B4-BE49-F238E27FC236}">
                  <a16:creationId xmlns:a16="http://schemas.microsoft.com/office/drawing/2014/main" id="{D97EB91B-201F-9B9D-DB8D-1DA697C30BA8}"/>
                </a:ext>
              </a:extLst>
            </p:cNvPr>
            <p:cNvGrpSpPr/>
            <p:nvPr/>
          </p:nvGrpSpPr>
          <p:grpSpPr>
            <a:xfrm>
              <a:off x="554736" y="2409142"/>
              <a:ext cx="480604" cy="480604"/>
              <a:chOff x="554736" y="2062664"/>
              <a:chExt cx="480604" cy="480604"/>
            </a:xfrm>
          </p:grpSpPr>
          <p:sp>
            <p:nvSpPr>
              <p:cNvPr id="16" name="Oval 15">
                <a:extLst>
                  <a:ext uri="{FF2B5EF4-FFF2-40B4-BE49-F238E27FC236}">
                    <a16:creationId xmlns:a16="http://schemas.microsoft.com/office/drawing/2014/main" id="{4221A2A2-0742-CD4D-DB0E-021E2B316D67}"/>
                  </a:ext>
                </a:extLst>
              </p:cNvPr>
              <p:cNvSpPr>
                <a:spLocks noChangeAspect="1"/>
              </p:cNvSpPr>
              <p:nvPr/>
            </p:nvSpPr>
            <p:spPr>
              <a:xfrm>
                <a:off x="554736" y="2062664"/>
                <a:ext cx="480604" cy="4806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err="1">
                  <a:ln>
                    <a:noFill/>
                  </a:ln>
                  <a:solidFill>
                    <a:srgbClr val="FFFFFF"/>
                  </a:solidFill>
                  <a:effectLst/>
                  <a:uLnTx/>
                  <a:uFillTx/>
                  <a:ea typeface="+mn-ea"/>
                  <a:cs typeface="+mn-cs"/>
                </a:endParaRPr>
              </a:p>
            </p:txBody>
          </p:sp>
          <p:pic>
            <p:nvPicPr>
              <p:cNvPr id="18" name="Graphic1620765751">
                <a:extLst>
                  <a:ext uri="{FF2B5EF4-FFF2-40B4-BE49-F238E27FC236}">
                    <a16:creationId xmlns:a16="http://schemas.microsoft.com/office/drawing/2014/main" id="{681078F3-20CB-6931-A7EF-986E04B234EA}"/>
                  </a:ext>
                </a:extLst>
              </p:cNvPr>
              <p:cNvPicPr>
                <a:picLocks noChangeAspect="1"/>
              </p:cNvPicPr>
              <p:nvPr>
                <p:custDataLst>
                  <p:tags r:id="rId10"/>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51396" y="2159324"/>
                <a:ext cx="287285" cy="287285"/>
              </a:xfrm>
              <a:prstGeom prst="rect">
                <a:avLst/>
              </a:prstGeom>
            </p:spPr>
          </p:pic>
        </p:grpSp>
        <p:sp>
          <p:nvSpPr>
            <p:cNvPr id="64" name="TextBox 63">
              <a:extLst>
                <a:ext uri="{FF2B5EF4-FFF2-40B4-BE49-F238E27FC236}">
                  <a16:creationId xmlns:a16="http://schemas.microsoft.com/office/drawing/2014/main" id="{A4100909-BFB0-AFF4-DCD8-50DD89E04AB3}"/>
                </a:ext>
              </a:extLst>
            </p:cNvPr>
            <p:cNvSpPr txBox="1">
              <a:spLocks/>
            </p:cNvSpPr>
            <p:nvPr/>
          </p:nvSpPr>
          <p:spPr>
            <a:xfrm>
              <a:off x="1240336" y="2409142"/>
              <a:ext cx="1434450"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Confirmation</a:t>
              </a:r>
            </a:p>
          </p:txBody>
        </p:sp>
        <p:sp>
          <p:nvSpPr>
            <p:cNvPr id="66" name="TextBox 65">
              <a:extLst>
                <a:ext uri="{FF2B5EF4-FFF2-40B4-BE49-F238E27FC236}">
                  <a16:creationId xmlns:a16="http://schemas.microsoft.com/office/drawing/2014/main" id="{D6D129CE-59C3-88F1-D1BA-E60023F1CC64}"/>
                </a:ext>
              </a:extLst>
            </p:cNvPr>
            <p:cNvSpPr txBox="1"/>
            <p:nvPr/>
          </p:nvSpPr>
          <p:spPr>
            <a:xfrm>
              <a:off x="7505700" y="2409142"/>
              <a:ext cx="4131564" cy="64633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dirty="0">
                  <a:ln>
                    <a:noFill/>
                  </a:ln>
                  <a:solidFill>
                    <a:srgbClr val="000000"/>
                  </a:solidFill>
                  <a:effectLst/>
                  <a:uLnTx/>
                  <a:uFillTx/>
                  <a:ea typeface="+mn-ea"/>
                  <a:cs typeface="Arial" panose="020B0604020202020204" pitchFamily="34" charset="0"/>
                </a:rPr>
                <a:t>Evaluate only against the </a:t>
              </a:r>
              <a:r>
                <a:rPr lang="en-US" sz="1400" dirty="0">
                  <a:solidFill>
                    <a:srgbClr val="000000"/>
                  </a:solidFill>
                </a:rPr>
                <a:t>competencies</a:t>
              </a:r>
              <a:r>
                <a:rPr kumimoji="0" lang="en-US" sz="1400" b="0" i="0" u="none" strike="noStrike" kern="1200" cap="none" spc="0" normalizeH="0" baseline="0" noProof="0" dirty="0">
                  <a:ln>
                    <a:noFill/>
                  </a:ln>
                  <a:solidFill>
                    <a:srgbClr val="000000"/>
                  </a:solidFill>
                  <a:effectLst/>
                  <a:uLnTx/>
                  <a:uFillTx/>
                  <a:ea typeface="+mn-ea"/>
                  <a:cs typeface="Arial" panose="020B0604020202020204" pitchFamily="34" charset="0"/>
                </a:rPr>
                <a:t>. Use probing questions to gain clarity, not to confirm assumptions</a:t>
              </a:r>
            </a:p>
          </p:txBody>
        </p:sp>
        <p:sp>
          <p:nvSpPr>
            <p:cNvPr id="68" name="TextBox 67">
              <a:extLst>
                <a:ext uri="{FF2B5EF4-FFF2-40B4-BE49-F238E27FC236}">
                  <a16:creationId xmlns:a16="http://schemas.microsoft.com/office/drawing/2014/main" id="{E5C7BE5A-697A-E5D1-EAD1-BC68E8922B4F}"/>
                </a:ext>
              </a:extLst>
            </p:cNvPr>
            <p:cNvSpPr txBox="1">
              <a:spLocks/>
            </p:cNvSpPr>
            <p:nvPr/>
          </p:nvSpPr>
          <p:spPr>
            <a:xfrm>
              <a:off x="3123521" y="2409142"/>
              <a:ext cx="3933445"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Favor candidates who match a preconceived “ideal candidate” </a:t>
              </a:r>
              <a:r>
                <a:rPr lang="en-US" sz="1400">
                  <a:solidFill>
                    <a:srgbClr val="000000"/>
                  </a:solidFill>
                </a:rPr>
                <a:t>(e.g., </a:t>
              </a:r>
              <a:r>
                <a:rPr kumimoji="0" lang="en-US" sz="1400" i="0" u="none" strike="noStrike" kern="1200" cap="none" spc="0" normalizeH="0" baseline="0" noProof="0">
                  <a:ln>
                    <a:noFill/>
                  </a:ln>
                  <a:solidFill>
                    <a:srgbClr val="000000"/>
                  </a:solidFill>
                  <a:effectLst/>
                  <a:uLnTx/>
                  <a:uFillTx/>
                  <a:ea typeface="+mn-ea"/>
                  <a:cs typeface="Arial" panose="020B0604020202020204" pitchFamily="34" charset="0"/>
                </a:rPr>
                <a:t>prestigious experience)</a:t>
              </a:r>
            </a:p>
          </p:txBody>
        </p:sp>
      </p:grpSp>
      <p:grpSp>
        <p:nvGrpSpPr>
          <p:cNvPr id="67" name="Group 66">
            <a:extLst>
              <a:ext uri="{FF2B5EF4-FFF2-40B4-BE49-F238E27FC236}">
                <a16:creationId xmlns:a16="http://schemas.microsoft.com/office/drawing/2014/main" id="{42D6FD0A-933D-4530-CC1A-7760A886DAE4}"/>
              </a:ext>
            </a:extLst>
          </p:cNvPr>
          <p:cNvGrpSpPr/>
          <p:nvPr/>
        </p:nvGrpSpPr>
        <p:grpSpPr>
          <a:xfrm>
            <a:off x="554736" y="3183213"/>
            <a:ext cx="11082528" cy="861774"/>
            <a:chOff x="554736" y="2929463"/>
            <a:chExt cx="11082528" cy="861774"/>
          </a:xfrm>
        </p:grpSpPr>
        <p:sp>
          <p:nvSpPr>
            <p:cNvPr id="48" name="TextBox 47">
              <a:extLst>
                <a:ext uri="{FF2B5EF4-FFF2-40B4-BE49-F238E27FC236}">
                  <a16:creationId xmlns:a16="http://schemas.microsoft.com/office/drawing/2014/main" id="{0B04308F-6421-BE8E-002D-77A46ED909C8}"/>
                </a:ext>
              </a:extLst>
            </p:cNvPr>
            <p:cNvSpPr txBox="1">
              <a:spLocks/>
            </p:cNvSpPr>
            <p:nvPr/>
          </p:nvSpPr>
          <p:spPr>
            <a:xfrm>
              <a:off x="1240336" y="2929463"/>
              <a:ext cx="1434450"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Stereotyping</a:t>
              </a:r>
            </a:p>
          </p:txBody>
        </p:sp>
        <p:sp>
          <p:nvSpPr>
            <p:cNvPr id="49" name="TextBox 48">
              <a:extLst>
                <a:ext uri="{FF2B5EF4-FFF2-40B4-BE49-F238E27FC236}">
                  <a16:creationId xmlns:a16="http://schemas.microsoft.com/office/drawing/2014/main" id="{3B1B2C46-1892-50B4-9667-A87C6BFE1483}"/>
                </a:ext>
              </a:extLst>
            </p:cNvPr>
            <p:cNvSpPr txBox="1"/>
            <p:nvPr/>
          </p:nvSpPr>
          <p:spPr>
            <a:xfrm>
              <a:off x="7505700" y="2929463"/>
              <a:ext cx="4131564"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Focus on experiences rather than background. Protected characteristics cannot be considered</a:t>
              </a:r>
            </a:p>
          </p:txBody>
        </p:sp>
        <p:sp>
          <p:nvSpPr>
            <p:cNvPr id="50" name="TextBox 49">
              <a:extLst>
                <a:ext uri="{FF2B5EF4-FFF2-40B4-BE49-F238E27FC236}">
                  <a16:creationId xmlns:a16="http://schemas.microsoft.com/office/drawing/2014/main" id="{34671B9B-1756-008B-D214-6A043A044B47}"/>
                </a:ext>
              </a:extLst>
            </p:cNvPr>
            <p:cNvSpPr txBox="1">
              <a:spLocks/>
            </p:cNvSpPr>
            <p:nvPr/>
          </p:nvSpPr>
          <p:spPr>
            <a:xfrm>
              <a:off x="3123521" y="2929463"/>
              <a:ext cx="3933445" cy="86177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Make assumptions about a candidate based on generalized beliefs about a group (e.g., candidates with children will not participate in extracurricular activities)</a:t>
              </a:r>
            </a:p>
          </p:txBody>
        </p:sp>
        <p:grpSp>
          <p:nvGrpSpPr>
            <p:cNvPr id="55" name="CustomIcon">
              <a:extLst>
                <a:ext uri="{FF2B5EF4-FFF2-40B4-BE49-F238E27FC236}">
                  <a16:creationId xmlns:a16="http://schemas.microsoft.com/office/drawing/2014/main" id="{52242B65-4436-ECAD-72A7-5D6EAA72C6DD}"/>
                </a:ext>
              </a:extLst>
            </p:cNvPr>
            <p:cNvGrpSpPr>
              <a:grpSpLocks/>
            </p:cNvGrpSpPr>
            <p:nvPr>
              <p:custDataLst>
                <p:tags r:id="rId9"/>
              </p:custDataLst>
            </p:nvPr>
          </p:nvGrpSpPr>
          <p:grpSpPr>
            <a:xfrm>
              <a:off x="554736" y="2929463"/>
              <a:ext cx="480604" cy="480604"/>
              <a:chOff x="-205105" y="-205105"/>
              <a:chExt cx="1019810" cy="1019810"/>
            </a:xfrm>
          </p:grpSpPr>
          <p:sp>
            <p:nvSpPr>
              <p:cNvPr id="57" name="Oval 56">
                <a:extLst>
                  <a:ext uri="{FF2B5EF4-FFF2-40B4-BE49-F238E27FC236}">
                    <a16:creationId xmlns:a16="http://schemas.microsoft.com/office/drawing/2014/main" id="{7AB2CE86-B9E6-A10E-7360-1B639B561144}"/>
                  </a:ext>
                </a:extLst>
              </p:cNvPr>
              <p:cNvSpPr>
                <a:spLocks noChangeAspect="1"/>
              </p:cNvSpPr>
              <p:nvPr/>
            </p:nvSpPr>
            <p:spPr>
              <a:xfrm>
                <a:off x="-205105" y="-205105"/>
                <a:ext cx="1019810" cy="101981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err="1">
                  <a:ln>
                    <a:noFill/>
                  </a:ln>
                  <a:solidFill>
                    <a:srgbClr val="FFFFFF"/>
                  </a:solidFill>
                  <a:effectLst/>
                  <a:uLnTx/>
                  <a:uFillTx/>
                  <a:ea typeface="+mn-ea"/>
                  <a:cs typeface="+mn-cs"/>
                </a:endParaRPr>
              </a:p>
            </p:txBody>
          </p:sp>
          <p:pic>
            <p:nvPicPr>
              <p:cNvPr id="58" name="Graphic 57">
                <a:extLst>
                  <a:ext uri="{FF2B5EF4-FFF2-40B4-BE49-F238E27FC236}">
                    <a16:creationId xmlns:a16="http://schemas.microsoft.com/office/drawing/2014/main" id="{78BA7FDA-5CA0-11FD-DFBC-BEFE728659B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0" y="0"/>
                <a:ext cx="609600" cy="609600"/>
              </a:xfrm>
              <a:prstGeom prst="rect">
                <a:avLst/>
              </a:prstGeom>
            </p:spPr>
          </p:pic>
        </p:grpSp>
      </p:grpSp>
      <p:grpSp>
        <p:nvGrpSpPr>
          <p:cNvPr id="69" name="Group 68">
            <a:extLst>
              <a:ext uri="{FF2B5EF4-FFF2-40B4-BE49-F238E27FC236}">
                <a16:creationId xmlns:a16="http://schemas.microsoft.com/office/drawing/2014/main" id="{57CB44C4-9A09-076C-B8C5-80B26E723CD1}"/>
              </a:ext>
            </a:extLst>
          </p:cNvPr>
          <p:cNvGrpSpPr/>
          <p:nvPr/>
        </p:nvGrpSpPr>
        <p:grpSpPr>
          <a:xfrm>
            <a:off x="554736" y="5654570"/>
            <a:ext cx="11082528" cy="480604"/>
            <a:chOff x="554736" y="5198404"/>
            <a:chExt cx="11082528" cy="480604"/>
          </a:xfrm>
        </p:grpSpPr>
        <p:sp>
          <p:nvSpPr>
            <p:cNvPr id="22" name="TextBox 21">
              <a:extLst>
                <a:ext uri="{FF2B5EF4-FFF2-40B4-BE49-F238E27FC236}">
                  <a16:creationId xmlns:a16="http://schemas.microsoft.com/office/drawing/2014/main" id="{316AC5AF-055A-4B18-2813-0732EA4EB6E0}"/>
                </a:ext>
              </a:extLst>
            </p:cNvPr>
            <p:cNvSpPr txBox="1">
              <a:spLocks/>
            </p:cNvSpPr>
            <p:nvPr/>
          </p:nvSpPr>
          <p:spPr>
            <a:xfrm>
              <a:off x="1240336" y="5198404"/>
              <a:ext cx="1434450"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Recency</a:t>
              </a:r>
            </a:p>
          </p:txBody>
        </p:sp>
        <p:sp>
          <p:nvSpPr>
            <p:cNvPr id="24" name="TextBox 23">
              <a:extLst>
                <a:ext uri="{FF2B5EF4-FFF2-40B4-BE49-F238E27FC236}">
                  <a16:creationId xmlns:a16="http://schemas.microsoft.com/office/drawing/2014/main" id="{EA899929-EEA7-FBD4-63C0-1AF54A764A2B}"/>
                </a:ext>
              </a:extLst>
            </p:cNvPr>
            <p:cNvSpPr txBox="1"/>
            <p:nvPr/>
          </p:nvSpPr>
          <p:spPr>
            <a:xfrm>
              <a:off x="7505700" y="5198404"/>
              <a:ext cx="4131564"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Score immediately after the interview. Do not score multiple candidates at once</a:t>
              </a:r>
            </a:p>
          </p:txBody>
        </p:sp>
        <p:sp>
          <p:nvSpPr>
            <p:cNvPr id="28" name="TextBox 27">
              <a:extLst>
                <a:ext uri="{FF2B5EF4-FFF2-40B4-BE49-F238E27FC236}">
                  <a16:creationId xmlns:a16="http://schemas.microsoft.com/office/drawing/2014/main" id="{53B54BF3-D3DB-8B93-AFD9-3108A9017C24}"/>
                </a:ext>
              </a:extLst>
            </p:cNvPr>
            <p:cNvSpPr txBox="1">
              <a:spLocks/>
            </p:cNvSpPr>
            <p:nvPr/>
          </p:nvSpPr>
          <p:spPr>
            <a:xfrm>
              <a:off x="3123521" y="5198404"/>
              <a:ext cx="3933445"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Arial" panose="020B0604020202020204" pitchFamily="34" charset="0"/>
                </a:rPr>
                <a:t>Over-weight most recent candidate</a:t>
              </a:r>
              <a:r>
                <a:rPr lang="en-US" sz="1400">
                  <a:solidFill>
                    <a:srgbClr val="000000"/>
                  </a:solidFill>
                </a:rPr>
                <a:t> interviewed</a:t>
              </a:r>
              <a:r>
                <a:rPr kumimoji="0" lang="en-US" sz="1400" b="1" i="0" u="none" strike="noStrike" kern="1200" cap="none" spc="0" normalizeH="0" baseline="0" noProof="0">
                  <a:ln>
                    <a:noFill/>
                  </a:ln>
                  <a:solidFill>
                    <a:srgbClr val="000000"/>
                  </a:solidFill>
                  <a:effectLst/>
                  <a:uLnTx/>
                  <a:uFillTx/>
                  <a:ea typeface="+mn-ea"/>
                  <a:cs typeface="Arial" panose="020B0604020202020204" pitchFamily="34" charset="0"/>
                </a:rPr>
                <a:t> </a:t>
              </a:r>
            </a:p>
          </p:txBody>
        </p:sp>
        <p:grpSp>
          <p:nvGrpSpPr>
            <p:cNvPr id="12" name="Group 11">
              <a:extLst>
                <a:ext uri="{FF2B5EF4-FFF2-40B4-BE49-F238E27FC236}">
                  <a16:creationId xmlns:a16="http://schemas.microsoft.com/office/drawing/2014/main" id="{104B3D38-0E0A-5164-9153-148D0B97A990}"/>
                </a:ext>
              </a:extLst>
            </p:cNvPr>
            <p:cNvGrpSpPr/>
            <p:nvPr/>
          </p:nvGrpSpPr>
          <p:grpSpPr>
            <a:xfrm>
              <a:off x="554736" y="5198404"/>
              <a:ext cx="480604" cy="480604"/>
              <a:chOff x="554736" y="5054069"/>
              <a:chExt cx="480604" cy="480604"/>
            </a:xfrm>
          </p:grpSpPr>
          <p:sp>
            <p:nvSpPr>
              <p:cNvPr id="34" name="Oval 33">
                <a:extLst>
                  <a:ext uri="{FF2B5EF4-FFF2-40B4-BE49-F238E27FC236}">
                    <a16:creationId xmlns:a16="http://schemas.microsoft.com/office/drawing/2014/main" id="{AA131B65-656A-7088-A22E-DA8EC18DCF4B}"/>
                  </a:ext>
                </a:extLst>
              </p:cNvPr>
              <p:cNvSpPr>
                <a:spLocks noChangeAspect="1"/>
              </p:cNvSpPr>
              <p:nvPr/>
            </p:nvSpPr>
            <p:spPr>
              <a:xfrm>
                <a:off x="554736" y="5054069"/>
                <a:ext cx="480604" cy="4806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err="1">
                  <a:ln>
                    <a:noFill/>
                  </a:ln>
                  <a:solidFill>
                    <a:srgbClr val="FFFFFF"/>
                  </a:solidFill>
                  <a:effectLst/>
                  <a:uLnTx/>
                  <a:uFillTx/>
                  <a:ea typeface="+mn-ea"/>
                  <a:cs typeface="+mn-cs"/>
                </a:endParaRPr>
              </a:p>
            </p:txBody>
          </p:sp>
          <p:pic>
            <p:nvPicPr>
              <p:cNvPr id="37" name="Graphic 36">
                <a:extLst>
                  <a:ext uri="{FF2B5EF4-FFF2-40B4-BE49-F238E27FC236}">
                    <a16:creationId xmlns:a16="http://schemas.microsoft.com/office/drawing/2014/main" id="{9B59A251-6729-8495-A91E-C6136491418E}"/>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51395" y="5150728"/>
                <a:ext cx="287285" cy="287285"/>
              </a:xfrm>
              <a:prstGeom prst="rect">
                <a:avLst/>
              </a:prstGeom>
            </p:spPr>
          </p:pic>
        </p:grpSp>
      </p:grpSp>
      <p:cxnSp>
        <p:nvCxnSpPr>
          <p:cNvPr id="54" name="Straight Connector 53">
            <a:extLst>
              <a:ext uri="{FF2B5EF4-FFF2-40B4-BE49-F238E27FC236}">
                <a16:creationId xmlns:a16="http://schemas.microsoft.com/office/drawing/2014/main" id="{5155DDCA-737A-43D5-BDC4-EC40B5FCD027}"/>
              </a:ext>
            </a:extLst>
          </p:cNvPr>
          <p:cNvCxnSpPr>
            <a:cxnSpLocks/>
          </p:cNvCxnSpPr>
          <p:nvPr>
            <p:custDataLst>
              <p:tags r:id="rId4"/>
            </p:custDataLst>
          </p:nvPr>
        </p:nvCxnSpPr>
        <p:spPr>
          <a:xfrm>
            <a:off x="554736" y="4932644"/>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202D0E6-BBF4-3B45-EDE9-166896D8AA26}"/>
              </a:ext>
            </a:extLst>
          </p:cNvPr>
          <p:cNvCxnSpPr>
            <a:cxnSpLocks/>
          </p:cNvCxnSpPr>
          <p:nvPr>
            <p:custDataLst>
              <p:tags r:id="rId5"/>
            </p:custDataLst>
          </p:nvPr>
        </p:nvCxnSpPr>
        <p:spPr>
          <a:xfrm>
            <a:off x="554736" y="4125429"/>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C01482B-57EB-F4A8-FCAA-11753A560222}"/>
              </a:ext>
            </a:extLst>
          </p:cNvPr>
          <p:cNvCxnSpPr>
            <a:cxnSpLocks/>
          </p:cNvCxnSpPr>
          <p:nvPr>
            <p:custDataLst>
              <p:tags r:id="rId6"/>
            </p:custDataLst>
          </p:nvPr>
        </p:nvCxnSpPr>
        <p:spPr>
          <a:xfrm>
            <a:off x="554736" y="2295556"/>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E26700-EDFB-22B2-DA0F-A9E4E0B952B2}"/>
              </a:ext>
            </a:extLst>
          </p:cNvPr>
          <p:cNvCxnSpPr>
            <a:cxnSpLocks/>
          </p:cNvCxnSpPr>
          <p:nvPr>
            <p:custDataLst>
              <p:tags r:id="rId7"/>
            </p:custDataLst>
          </p:nvPr>
        </p:nvCxnSpPr>
        <p:spPr>
          <a:xfrm>
            <a:off x="554736" y="3102771"/>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FD30E6F-4637-396B-DACA-B8E9B4BE3D59}"/>
              </a:ext>
            </a:extLst>
          </p:cNvPr>
          <p:cNvCxnSpPr>
            <a:cxnSpLocks/>
          </p:cNvCxnSpPr>
          <p:nvPr>
            <p:custDataLst>
              <p:tags r:id="rId8"/>
            </p:custDataLst>
          </p:nvPr>
        </p:nvCxnSpPr>
        <p:spPr>
          <a:xfrm>
            <a:off x="554736" y="5574132"/>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707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39C6681-E46B-6114-51E5-551CC7078EDC}"/>
              </a:ext>
            </a:extLst>
          </p:cNvPr>
          <p:cNvGraphicFramePr>
            <a:graphicFrameLocks noChangeAspect="1"/>
          </p:cNvGraphicFramePr>
          <p:nvPr>
            <p:custDataLst>
              <p:tags r:id="rId1"/>
            </p:custDataLst>
            <p:extLst>
              <p:ext uri="{D42A27DB-BD31-4B8C-83A1-F6EECF244321}">
                <p14:modId xmlns:p14="http://schemas.microsoft.com/office/powerpoint/2010/main" val="416824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6" progId="TCLayout.ActiveDocument.1">
                  <p:embed/>
                </p:oleObj>
              </mc:Choice>
              <mc:Fallback>
                <p:oleObj name="think-cell Slide" r:id="rId9" imgW="395" imgH="396" progId="TCLayout.ActiveDocument.1">
                  <p:embed/>
                  <p:pic>
                    <p:nvPicPr>
                      <p:cNvPr id="6" name="think-cell data - do not delete" hidden="1">
                        <a:extLst>
                          <a:ext uri="{FF2B5EF4-FFF2-40B4-BE49-F238E27FC236}">
                            <a16:creationId xmlns:a16="http://schemas.microsoft.com/office/drawing/2014/main" id="{639C6681-E46B-6114-51E5-551CC7078ED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ext Placeholder 2">
            <a:hlinkClick r:id="rId11" action="ppaction://hlinksldjump"/>
            <a:extLst>
              <a:ext uri="{FF2B5EF4-FFF2-40B4-BE49-F238E27FC236}">
                <a16:creationId xmlns:a16="http://schemas.microsoft.com/office/drawing/2014/main" id="{56528285-6569-9D21-018C-809949A54893}"/>
              </a:ext>
            </a:extLst>
          </p:cNvPr>
          <p:cNvSpPr>
            <a:spLocks noGrp="1"/>
          </p:cNvSpPr>
          <p:nvPr>
            <p:custDataLst>
              <p:tags r:id="rId2"/>
            </p:custDataLst>
          </p:nvPr>
        </p:nvSpPr>
        <p:spPr bwMode="auto">
          <a:xfrm>
            <a:off x="4132263" y="2614613"/>
            <a:ext cx="3927475"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cs typeface="+mn-cs"/>
              </a:rPr>
              <a:t>Workstream considerations</a:t>
            </a:r>
          </a:p>
        </p:txBody>
      </p:sp>
      <p:sp>
        <p:nvSpPr>
          <p:cNvPr id="7" name="Text Placeholder 2">
            <a:hlinkClick r:id="rId12" action="ppaction://hlinksldjump"/>
            <a:extLst>
              <a:ext uri="{FF2B5EF4-FFF2-40B4-BE49-F238E27FC236}">
                <a16:creationId xmlns:a16="http://schemas.microsoft.com/office/drawing/2014/main" id="{9C83A800-AB2A-328C-7EB6-12413E766041}"/>
              </a:ext>
            </a:extLst>
          </p:cNvPr>
          <p:cNvSpPr>
            <a:spLocks noGrp="1"/>
          </p:cNvSpPr>
          <p:nvPr>
            <p:custDataLst>
              <p:tags r:id="rId3"/>
            </p:custDataLst>
          </p:nvPr>
        </p:nvSpPr>
        <p:spPr bwMode="auto">
          <a:xfrm>
            <a:off x="4132263" y="3022600"/>
            <a:ext cx="3927475"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cs typeface="+mn-cs"/>
              </a:rPr>
              <a:t>Purpose of interviewer training</a:t>
            </a:r>
          </a:p>
        </p:txBody>
      </p:sp>
      <p:sp>
        <p:nvSpPr>
          <p:cNvPr id="9" name="Text Placeholder 2">
            <a:extLst>
              <a:ext uri="{FF2B5EF4-FFF2-40B4-BE49-F238E27FC236}">
                <a16:creationId xmlns:a16="http://schemas.microsoft.com/office/drawing/2014/main" id="{FE3717E9-7936-8B40-C2D4-38356A4B3BDA}"/>
              </a:ext>
            </a:extLst>
          </p:cNvPr>
          <p:cNvSpPr>
            <a:spLocks noGrp="1"/>
          </p:cNvSpPr>
          <p:nvPr>
            <p:custDataLst>
              <p:tags r:id="rId4"/>
            </p:custDataLst>
          </p:nvPr>
        </p:nvSpPr>
        <p:spPr bwMode="auto">
          <a:xfrm>
            <a:off x="4132263" y="3429000"/>
            <a:ext cx="3927475" cy="406400"/>
          </a:xfrm>
          <a:prstGeom prst="rect">
            <a:avLst/>
          </a:prstGeom>
          <a:solidFill>
            <a:schemeClr val="accent1"/>
          </a:solidFill>
          <a:ln>
            <a:noFill/>
          </a:ln>
          <a:effec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b="1">
                <a:solidFill>
                  <a:schemeClr val="tx2"/>
                </a:solidFill>
                <a:effectLst/>
                <a:cs typeface="+mn-cs"/>
              </a:rPr>
              <a:t>Interview and candidate assessment</a:t>
            </a:r>
            <a:endParaRPr lang="en-US" b="1">
              <a:solidFill>
                <a:schemeClr val="tx2"/>
              </a:solidFill>
              <a:cs typeface="+mn-cs"/>
            </a:endParaRPr>
          </a:p>
        </p:txBody>
      </p:sp>
      <p:sp>
        <p:nvSpPr>
          <p:cNvPr id="8" name="Text Placeholder 2">
            <a:hlinkClick r:id="rId13" action="ppaction://hlinksldjump"/>
            <a:extLst>
              <a:ext uri="{FF2B5EF4-FFF2-40B4-BE49-F238E27FC236}">
                <a16:creationId xmlns:a16="http://schemas.microsoft.com/office/drawing/2014/main" id="{88428378-B81D-F519-70CF-6B0E259B118A}"/>
              </a:ext>
            </a:extLst>
          </p:cNvPr>
          <p:cNvSpPr>
            <a:spLocks noGrp="1"/>
          </p:cNvSpPr>
          <p:nvPr>
            <p:custDataLst>
              <p:tags r:id="rId5"/>
            </p:custDataLst>
          </p:nvPr>
        </p:nvSpPr>
        <p:spPr bwMode="auto">
          <a:xfrm>
            <a:off x="4132263" y="3835400"/>
            <a:ext cx="3927475"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a:effectLst/>
                <a:cs typeface="+mn-cs"/>
              </a:rPr>
              <a:t>Candidate debrief</a:t>
            </a:r>
            <a:endParaRPr lang="en-US">
              <a:cs typeface="+mn-cs"/>
            </a:endParaRPr>
          </a:p>
        </p:txBody>
      </p:sp>
      <p:sp>
        <p:nvSpPr>
          <p:cNvPr id="4" name="2. Slide Title">
            <a:extLst>
              <a:ext uri="{FF2B5EF4-FFF2-40B4-BE49-F238E27FC236}">
                <a16:creationId xmlns:a16="http://schemas.microsoft.com/office/drawing/2014/main" id="{B7A68900-073F-95E0-6F86-1317DC8E708A}"/>
              </a:ext>
            </a:extLst>
          </p:cNvPr>
          <p:cNvSpPr>
            <a:spLocks noGrp="1"/>
          </p:cNvSpPr>
          <p:nvPr>
            <p:ph type="title"/>
            <p:custDataLst>
              <p:tags r:id="rId6"/>
            </p:custDataLst>
          </p:nvPr>
        </p:nvSpPr>
        <p:spPr/>
        <p:txBody>
          <a:bodyPr vert="horz"/>
          <a:lstStyle/>
          <a:p>
            <a:r>
              <a:rPr lang="en-US"/>
              <a:t>Table of content</a:t>
            </a:r>
          </a:p>
        </p:txBody>
      </p:sp>
      <p:sp>
        <p:nvSpPr>
          <p:cNvPr id="5" name="1. On-page tracker">
            <a:extLst>
              <a:ext uri="{FF2B5EF4-FFF2-40B4-BE49-F238E27FC236}">
                <a16:creationId xmlns:a16="http://schemas.microsoft.com/office/drawing/2014/main" id="{D9C619F4-F463-D5A1-7C5C-2C3163C27946}"/>
              </a:ext>
            </a:extLst>
          </p:cNvPr>
          <p:cNvSpPr>
            <a:spLocks noGrp="1"/>
          </p:cNvSpPr>
          <p:nvPr>
            <p:ph type="body" sz="quarter" idx="17"/>
            <p:custDataLst>
              <p:tags r:id="rId7"/>
            </p:custDataLst>
          </p:nvPr>
        </p:nvSpPr>
        <p:spPr/>
        <p:txBody>
          <a:bodyPr/>
          <a:lstStyle/>
          <a:p>
            <a:endParaRPr lang="en-US"/>
          </a:p>
        </p:txBody>
      </p:sp>
    </p:spTree>
    <p:extLst>
      <p:ext uri="{BB962C8B-B14F-4D97-AF65-F5344CB8AC3E}">
        <p14:creationId xmlns:p14="http://schemas.microsoft.com/office/powerpoint/2010/main" val="1685588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DD53FD71-0339-4320-A321-1ABD0FD41F97}"/>
              </a:ext>
            </a:extLst>
          </p:cNvPr>
          <p:cNvGraphicFramePr>
            <a:graphicFrameLocks noChangeAspect="1"/>
          </p:cNvGraphicFramePr>
          <p:nvPr>
            <p:custDataLst>
              <p:tags r:id="rId1"/>
            </p:custDataLst>
            <p:extLst>
              <p:ext uri="{D42A27DB-BD31-4B8C-83A1-F6EECF244321}">
                <p14:modId xmlns:p14="http://schemas.microsoft.com/office/powerpoint/2010/main" val="1317539376"/>
              </p:ext>
            </p:extLst>
          </p:nvPr>
        </p:nvGraphicFramePr>
        <p:xfrm>
          <a:off x="1525891" y="1621"/>
          <a:ext cx="1619" cy="1619"/>
        </p:xfrm>
        <a:graphic>
          <a:graphicData uri="http://schemas.openxmlformats.org/presentationml/2006/ole">
            <mc:AlternateContent xmlns:mc="http://schemas.openxmlformats.org/markup-compatibility/2006">
              <mc:Choice xmlns:v="urn:schemas-microsoft-com:vml" Requires="v">
                <p:oleObj name="think-cell Slide" r:id="rId16" imgW="524" imgH="526" progId="TCLayout.ActiveDocument.1">
                  <p:embed/>
                </p:oleObj>
              </mc:Choice>
              <mc:Fallback>
                <p:oleObj name="think-cell Slide" r:id="rId16" imgW="524" imgH="526" progId="TCLayout.ActiveDocument.1">
                  <p:embed/>
                  <p:pic>
                    <p:nvPicPr>
                      <p:cNvPr id="17" name="Object 16" hidden="1">
                        <a:extLst>
                          <a:ext uri="{FF2B5EF4-FFF2-40B4-BE49-F238E27FC236}">
                            <a16:creationId xmlns:a16="http://schemas.microsoft.com/office/drawing/2014/main" id="{DD53FD71-0339-4320-A321-1ABD0FD41F97}"/>
                          </a:ext>
                        </a:extLst>
                      </p:cNvPr>
                      <p:cNvPicPr/>
                      <p:nvPr/>
                    </p:nvPicPr>
                    <p:blipFill>
                      <a:blip r:embed="rId17"/>
                      <a:stretch>
                        <a:fillRect/>
                      </a:stretch>
                    </p:blipFill>
                    <p:spPr>
                      <a:xfrm>
                        <a:off x="1525891" y="1621"/>
                        <a:ext cx="1619" cy="1619"/>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B5381BD8-373D-4914-904E-77727FAD345F}"/>
              </a:ext>
            </a:extLst>
          </p:cNvPr>
          <p:cNvSpPr/>
          <p:nvPr>
            <p:custDataLst>
              <p:tags r:id="rId2"/>
            </p:custDataLst>
          </p:nvPr>
        </p:nvSpPr>
        <p:spPr>
          <a:xfrm>
            <a:off x="197" y="0"/>
            <a:ext cx="176434" cy="17643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 name="2. Slide Title">
            <a:extLst>
              <a:ext uri="{FF2B5EF4-FFF2-40B4-BE49-F238E27FC236}">
                <a16:creationId xmlns:a16="http://schemas.microsoft.com/office/drawing/2014/main" id="{66C63278-857D-401D-AC48-187E06156E48}"/>
              </a:ext>
            </a:extLst>
          </p:cNvPr>
          <p:cNvSpPr>
            <a:spLocks noGrp="1"/>
          </p:cNvSpPr>
          <p:nvPr>
            <p:ph type="title"/>
            <p:custDataLst>
              <p:tags r:id="rId3"/>
            </p:custDataLst>
          </p:nvPr>
        </p:nvSpPr>
        <p:spPr bwMode="gray">
          <a:xfrm>
            <a:off x="554736" y="556102"/>
            <a:ext cx="11082528" cy="357790"/>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square" anchor="b" anchorCtr="0">
            <a:spAutoFit/>
          </a:bodyPr>
          <a:lstStyle/>
          <a:p>
            <a:pPr>
              <a:spcBef>
                <a:spcPct val="100000"/>
              </a:spcBef>
            </a:pPr>
            <a:r>
              <a:rPr lang="en-US" sz="2500">
                <a:latin typeface="+mj-lt"/>
              </a:rPr>
              <a:t>Typical structure of a behavioral interview</a:t>
            </a:r>
          </a:p>
        </p:txBody>
      </p:sp>
      <p:sp>
        <p:nvSpPr>
          <p:cNvPr id="4" name="Text Placeholder 3">
            <a:extLst>
              <a:ext uri="{FF2B5EF4-FFF2-40B4-BE49-F238E27FC236}">
                <a16:creationId xmlns:a16="http://schemas.microsoft.com/office/drawing/2014/main" id="{B34EC9DB-9F3C-7D7B-427D-559FC6A2C360}"/>
              </a:ext>
            </a:extLst>
          </p:cNvPr>
          <p:cNvSpPr>
            <a:spLocks noGrp="1"/>
          </p:cNvSpPr>
          <p:nvPr>
            <p:ph type="body" sz="quarter" idx="17"/>
          </p:nvPr>
        </p:nvSpPr>
        <p:spPr/>
        <p:txBody>
          <a:bodyPr/>
          <a:lstStyle/>
          <a:p>
            <a:endParaRPr lang="en-US"/>
          </a:p>
        </p:txBody>
      </p:sp>
      <p:sp>
        <p:nvSpPr>
          <p:cNvPr id="16" name="TextBox 15">
            <a:extLst>
              <a:ext uri="{FF2B5EF4-FFF2-40B4-BE49-F238E27FC236}">
                <a16:creationId xmlns:a16="http://schemas.microsoft.com/office/drawing/2014/main" id="{40D34AF7-B986-B4AA-B357-9C2D64F2EF76}"/>
              </a:ext>
            </a:extLst>
          </p:cNvPr>
          <p:cNvSpPr txBox="1">
            <a:spLocks/>
          </p:cNvSpPr>
          <p:nvPr>
            <p:custDataLst>
              <p:tags r:id="rId4"/>
            </p:custDataLst>
          </p:nvPr>
        </p:nvSpPr>
        <p:spPr>
          <a:xfrm>
            <a:off x="2844263" y="2867628"/>
            <a:ext cx="8793001" cy="142346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228600" marR="0" lvl="1" indent="-228600" algn="l" defTabSz="914400" rtl="0" eaLnBrk="1" fontAlgn="base"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2000" b="0" i="0" u="none" strike="noStrike" kern="1200" cap="none" spc="0" normalizeH="0" baseline="0" noProof="0">
                <a:ln>
                  <a:noFill/>
                </a:ln>
                <a:solidFill>
                  <a:srgbClr val="000000"/>
                </a:solidFill>
                <a:effectLst/>
                <a:uLnTx/>
                <a:uFillTx/>
                <a:ea typeface="+mn-ea"/>
                <a:cs typeface="+mn-cs"/>
              </a:rPr>
              <a:t>Ask the candidate behavioral questions,</a:t>
            </a:r>
            <a:r>
              <a:rPr kumimoji="0" lang="en-US" sz="2000" b="0" i="0" u="none" strike="noStrike" kern="1200" cap="none" spc="0" normalizeH="0" noProof="0">
                <a:ln>
                  <a:noFill/>
                </a:ln>
                <a:solidFill>
                  <a:srgbClr val="000000"/>
                </a:solidFill>
                <a:effectLst/>
                <a:uLnTx/>
                <a:uFillTx/>
                <a:ea typeface="+mn-ea"/>
                <a:cs typeface="+mn-cs"/>
              </a:rPr>
              <a:t> only based on the criteria </a:t>
            </a:r>
            <a:r>
              <a:rPr kumimoji="0" lang="en-US" sz="2000" b="0" i="0" u="none" strike="noStrike" kern="1200" cap="none" spc="0" normalizeH="0" baseline="0" noProof="0">
                <a:ln>
                  <a:noFill/>
                </a:ln>
                <a:solidFill>
                  <a:srgbClr val="000000"/>
                </a:solidFill>
                <a:effectLst/>
                <a:uLnTx/>
                <a:uFillTx/>
                <a:ea typeface="+mn-ea"/>
                <a:cs typeface="+mn-cs"/>
              </a:rPr>
              <a:t>you are assessing</a:t>
            </a:r>
          </a:p>
          <a:p>
            <a:pPr marL="228600" marR="0" lvl="1" indent="-228600" algn="l" defTabSz="914400" rtl="0" eaLnBrk="1" fontAlgn="base"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2000" b="0" i="0" u="none" strike="noStrike" kern="1200" cap="none" spc="0" normalizeH="0" baseline="0" noProof="0">
                <a:ln>
                  <a:noFill/>
                </a:ln>
                <a:solidFill>
                  <a:srgbClr val="000000"/>
                </a:solidFill>
                <a:effectLst/>
                <a:uLnTx/>
                <a:uFillTx/>
                <a:ea typeface="+mn-ea"/>
                <a:cs typeface="+mn-cs"/>
              </a:rPr>
              <a:t>Ask probing or follow-up questions to score the candidate with sufficient evidence</a:t>
            </a:r>
          </a:p>
        </p:txBody>
      </p:sp>
      <p:grpSp>
        <p:nvGrpSpPr>
          <p:cNvPr id="33" name="Group 32">
            <a:extLst>
              <a:ext uri="{FF2B5EF4-FFF2-40B4-BE49-F238E27FC236}">
                <a16:creationId xmlns:a16="http://schemas.microsoft.com/office/drawing/2014/main" id="{8225F7D5-CE3D-B953-2772-71EC6EBFFCA8}"/>
              </a:ext>
            </a:extLst>
          </p:cNvPr>
          <p:cNvGrpSpPr/>
          <p:nvPr>
            <p:custDataLst>
              <p:tags r:id="rId5"/>
            </p:custDataLst>
          </p:nvPr>
        </p:nvGrpSpPr>
        <p:grpSpPr>
          <a:xfrm rot="5400000">
            <a:off x="616692" y="2724109"/>
            <a:ext cx="1719312" cy="1857339"/>
            <a:chOff x="443835" y="3024277"/>
            <a:chExt cx="2065029" cy="1857339"/>
          </a:xfrm>
        </p:grpSpPr>
        <p:sp>
          <p:nvSpPr>
            <p:cNvPr id="42" name="Freeform 3">
              <a:extLst>
                <a:ext uri="{FF2B5EF4-FFF2-40B4-BE49-F238E27FC236}">
                  <a16:creationId xmlns:a16="http://schemas.microsoft.com/office/drawing/2014/main" id="{13C9A486-74DB-47CA-A684-B9896813B2C0}"/>
                </a:ext>
              </a:extLst>
            </p:cNvPr>
            <p:cNvSpPr/>
            <p:nvPr>
              <p:custDataLst>
                <p:tags r:id="rId12"/>
              </p:custDataLst>
            </p:nvPr>
          </p:nvSpPr>
          <p:spPr bwMode="gray">
            <a:xfrm>
              <a:off x="443835" y="3024277"/>
              <a:ext cx="2065029" cy="1857339"/>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96076 w 1828800"/>
                <a:gd name="connsiteY5" fmla="*/ 457201 h 914400"/>
                <a:gd name="connsiteX0" fmla="*/ 0 w 1828800"/>
                <a:gd name="connsiteY0" fmla="*/ 0 h 914400"/>
                <a:gd name="connsiteX1" fmla="*/ 1532724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96076 w 1828800"/>
                <a:gd name="connsiteY5" fmla="*/ 457201 h 914400"/>
                <a:gd name="connsiteX0" fmla="*/ 0 w 1828800"/>
                <a:gd name="connsiteY0" fmla="*/ 0 h 914400"/>
                <a:gd name="connsiteX1" fmla="*/ 1532724 w 1828800"/>
                <a:gd name="connsiteY1" fmla="*/ 0 h 914400"/>
                <a:gd name="connsiteX2" fmla="*/ 1828800 w 1828800"/>
                <a:gd name="connsiteY2" fmla="*/ 457200 h 914400"/>
                <a:gd name="connsiteX3" fmla="*/ 1532724 w 1828800"/>
                <a:gd name="connsiteY3" fmla="*/ 914400 h 914400"/>
                <a:gd name="connsiteX4" fmla="*/ 0 w 1828800"/>
                <a:gd name="connsiteY4" fmla="*/ 914400 h 914400"/>
                <a:gd name="connsiteX5" fmla="*/ 296076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532724" y="0"/>
                  </a:lnTo>
                  <a:lnTo>
                    <a:pt x="1828800" y="457200"/>
                  </a:lnTo>
                  <a:lnTo>
                    <a:pt x="1532724" y="914400"/>
                  </a:lnTo>
                  <a:lnTo>
                    <a:pt x="0" y="914400"/>
                  </a:lnTo>
                  <a:lnTo>
                    <a:pt x="296076"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43" name="TextBox 42">
              <a:extLst>
                <a:ext uri="{FF2B5EF4-FFF2-40B4-BE49-F238E27FC236}">
                  <a16:creationId xmlns:a16="http://schemas.microsoft.com/office/drawing/2014/main" id="{6D309783-F4B1-4C93-909B-6648A30DB52C}"/>
                </a:ext>
              </a:extLst>
            </p:cNvPr>
            <p:cNvSpPr txBox="1"/>
            <p:nvPr>
              <p:custDataLst>
                <p:tags r:id="rId13"/>
              </p:custDataLst>
            </p:nvPr>
          </p:nvSpPr>
          <p:spPr bwMode="gray">
            <a:xfrm>
              <a:off x="828956" y="3153259"/>
              <a:ext cx="1345587" cy="1599375"/>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10000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Interview: 30 mins</a:t>
              </a:r>
            </a:p>
          </p:txBody>
        </p:sp>
      </p:grpSp>
      <p:cxnSp>
        <p:nvCxnSpPr>
          <p:cNvPr id="26" name="Straight Connector 25">
            <a:extLst>
              <a:ext uri="{FF2B5EF4-FFF2-40B4-BE49-F238E27FC236}">
                <a16:creationId xmlns:a16="http://schemas.microsoft.com/office/drawing/2014/main" id="{15779198-854B-4B84-B028-32330CA0EF92}"/>
              </a:ext>
            </a:extLst>
          </p:cNvPr>
          <p:cNvCxnSpPr>
            <a:cxnSpLocks/>
          </p:cNvCxnSpPr>
          <p:nvPr/>
        </p:nvCxnSpPr>
        <p:spPr>
          <a:xfrm>
            <a:off x="2844263" y="2722418"/>
            <a:ext cx="8793001"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36AE76D3-57FB-4DF2-9361-16C5F09C84F7}"/>
              </a:ext>
            </a:extLst>
          </p:cNvPr>
          <p:cNvGrpSpPr/>
          <p:nvPr>
            <p:custDataLst>
              <p:tags r:id="rId6"/>
            </p:custDataLst>
          </p:nvPr>
        </p:nvGrpSpPr>
        <p:grpSpPr>
          <a:xfrm rot="5400000">
            <a:off x="771478" y="1286885"/>
            <a:ext cx="1409755" cy="1857339"/>
            <a:chOff x="564711" y="1694456"/>
            <a:chExt cx="1165745" cy="1199791"/>
          </a:xfrm>
          <a:solidFill>
            <a:schemeClr val="accent1"/>
          </a:solidFill>
        </p:grpSpPr>
        <p:sp>
          <p:nvSpPr>
            <p:cNvPr id="30" name="Freeform 3">
              <a:extLst>
                <a:ext uri="{FF2B5EF4-FFF2-40B4-BE49-F238E27FC236}">
                  <a16:creationId xmlns:a16="http://schemas.microsoft.com/office/drawing/2014/main" id="{5BDA7B26-245D-44C1-8539-103DA4161E34}"/>
                </a:ext>
              </a:extLst>
            </p:cNvPr>
            <p:cNvSpPr/>
            <p:nvPr>
              <p:custDataLst>
                <p:tags r:id="rId10"/>
              </p:custDataLst>
            </p:nvPr>
          </p:nvSpPr>
          <p:spPr bwMode="gray">
            <a:xfrm>
              <a:off x="564711" y="1694456"/>
              <a:ext cx="1165745" cy="119979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490003" y="0"/>
                  </a:lnTo>
                  <a:lnTo>
                    <a:pt x="1828800" y="457200"/>
                  </a:lnTo>
                  <a:lnTo>
                    <a:pt x="1490003" y="914400"/>
                  </a:lnTo>
                  <a:lnTo>
                    <a:pt x="0" y="914400"/>
                  </a:lnTo>
                  <a:lnTo>
                    <a:pt x="0" y="457201"/>
                  </a:lnTo>
                  <a:close/>
                </a:path>
              </a:pathLst>
            </a:cu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32" name="TextBox 31">
              <a:extLst>
                <a:ext uri="{FF2B5EF4-FFF2-40B4-BE49-F238E27FC236}">
                  <a16:creationId xmlns:a16="http://schemas.microsoft.com/office/drawing/2014/main" id="{4A5589CB-15CC-4E37-B303-B00D0040101B}"/>
                </a:ext>
              </a:extLst>
            </p:cNvPr>
            <p:cNvSpPr txBox="1"/>
            <p:nvPr>
              <p:custDataLst>
                <p:tags r:id="rId11"/>
              </p:custDataLst>
            </p:nvPr>
          </p:nvSpPr>
          <p:spPr bwMode="gray">
            <a:xfrm>
              <a:off x="628211" y="1777775"/>
              <a:ext cx="886283" cy="1033153"/>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Intro: 5 mins</a:t>
              </a:r>
            </a:p>
          </p:txBody>
        </p:sp>
      </p:grpSp>
      <p:sp>
        <p:nvSpPr>
          <p:cNvPr id="19" name="TextBox 18">
            <a:extLst>
              <a:ext uri="{FF2B5EF4-FFF2-40B4-BE49-F238E27FC236}">
                <a16:creationId xmlns:a16="http://schemas.microsoft.com/office/drawing/2014/main" id="{DDF00D4C-B689-8B99-54D1-CBE4B791D3A1}"/>
              </a:ext>
            </a:extLst>
          </p:cNvPr>
          <p:cNvSpPr txBox="1">
            <a:spLocks/>
          </p:cNvSpPr>
          <p:nvPr/>
        </p:nvSpPr>
        <p:spPr>
          <a:xfrm>
            <a:off x="2844263" y="1794885"/>
            <a:ext cx="8793001" cy="654025"/>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228600" marR="0" lvl="1" indent="-228600" algn="l" defTabSz="914400" rtl="0" eaLnBrk="1" fontAlgn="base" latinLnBrk="0" hangingPunct="1">
              <a:lnSpc>
                <a:spcPct val="100000"/>
              </a:lnSpc>
              <a:spcBef>
                <a:spcPts val="0"/>
              </a:spcBef>
              <a:spcAft>
                <a:spcPts val="300"/>
              </a:spcAft>
              <a:buClrTx/>
              <a:buSzPct val="110000"/>
              <a:buFont typeface="Wingdings" panose="05000000000000000000" pitchFamily="2" charset="2"/>
              <a:buChar char=""/>
              <a:tabLst/>
              <a:defRPr/>
            </a:pPr>
            <a:r>
              <a:rPr kumimoji="0" lang="en-US" sz="20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Welcome the candidate</a:t>
            </a:r>
          </a:p>
          <a:p>
            <a:pPr marL="228600" marR="0" lvl="1" indent="-228600" algn="l" defTabSz="914400" rtl="0" eaLnBrk="1" fontAlgn="base" latinLnBrk="0" hangingPunct="1">
              <a:lnSpc>
                <a:spcPct val="100000"/>
              </a:lnSpc>
              <a:spcBef>
                <a:spcPts val="0"/>
              </a:spcBef>
              <a:spcAft>
                <a:spcPts val="300"/>
              </a:spcAft>
              <a:buClrTx/>
              <a:buSzPct val="110000"/>
              <a:buFont typeface="Wingdings" panose="05000000000000000000" pitchFamily="2" charset="2"/>
              <a:buChar char=""/>
              <a:tabLst/>
              <a:defRPr/>
            </a:pPr>
            <a:r>
              <a:rPr kumimoji="0" lang="en-US" sz="20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Outline the interview agenda</a:t>
            </a:r>
          </a:p>
        </p:txBody>
      </p:sp>
      <p:cxnSp>
        <p:nvCxnSpPr>
          <p:cNvPr id="40" name="Straight Connector 39">
            <a:extLst>
              <a:ext uri="{FF2B5EF4-FFF2-40B4-BE49-F238E27FC236}">
                <a16:creationId xmlns:a16="http://schemas.microsoft.com/office/drawing/2014/main" id="{98BEDDC5-D48D-48E7-AF8C-7130004ACB1E}"/>
              </a:ext>
            </a:extLst>
          </p:cNvPr>
          <p:cNvCxnSpPr>
            <a:cxnSpLocks/>
          </p:cNvCxnSpPr>
          <p:nvPr/>
        </p:nvCxnSpPr>
        <p:spPr>
          <a:xfrm>
            <a:off x="2844263" y="4385124"/>
            <a:ext cx="8793001"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56E15161-BF17-A2C3-3AA1-F7FD3725F32B}"/>
              </a:ext>
            </a:extLst>
          </p:cNvPr>
          <p:cNvGrpSpPr/>
          <p:nvPr>
            <p:custDataLst>
              <p:tags r:id="rId7"/>
            </p:custDataLst>
          </p:nvPr>
        </p:nvGrpSpPr>
        <p:grpSpPr>
          <a:xfrm rot="5400000">
            <a:off x="874593" y="4069133"/>
            <a:ext cx="1225354" cy="1857339"/>
            <a:chOff x="862434" y="4165981"/>
            <a:chExt cx="1249672" cy="1857339"/>
          </a:xfrm>
        </p:grpSpPr>
        <p:sp>
          <p:nvSpPr>
            <p:cNvPr id="49" name="Freeform 3">
              <a:extLst>
                <a:ext uri="{FF2B5EF4-FFF2-40B4-BE49-F238E27FC236}">
                  <a16:creationId xmlns:a16="http://schemas.microsoft.com/office/drawing/2014/main" id="{F20F0D9C-3177-4F82-B164-BCCEDC723A26}"/>
                </a:ext>
              </a:extLst>
            </p:cNvPr>
            <p:cNvSpPr/>
            <p:nvPr>
              <p:custDataLst>
                <p:tags r:id="rId8"/>
              </p:custDataLst>
            </p:nvPr>
          </p:nvSpPr>
          <p:spPr bwMode="gray">
            <a:xfrm>
              <a:off x="862434" y="4165981"/>
              <a:ext cx="1249672" cy="1857339"/>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2900 w 1828800"/>
                <a:gd name="connsiteY5" fmla="*/ 457201 h 914400"/>
                <a:gd name="connsiteX0" fmla="*/ 0 w 1828800"/>
                <a:gd name="connsiteY0" fmla="*/ 0 h 914400"/>
                <a:gd name="connsiteX1" fmla="*/ 1515900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2900 w 1828800"/>
                <a:gd name="connsiteY5" fmla="*/ 457201 h 914400"/>
                <a:gd name="connsiteX0" fmla="*/ 0 w 1828800"/>
                <a:gd name="connsiteY0" fmla="*/ 0 h 914400"/>
                <a:gd name="connsiteX1" fmla="*/ 1515900 w 1828800"/>
                <a:gd name="connsiteY1" fmla="*/ 0 h 914400"/>
                <a:gd name="connsiteX2" fmla="*/ 1828800 w 1828800"/>
                <a:gd name="connsiteY2" fmla="*/ 457200 h 914400"/>
                <a:gd name="connsiteX3" fmla="*/ 1515900 w 1828800"/>
                <a:gd name="connsiteY3" fmla="*/ 914400 h 914400"/>
                <a:gd name="connsiteX4" fmla="*/ 0 w 1828800"/>
                <a:gd name="connsiteY4" fmla="*/ 914400 h 914400"/>
                <a:gd name="connsiteX5" fmla="*/ 312900 w 1828800"/>
                <a:gd name="connsiteY5" fmla="*/ 457201 h 914400"/>
                <a:gd name="connsiteX0" fmla="*/ 0 w 1828800"/>
                <a:gd name="connsiteY0" fmla="*/ 0 h 914400"/>
                <a:gd name="connsiteX1" fmla="*/ 1515900 w 1828800"/>
                <a:gd name="connsiteY1" fmla="*/ 0 h 914400"/>
                <a:gd name="connsiteX2" fmla="*/ 1828800 w 1828800"/>
                <a:gd name="connsiteY2" fmla="*/ 457200 h 914400"/>
                <a:gd name="connsiteX3" fmla="*/ 1515900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5900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616921 w 1828800"/>
                <a:gd name="connsiteY5" fmla="*/ 457201 h 914400"/>
                <a:gd name="connsiteX0" fmla="*/ 0 w 1828800"/>
                <a:gd name="connsiteY0" fmla="*/ 0 h 914400"/>
                <a:gd name="connsiteX1" fmla="*/ 1211879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616921 w 1828800"/>
                <a:gd name="connsiteY5" fmla="*/ 457201 h 914400"/>
                <a:gd name="connsiteX0" fmla="*/ 0 w 1828800"/>
                <a:gd name="connsiteY0" fmla="*/ 0 h 914400"/>
                <a:gd name="connsiteX1" fmla="*/ 1211879 w 1828800"/>
                <a:gd name="connsiteY1" fmla="*/ 0 h 914400"/>
                <a:gd name="connsiteX2" fmla="*/ 1828800 w 1828800"/>
                <a:gd name="connsiteY2" fmla="*/ 457200 h 914400"/>
                <a:gd name="connsiteX3" fmla="*/ 1211879 w 1828800"/>
                <a:gd name="connsiteY3" fmla="*/ 914400 h 914400"/>
                <a:gd name="connsiteX4" fmla="*/ 0 w 1828800"/>
                <a:gd name="connsiteY4" fmla="*/ 914400 h 914400"/>
                <a:gd name="connsiteX5" fmla="*/ 616921 w 1828800"/>
                <a:gd name="connsiteY5" fmla="*/ 457201 h 914400"/>
                <a:gd name="connsiteX0" fmla="*/ 0 w 1828800"/>
                <a:gd name="connsiteY0" fmla="*/ 0 h 914400"/>
                <a:gd name="connsiteX1" fmla="*/ 1211879 w 1828800"/>
                <a:gd name="connsiteY1" fmla="*/ 0 h 914400"/>
                <a:gd name="connsiteX2" fmla="*/ 1828800 w 1828800"/>
                <a:gd name="connsiteY2" fmla="*/ 457200 h 914400"/>
                <a:gd name="connsiteX3" fmla="*/ 1211879 w 1828800"/>
                <a:gd name="connsiteY3" fmla="*/ 914400 h 914400"/>
                <a:gd name="connsiteX4" fmla="*/ 0 w 1828800"/>
                <a:gd name="connsiteY4" fmla="*/ 914400 h 914400"/>
                <a:gd name="connsiteX5" fmla="*/ 489253 w 1828800"/>
                <a:gd name="connsiteY5" fmla="*/ 457201 h 914400"/>
                <a:gd name="connsiteX0" fmla="*/ 0 w 1828800"/>
                <a:gd name="connsiteY0" fmla="*/ 0 h 914400"/>
                <a:gd name="connsiteX1" fmla="*/ 1339547 w 1828800"/>
                <a:gd name="connsiteY1" fmla="*/ 0 h 914400"/>
                <a:gd name="connsiteX2" fmla="*/ 1828800 w 1828800"/>
                <a:gd name="connsiteY2" fmla="*/ 457200 h 914400"/>
                <a:gd name="connsiteX3" fmla="*/ 1211879 w 1828800"/>
                <a:gd name="connsiteY3" fmla="*/ 914400 h 914400"/>
                <a:gd name="connsiteX4" fmla="*/ 0 w 1828800"/>
                <a:gd name="connsiteY4" fmla="*/ 914400 h 914400"/>
                <a:gd name="connsiteX5" fmla="*/ 489253 w 1828800"/>
                <a:gd name="connsiteY5" fmla="*/ 457201 h 914400"/>
                <a:gd name="connsiteX0" fmla="*/ 0 w 1828800"/>
                <a:gd name="connsiteY0" fmla="*/ 0 h 914400"/>
                <a:gd name="connsiteX1" fmla="*/ 1339547 w 1828800"/>
                <a:gd name="connsiteY1" fmla="*/ 0 h 914400"/>
                <a:gd name="connsiteX2" fmla="*/ 1828800 w 1828800"/>
                <a:gd name="connsiteY2" fmla="*/ 457200 h 914400"/>
                <a:gd name="connsiteX3" fmla="*/ 1339547 w 1828800"/>
                <a:gd name="connsiteY3" fmla="*/ 914400 h 914400"/>
                <a:gd name="connsiteX4" fmla="*/ 0 w 1828800"/>
                <a:gd name="connsiteY4" fmla="*/ 914400 h 914400"/>
                <a:gd name="connsiteX5" fmla="*/ 489253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339547" y="0"/>
                  </a:lnTo>
                  <a:lnTo>
                    <a:pt x="1828800" y="457200"/>
                  </a:lnTo>
                  <a:lnTo>
                    <a:pt x="1339547" y="914400"/>
                  </a:lnTo>
                  <a:lnTo>
                    <a:pt x="0" y="914400"/>
                  </a:lnTo>
                  <a:lnTo>
                    <a:pt x="489253"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50" name="TextBox 49">
              <a:extLst>
                <a:ext uri="{FF2B5EF4-FFF2-40B4-BE49-F238E27FC236}">
                  <a16:creationId xmlns:a16="http://schemas.microsoft.com/office/drawing/2014/main" id="{5711F478-EC8F-44B2-9DAD-BC343DCB46C9}"/>
                </a:ext>
              </a:extLst>
            </p:cNvPr>
            <p:cNvSpPr txBox="1"/>
            <p:nvPr>
              <p:custDataLst>
                <p:tags r:id="rId9"/>
              </p:custDataLst>
            </p:nvPr>
          </p:nvSpPr>
          <p:spPr bwMode="gray">
            <a:xfrm>
              <a:off x="1247555" y="4294963"/>
              <a:ext cx="530230" cy="1599375"/>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Closing: 10 mins</a:t>
              </a:r>
            </a:p>
          </p:txBody>
        </p:sp>
      </p:grpSp>
      <p:sp>
        <p:nvSpPr>
          <p:cNvPr id="21" name="TextBox 20">
            <a:extLst>
              <a:ext uri="{FF2B5EF4-FFF2-40B4-BE49-F238E27FC236}">
                <a16:creationId xmlns:a16="http://schemas.microsoft.com/office/drawing/2014/main" id="{8A978965-8A7D-5E04-5E3D-82D395735769}"/>
              </a:ext>
            </a:extLst>
          </p:cNvPr>
          <p:cNvSpPr txBox="1">
            <a:spLocks/>
          </p:cNvSpPr>
          <p:nvPr/>
        </p:nvSpPr>
        <p:spPr>
          <a:xfrm>
            <a:off x="2844263" y="4658631"/>
            <a:ext cx="8793001" cy="615553"/>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228600" marR="0" lvl="1" indent="-228600" algn="l" defTabSz="914400" rtl="0" eaLnBrk="1" fontAlgn="base" latinLnBrk="0" hangingPunct="1">
              <a:lnSpc>
                <a:spcPct val="100000"/>
              </a:lnSpc>
              <a:spcBef>
                <a:spcPts val="0"/>
              </a:spcBef>
              <a:spcAft>
                <a:spcPts val="300"/>
              </a:spcAft>
              <a:buClrTx/>
              <a:buSzPct val="110000"/>
              <a:buFont typeface="Wingdings" panose="05000000000000000000" pitchFamily="2" charset="2"/>
              <a:buChar char=""/>
              <a:tabLst/>
              <a:defRPr/>
            </a:pPr>
            <a:r>
              <a:rPr kumimoji="0" lang="en-US" sz="2000" b="0" i="0" u="none" strike="noStrike" kern="1200" cap="none" spc="0" normalizeH="0" baseline="0" noProof="0">
                <a:ln>
                  <a:noFill/>
                </a:ln>
                <a:solidFill>
                  <a:srgbClr val="000000"/>
                </a:solidFill>
                <a:effectLst/>
                <a:uLnTx/>
                <a:uFillTx/>
                <a:ea typeface="+mn-ea"/>
                <a:cs typeface="+mn-cs"/>
              </a:rPr>
              <a:t>Create space to answer candidate questions and share your experience at the organization</a:t>
            </a:r>
          </a:p>
        </p:txBody>
      </p:sp>
    </p:spTree>
    <p:extLst>
      <p:ext uri="{BB962C8B-B14F-4D97-AF65-F5344CB8AC3E}">
        <p14:creationId xmlns:p14="http://schemas.microsoft.com/office/powerpoint/2010/main" val="3965789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DD53FD71-0339-4320-A321-1ABD0FD41F97}"/>
              </a:ext>
            </a:extLst>
          </p:cNvPr>
          <p:cNvGraphicFramePr>
            <a:graphicFrameLocks noChangeAspect="1"/>
          </p:cNvGraphicFramePr>
          <p:nvPr>
            <p:custDataLst>
              <p:tags r:id="rId1"/>
            </p:custDataLst>
            <p:extLst>
              <p:ext uri="{D42A27DB-BD31-4B8C-83A1-F6EECF244321}">
                <p14:modId xmlns:p14="http://schemas.microsoft.com/office/powerpoint/2010/main" val="2235422093"/>
              </p:ext>
            </p:extLst>
          </p:nvPr>
        </p:nvGraphicFramePr>
        <p:xfrm>
          <a:off x="1525891" y="1621"/>
          <a:ext cx="1619" cy="1619"/>
        </p:xfrm>
        <a:graphic>
          <a:graphicData uri="http://schemas.openxmlformats.org/presentationml/2006/ole">
            <mc:AlternateContent xmlns:mc="http://schemas.openxmlformats.org/markup-compatibility/2006">
              <mc:Choice xmlns:v="urn:schemas-microsoft-com:vml" Requires="v">
                <p:oleObj name="think-cell Slide" r:id="rId16" imgW="524" imgH="526" progId="TCLayout.ActiveDocument.1">
                  <p:embed/>
                </p:oleObj>
              </mc:Choice>
              <mc:Fallback>
                <p:oleObj name="think-cell Slide" r:id="rId16" imgW="524" imgH="526" progId="TCLayout.ActiveDocument.1">
                  <p:embed/>
                  <p:pic>
                    <p:nvPicPr>
                      <p:cNvPr id="17" name="Object 16" hidden="1">
                        <a:extLst>
                          <a:ext uri="{FF2B5EF4-FFF2-40B4-BE49-F238E27FC236}">
                            <a16:creationId xmlns:a16="http://schemas.microsoft.com/office/drawing/2014/main" id="{DD53FD71-0339-4320-A321-1ABD0FD41F97}"/>
                          </a:ext>
                        </a:extLst>
                      </p:cNvPr>
                      <p:cNvPicPr/>
                      <p:nvPr/>
                    </p:nvPicPr>
                    <p:blipFill>
                      <a:blip r:embed="rId17"/>
                      <a:stretch>
                        <a:fillRect/>
                      </a:stretch>
                    </p:blipFill>
                    <p:spPr>
                      <a:xfrm>
                        <a:off x="1525891" y="1621"/>
                        <a:ext cx="1619" cy="1619"/>
                      </a:xfrm>
                      <a:prstGeom prst="rect">
                        <a:avLst/>
                      </a:prstGeom>
                    </p:spPr>
                  </p:pic>
                </p:oleObj>
              </mc:Fallback>
            </mc:AlternateContent>
          </a:graphicData>
        </a:graphic>
      </p:graphicFrame>
      <p:cxnSp>
        <p:nvCxnSpPr>
          <p:cNvPr id="47" name="Straight Connector 46">
            <a:extLst>
              <a:ext uri="{FF2B5EF4-FFF2-40B4-BE49-F238E27FC236}">
                <a16:creationId xmlns:a16="http://schemas.microsoft.com/office/drawing/2014/main" id="{02711B55-53A9-8659-D0D0-DC6B775420DB}"/>
              </a:ext>
            </a:extLst>
          </p:cNvPr>
          <p:cNvCxnSpPr>
            <a:cxnSpLocks/>
          </p:cNvCxnSpPr>
          <p:nvPr/>
        </p:nvCxnSpPr>
        <p:spPr>
          <a:xfrm>
            <a:off x="2844263" y="2785044"/>
            <a:ext cx="8793001"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67957E3-35B2-4670-2C2C-E98D3057501F}"/>
              </a:ext>
            </a:extLst>
          </p:cNvPr>
          <p:cNvCxnSpPr>
            <a:cxnSpLocks/>
          </p:cNvCxnSpPr>
          <p:nvPr/>
        </p:nvCxnSpPr>
        <p:spPr>
          <a:xfrm>
            <a:off x="2844263" y="4502955"/>
            <a:ext cx="8793001"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5" name="Rectangle 4" hidden="1">
            <a:extLst>
              <a:ext uri="{FF2B5EF4-FFF2-40B4-BE49-F238E27FC236}">
                <a16:creationId xmlns:a16="http://schemas.microsoft.com/office/drawing/2014/main" id="{B5381BD8-373D-4914-904E-77727FAD345F}"/>
              </a:ext>
            </a:extLst>
          </p:cNvPr>
          <p:cNvSpPr/>
          <p:nvPr>
            <p:custDataLst>
              <p:tags r:id="rId2"/>
            </p:custDataLst>
          </p:nvPr>
        </p:nvSpPr>
        <p:spPr>
          <a:xfrm>
            <a:off x="197" y="0"/>
            <a:ext cx="176434" cy="17643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 name="2. Slide Title">
            <a:extLst>
              <a:ext uri="{FF2B5EF4-FFF2-40B4-BE49-F238E27FC236}">
                <a16:creationId xmlns:a16="http://schemas.microsoft.com/office/drawing/2014/main" id="{66C63278-857D-401D-AC48-187E06156E48}"/>
              </a:ext>
            </a:extLst>
          </p:cNvPr>
          <p:cNvSpPr>
            <a:spLocks noGrp="1"/>
          </p:cNvSpPr>
          <p:nvPr>
            <p:ph type="title"/>
            <p:custDataLst>
              <p:tags r:id="rId3"/>
            </p:custDataLst>
          </p:nvPr>
        </p:nvSpPr>
        <p:spPr bwMode="gray">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square" anchor="b" anchorCtr="0">
            <a:noAutofit/>
          </a:bodyPr>
          <a:lstStyle/>
          <a:p>
            <a:r>
              <a:rPr lang="en-US">
                <a:latin typeface="+mj-lt"/>
              </a:rPr>
              <a:t>Tips for each section of the interview</a:t>
            </a:r>
          </a:p>
        </p:txBody>
      </p:sp>
      <p:sp>
        <p:nvSpPr>
          <p:cNvPr id="14" name="TextBox 13">
            <a:extLst>
              <a:ext uri="{FF2B5EF4-FFF2-40B4-BE49-F238E27FC236}">
                <a16:creationId xmlns:a16="http://schemas.microsoft.com/office/drawing/2014/main" id="{C3E7A006-C29C-F3A6-45B2-1A782272CC7B}"/>
              </a:ext>
            </a:extLst>
          </p:cNvPr>
          <p:cNvSpPr txBox="1">
            <a:spLocks/>
          </p:cNvSpPr>
          <p:nvPr>
            <p:custDataLst>
              <p:tags r:id="rId4"/>
            </p:custDataLst>
          </p:nvPr>
        </p:nvSpPr>
        <p:spPr>
          <a:xfrm>
            <a:off x="2844263" y="3001516"/>
            <a:ext cx="8793001" cy="128496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228600" marR="0" lvl="1" indent="-228600" algn="l" defTabSz="914400" rtl="0" eaLnBrk="1" fontAlgn="base"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Ask initial questions and follow-up probes, guided by the STAR framework</a:t>
            </a:r>
          </a:p>
          <a:p>
            <a:pPr marL="228600" marR="0" lvl="1" indent="-228600" algn="l" defTabSz="914400" rtl="0" eaLnBrk="1" fontAlgn="base"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Frame each question with how it relates to the candidate’s role (e.g., “At this organization you will have to work collaboratively with others. Tell me about a time…”</a:t>
            </a:r>
            <a:r>
              <a:rPr kumimoji="0" lang="en-US" sz="1800" b="0" i="0" u="none" strike="noStrike" kern="1200" cap="none" spc="0" normalizeH="0" baseline="0" noProof="0">
                <a:ln>
                  <a:noFill/>
                </a:ln>
                <a:solidFill>
                  <a:srgbClr val="000000"/>
                </a:solidFill>
                <a:effectLst/>
                <a:uLnTx/>
                <a:uFillTx/>
                <a:ea typeface="+mn-ea"/>
                <a:cs typeface="+mn-cs"/>
              </a:rPr>
              <a:t>) </a:t>
            </a:r>
          </a:p>
        </p:txBody>
      </p:sp>
      <p:sp>
        <p:nvSpPr>
          <p:cNvPr id="18" name="TextBox 17">
            <a:extLst>
              <a:ext uri="{FF2B5EF4-FFF2-40B4-BE49-F238E27FC236}">
                <a16:creationId xmlns:a16="http://schemas.microsoft.com/office/drawing/2014/main" id="{80780D40-A617-F595-E945-B8A7B26871EA}"/>
              </a:ext>
            </a:extLst>
          </p:cNvPr>
          <p:cNvSpPr txBox="1">
            <a:spLocks/>
          </p:cNvSpPr>
          <p:nvPr/>
        </p:nvSpPr>
        <p:spPr>
          <a:xfrm>
            <a:off x="2844263" y="1737575"/>
            <a:ext cx="8793001" cy="83099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228600" marR="0" lvl="1" indent="-228600" algn="l" defTabSz="914400" rtl="0" eaLnBrk="1" fontAlgn="base" latinLnBrk="0" hangingPunct="1">
              <a:lnSpc>
                <a:spcPct val="100000"/>
              </a:lnSpc>
              <a:spcBef>
                <a:spcPts val="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Calibri" panose="020F0502020204030204" pitchFamily="34" charset="0"/>
              </a:rPr>
              <a:t>To set the candidate at ease, explain that you will take notes during the interview and that you may interrupt, probe further, or redirect their responses. Ensure the candidate that this is only to</a:t>
            </a:r>
            <a:r>
              <a:rPr lang="en-US" sz="1800">
                <a:solidFill>
                  <a:srgbClr val="000000"/>
                </a:solidFill>
                <a:cs typeface="Calibri" panose="020F0502020204030204" pitchFamily="34" charset="0"/>
              </a:rPr>
              <a:t> help them best speak to their experiences</a:t>
            </a:r>
            <a:endParaRPr kumimoji="0" lang="en-US" sz="1800" b="0" i="0" u="none" strike="noStrike" kern="1200" cap="none" spc="0" normalizeH="0" baseline="0" noProof="0">
              <a:ln>
                <a:noFill/>
              </a:ln>
              <a:solidFill>
                <a:srgbClr val="000000"/>
              </a:solidFill>
              <a:effectLst/>
              <a:uLnTx/>
              <a:uFillTx/>
              <a:ea typeface="+mn-ea"/>
              <a:cs typeface="Calibri" panose="020F0502020204030204" pitchFamily="34" charset="0"/>
            </a:endParaRPr>
          </a:p>
        </p:txBody>
      </p:sp>
      <p:sp>
        <p:nvSpPr>
          <p:cNvPr id="20" name="TextBox 19">
            <a:extLst>
              <a:ext uri="{FF2B5EF4-FFF2-40B4-BE49-F238E27FC236}">
                <a16:creationId xmlns:a16="http://schemas.microsoft.com/office/drawing/2014/main" id="{D1541936-1E5A-9AE1-DC8F-8D0A8F6522BF}"/>
              </a:ext>
            </a:extLst>
          </p:cNvPr>
          <p:cNvSpPr txBox="1">
            <a:spLocks/>
          </p:cNvSpPr>
          <p:nvPr/>
        </p:nvSpPr>
        <p:spPr>
          <a:xfrm>
            <a:off x="2844263" y="4719428"/>
            <a:ext cx="8793001" cy="55399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228600" marR="0" lvl="1" indent="-228600" algn="l" defTabSz="914400" rtl="0" eaLnBrk="1" fontAlgn="base" latinLnBrk="0" hangingPunct="1">
              <a:lnSpc>
                <a:spcPct val="100000"/>
              </a:lnSpc>
              <a:spcBef>
                <a:spcPts val="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mn-cs"/>
              </a:rPr>
              <a:t>Be transparent about the role and your experience at the organization when answering candidate questions – remember the candidate is also interviewing us</a:t>
            </a:r>
            <a:r>
              <a:rPr lang="en-US" sz="1800">
                <a:solidFill>
                  <a:srgbClr val="000000"/>
                </a:solidFill>
              </a:rPr>
              <a:t>! </a:t>
            </a:r>
            <a:endParaRPr kumimoji="0" lang="en-US" sz="1800" b="0" i="0" u="none" strike="noStrike" kern="1200" cap="none" spc="0" normalizeH="0" baseline="0" noProof="0">
              <a:ln>
                <a:noFill/>
              </a:ln>
              <a:solidFill>
                <a:srgbClr val="000000"/>
              </a:solidFill>
              <a:effectLst/>
              <a:uLnTx/>
              <a:uFillTx/>
              <a:ea typeface="+mn-ea"/>
              <a:cs typeface="+mn-cs"/>
            </a:endParaRPr>
          </a:p>
        </p:txBody>
      </p:sp>
      <p:grpSp>
        <p:nvGrpSpPr>
          <p:cNvPr id="6" name="Group 5">
            <a:extLst>
              <a:ext uri="{FF2B5EF4-FFF2-40B4-BE49-F238E27FC236}">
                <a16:creationId xmlns:a16="http://schemas.microsoft.com/office/drawing/2014/main" id="{10324302-EB14-FE9D-7A69-95FAAC7F640C}"/>
              </a:ext>
            </a:extLst>
          </p:cNvPr>
          <p:cNvGrpSpPr/>
          <p:nvPr/>
        </p:nvGrpSpPr>
        <p:grpSpPr>
          <a:xfrm>
            <a:off x="554736" y="5629464"/>
            <a:ext cx="11082528" cy="374974"/>
            <a:chOff x="554736" y="5800752"/>
            <a:chExt cx="11082528" cy="374974"/>
          </a:xfrm>
        </p:grpSpPr>
        <p:cxnSp>
          <p:nvCxnSpPr>
            <p:cNvPr id="29" name="LineSeparatorDefault 6">
              <a:extLst>
                <a:ext uri="{FF2B5EF4-FFF2-40B4-BE49-F238E27FC236}">
                  <a16:creationId xmlns:a16="http://schemas.microsoft.com/office/drawing/2014/main" id="{6153F9D8-04CB-B402-0A10-7C430CF5E53B}"/>
                </a:ext>
              </a:extLst>
            </p:cNvPr>
            <p:cNvCxnSpPr>
              <a:cxnSpLocks/>
            </p:cNvCxnSpPr>
            <p:nvPr>
              <p:custDataLst>
                <p:tags r:id="rId13"/>
              </p:custDataLst>
            </p:nvPr>
          </p:nvCxnSpPr>
          <p:spPr>
            <a:xfrm>
              <a:off x="554736" y="5800752"/>
              <a:ext cx="11082528" cy="0"/>
            </a:xfrm>
            <a:prstGeom prst="straightConnector1">
              <a:avLst/>
            </a:prstGeom>
            <a:ln w="190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59843CB-6DC8-11EA-D8FC-9D553FFB9E56}"/>
                </a:ext>
              </a:extLst>
            </p:cNvPr>
            <p:cNvSpPr txBox="1">
              <a:spLocks/>
            </p:cNvSpPr>
            <p:nvPr/>
          </p:nvSpPr>
          <p:spPr>
            <a:xfrm>
              <a:off x="554736" y="5898727"/>
              <a:ext cx="11082528" cy="276999"/>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ctr"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1" i="0" u="none" strike="noStrike" kern="1200" cap="none" spc="0" normalizeH="0" baseline="0" noProof="0" dirty="0">
                  <a:ln>
                    <a:noFill/>
                  </a:ln>
                  <a:solidFill>
                    <a:srgbClr val="000000"/>
                  </a:solidFill>
                  <a:effectLst/>
                  <a:uLnTx/>
                  <a:uFillTx/>
                  <a:ea typeface="Verdana" panose="020B0604030504040204" pitchFamily="34" charset="0"/>
                  <a:cs typeface="Arial" panose="020B0604020202020204" pitchFamily="34" charset="0"/>
                </a:rPr>
                <a:t>Do not share your feedback or impressions </a:t>
              </a:r>
              <a:r>
                <a:rPr kumimoji="0" lang="en-US" sz="1800" b="1" i="0" u="none" strike="noStrike" kern="1200" cap="none" spc="0" normalizeH="0" baseline="0" noProof="0" dirty="0">
                  <a:ln>
                    <a:noFill/>
                  </a:ln>
                  <a:solidFill>
                    <a:srgbClr val="000000"/>
                  </a:solidFill>
                  <a:effectLst/>
                  <a:uLnTx/>
                  <a:uFillTx/>
                  <a:ea typeface="+mn-ea"/>
                  <a:cs typeface="Arial" panose="020B0604020202020204" pitchFamily="34" charset="0"/>
                </a:rPr>
                <a:t>of the interview with </a:t>
              </a:r>
              <a:r>
                <a:rPr lang="en-US" sz="1800" b="1" dirty="0">
                  <a:solidFill>
                    <a:srgbClr val="000000"/>
                  </a:solidFill>
                </a:rPr>
                <a:t>other</a:t>
              </a:r>
              <a:r>
                <a:rPr kumimoji="0" lang="en-US" sz="1800" b="1" i="0" u="none" strike="noStrike" kern="1200" cap="none" spc="0" normalizeH="0" baseline="0" noProof="0" dirty="0">
                  <a:ln>
                    <a:noFill/>
                  </a:ln>
                  <a:solidFill>
                    <a:srgbClr val="000000"/>
                  </a:solidFill>
                  <a:effectLst/>
                  <a:uLnTx/>
                  <a:uFillTx/>
                  <a:ea typeface="+mn-ea"/>
                  <a:cs typeface="Arial" panose="020B0604020202020204" pitchFamily="34" charset="0"/>
                </a:rPr>
                <a:t> interviewers until debrief</a:t>
              </a:r>
            </a:p>
          </p:txBody>
        </p:sp>
      </p:grpSp>
      <p:grpSp>
        <p:nvGrpSpPr>
          <p:cNvPr id="24" name="Group 23">
            <a:extLst>
              <a:ext uri="{FF2B5EF4-FFF2-40B4-BE49-F238E27FC236}">
                <a16:creationId xmlns:a16="http://schemas.microsoft.com/office/drawing/2014/main" id="{5D1D0DA0-ABA6-C946-CB25-4ACA816DC230}"/>
              </a:ext>
            </a:extLst>
          </p:cNvPr>
          <p:cNvGrpSpPr/>
          <p:nvPr>
            <p:custDataLst>
              <p:tags r:id="rId5"/>
            </p:custDataLst>
          </p:nvPr>
        </p:nvGrpSpPr>
        <p:grpSpPr>
          <a:xfrm rot="5400000">
            <a:off x="642697" y="2729010"/>
            <a:ext cx="1667303" cy="1857339"/>
            <a:chOff x="443835" y="3024277"/>
            <a:chExt cx="2065029" cy="1857339"/>
          </a:xfrm>
        </p:grpSpPr>
        <p:sp>
          <p:nvSpPr>
            <p:cNvPr id="25" name="Freeform 3">
              <a:extLst>
                <a:ext uri="{FF2B5EF4-FFF2-40B4-BE49-F238E27FC236}">
                  <a16:creationId xmlns:a16="http://schemas.microsoft.com/office/drawing/2014/main" id="{A85FA069-F3E4-8756-94AC-08AACF925229}"/>
                </a:ext>
              </a:extLst>
            </p:cNvPr>
            <p:cNvSpPr/>
            <p:nvPr>
              <p:custDataLst>
                <p:tags r:id="rId11"/>
              </p:custDataLst>
            </p:nvPr>
          </p:nvSpPr>
          <p:spPr bwMode="gray">
            <a:xfrm>
              <a:off x="443835" y="3024277"/>
              <a:ext cx="2065029" cy="1857339"/>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96076 w 1828800"/>
                <a:gd name="connsiteY5" fmla="*/ 457201 h 914400"/>
                <a:gd name="connsiteX0" fmla="*/ 0 w 1828800"/>
                <a:gd name="connsiteY0" fmla="*/ 0 h 914400"/>
                <a:gd name="connsiteX1" fmla="*/ 1532724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96076 w 1828800"/>
                <a:gd name="connsiteY5" fmla="*/ 457201 h 914400"/>
                <a:gd name="connsiteX0" fmla="*/ 0 w 1828800"/>
                <a:gd name="connsiteY0" fmla="*/ 0 h 914400"/>
                <a:gd name="connsiteX1" fmla="*/ 1532724 w 1828800"/>
                <a:gd name="connsiteY1" fmla="*/ 0 h 914400"/>
                <a:gd name="connsiteX2" fmla="*/ 1828800 w 1828800"/>
                <a:gd name="connsiteY2" fmla="*/ 457200 h 914400"/>
                <a:gd name="connsiteX3" fmla="*/ 1532724 w 1828800"/>
                <a:gd name="connsiteY3" fmla="*/ 914400 h 914400"/>
                <a:gd name="connsiteX4" fmla="*/ 0 w 1828800"/>
                <a:gd name="connsiteY4" fmla="*/ 914400 h 914400"/>
                <a:gd name="connsiteX5" fmla="*/ 296076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532724" y="0"/>
                  </a:lnTo>
                  <a:lnTo>
                    <a:pt x="1828800" y="457200"/>
                  </a:lnTo>
                  <a:lnTo>
                    <a:pt x="1532724" y="914400"/>
                  </a:lnTo>
                  <a:lnTo>
                    <a:pt x="0" y="914400"/>
                  </a:lnTo>
                  <a:lnTo>
                    <a:pt x="296076"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27" name="TextBox 26">
              <a:extLst>
                <a:ext uri="{FF2B5EF4-FFF2-40B4-BE49-F238E27FC236}">
                  <a16:creationId xmlns:a16="http://schemas.microsoft.com/office/drawing/2014/main" id="{9D22CDB1-98EC-69A3-FACB-AB9DA7228B47}"/>
                </a:ext>
              </a:extLst>
            </p:cNvPr>
            <p:cNvSpPr txBox="1"/>
            <p:nvPr>
              <p:custDataLst>
                <p:tags r:id="rId12"/>
              </p:custDataLst>
            </p:nvPr>
          </p:nvSpPr>
          <p:spPr bwMode="gray">
            <a:xfrm>
              <a:off x="828956" y="3153259"/>
              <a:ext cx="1345587" cy="1599375"/>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Interview</a:t>
              </a:r>
            </a:p>
          </p:txBody>
        </p:sp>
      </p:grpSp>
      <p:grpSp>
        <p:nvGrpSpPr>
          <p:cNvPr id="3" name="Group 2">
            <a:extLst>
              <a:ext uri="{FF2B5EF4-FFF2-40B4-BE49-F238E27FC236}">
                <a16:creationId xmlns:a16="http://schemas.microsoft.com/office/drawing/2014/main" id="{31262ABC-6088-6FAF-AA08-92C231C97643}"/>
              </a:ext>
            </a:extLst>
          </p:cNvPr>
          <p:cNvGrpSpPr/>
          <p:nvPr/>
        </p:nvGrpSpPr>
        <p:grpSpPr>
          <a:xfrm>
            <a:off x="547686" y="1510677"/>
            <a:ext cx="1857339" cy="1409755"/>
            <a:chOff x="547686" y="1510677"/>
            <a:chExt cx="1857339" cy="1409755"/>
          </a:xfrm>
        </p:grpSpPr>
        <p:sp>
          <p:nvSpPr>
            <p:cNvPr id="33" name="Freeform 3">
              <a:extLst>
                <a:ext uri="{FF2B5EF4-FFF2-40B4-BE49-F238E27FC236}">
                  <a16:creationId xmlns:a16="http://schemas.microsoft.com/office/drawing/2014/main" id="{C2F1223F-6D79-758F-50A2-F46AF3D6AA13}"/>
                </a:ext>
              </a:extLst>
            </p:cNvPr>
            <p:cNvSpPr/>
            <p:nvPr>
              <p:custDataLst>
                <p:tags r:id="rId9"/>
              </p:custDataLst>
            </p:nvPr>
          </p:nvSpPr>
          <p:spPr bwMode="gray">
            <a:xfrm rot="5400000">
              <a:off x="771478" y="1286885"/>
              <a:ext cx="1409755" cy="1857339"/>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490003" y="0"/>
                  </a:lnTo>
                  <a:lnTo>
                    <a:pt x="1828800" y="457200"/>
                  </a:lnTo>
                  <a:lnTo>
                    <a:pt x="1490003" y="914400"/>
                  </a:lnTo>
                  <a:lnTo>
                    <a:pt x="0" y="914400"/>
                  </a:lnTo>
                  <a:lnTo>
                    <a:pt x="0"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34" name="TextBox 33">
              <a:extLst>
                <a:ext uri="{FF2B5EF4-FFF2-40B4-BE49-F238E27FC236}">
                  <a16:creationId xmlns:a16="http://schemas.microsoft.com/office/drawing/2014/main" id="{65792CD8-FC84-2446-A351-BD182DBCE2E6}"/>
                </a:ext>
              </a:extLst>
            </p:cNvPr>
            <p:cNvSpPr txBox="1"/>
            <p:nvPr>
              <p:custDataLst>
                <p:tags r:id="rId10"/>
              </p:custDataLst>
            </p:nvPr>
          </p:nvSpPr>
          <p:spPr bwMode="gray">
            <a:xfrm rot="5400000">
              <a:off x="940457" y="1323680"/>
              <a:ext cx="1071797" cy="1599375"/>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Intro</a:t>
              </a:r>
            </a:p>
          </p:txBody>
        </p:sp>
      </p:grpSp>
      <p:grpSp>
        <p:nvGrpSpPr>
          <p:cNvPr id="35" name="Group 34">
            <a:extLst>
              <a:ext uri="{FF2B5EF4-FFF2-40B4-BE49-F238E27FC236}">
                <a16:creationId xmlns:a16="http://schemas.microsoft.com/office/drawing/2014/main" id="{CB81E525-C863-E33E-403B-6AFA58A9145A}"/>
              </a:ext>
            </a:extLst>
          </p:cNvPr>
          <p:cNvGrpSpPr/>
          <p:nvPr>
            <p:custDataLst>
              <p:tags r:id="rId6"/>
            </p:custDataLst>
          </p:nvPr>
        </p:nvGrpSpPr>
        <p:grpSpPr>
          <a:xfrm rot="5400000">
            <a:off x="932980" y="4020547"/>
            <a:ext cx="1108577" cy="1857339"/>
            <a:chOff x="862434" y="4165981"/>
            <a:chExt cx="1249672" cy="1857339"/>
          </a:xfrm>
        </p:grpSpPr>
        <p:sp>
          <p:nvSpPr>
            <p:cNvPr id="36" name="Freeform 3">
              <a:extLst>
                <a:ext uri="{FF2B5EF4-FFF2-40B4-BE49-F238E27FC236}">
                  <a16:creationId xmlns:a16="http://schemas.microsoft.com/office/drawing/2014/main" id="{6696DC9B-5E88-024E-EF73-338616E0F0B1}"/>
                </a:ext>
              </a:extLst>
            </p:cNvPr>
            <p:cNvSpPr/>
            <p:nvPr>
              <p:custDataLst>
                <p:tags r:id="rId7"/>
              </p:custDataLst>
            </p:nvPr>
          </p:nvSpPr>
          <p:spPr bwMode="gray">
            <a:xfrm>
              <a:off x="862434" y="4165981"/>
              <a:ext cx="1249672" cy="1857339"/>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2900 w 1828800"/>
                <a:gd name="connsiteY5" fmla="*/ 457201 h 914400"/>
                <a:gd name="connsiteX0" fmla="*/ 0 w 1828800"/>
                <a:gd name="connsiteY0" fmla="*/ 0 h 914400"/>
                <a:gd name="connsiteX1" fmla="*/ 1515900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2900 w 1828800"/>
                <a:gd name="connsiteY5" fmla="*/ 457201 h 914400"/>
                <a:gd name="connsiteX0" fmla="*/ 0 w 1828800"/>
                <a:gd name="connsiteY0" fmla="*/ 0 h 914400"/>
                <a:gd name="connsiteX1" fmla="*/ 1515900 w 1828800"/>
                <a:gd name="connsiteY1" fmla="*/ 0 h 914400"/>
                <a:gd name="connsiteX2" fmla="*/ 1828800 w 1828800"/>
                <a:gd name="connsiteY2" fmla="*/ 457200 h 914400"/>
                <a:gd name="connsiteX3" fmla="*/ 1515900 w 1828800"/>
                <a:gd name="connsiteY3" fmla="*/ 914400 h 914400"/>
                <a:gd name="connsiteX4" fmla="*/ 0 w 1828800"/>
                <a:gd name="connsiteY4" fmla="*/ 914400 h 914400"/>
                <a:gd name="connsiteX5" fmla="*/ 312900 w 1828800"/>
                <a:gd name="connsiteY5" fmla="*/ 457201 h 914400"/>
                <a:gd name="connsiteX0" fmla="*/ 0 w 1828800"/>
                <a:gd name="connsiteY0" fmla="*/ 0 h 914400"/>
                <a:gd name="connsiteX1" fmla="*/ 1515900 w 1828800"/>
                <a:gd name="connsiteY1" fmla="*/ 0 h 914400"/>
                <a:gd name="connsiteX2" fmla="*/ 1828800 w 1828800"/>
                <a:gd name="connsiteY2" fmla="*/ 457200 h 914400"/>
                <a:gd name="connsiteX3" fmla="*/ 1515900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5900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616921 w 1828800"/>
                <a:gd name="connsiteY5" fmla="*/ 457201 h 914400"/>
                <a:gd name="connsiteX0" fmla="*/ 0 w 1828800"/>
                <a:gd name="connsiteY0" fmla="*/ 0 h 914400"/>
                <a:gd name="connsiteX1" fmla="*/ 1211879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616921 w 1828800"/>
                <a:gd name="connsiteY5" fmla="*/ 457201 h 914400"/>
                <a:gd name="connsiteX0" fmla="*/ 0 w 1828800"/>
                <a:gd name="connsiteY0" fmla="*/ 0 h 914400"/>
                <a:gd name="connsiteX1" fmla="*/ 1211879 w 1828800"/>
                <a:gd name="connsiteY1" fmla="*/ 0 h 914400"/>
                <a:gd name="connsiteX2" fmla="*/ 1828800 w 1828800"/>
                <a:gd name="connsiteY2" fmla="*/ 457200 h 914400"/>
                <a:gd name="connsiteX3" fmla="*/ 1211879 w 1828800"/>
                <a:gd name="connsiteY3" fmla="*/ 914400 h 914400"/>
                <a:gd name="connsiteX4" fmla="*/ 0 w 1828800"/>
                <a:gd name="connsiteY4" fmla="*/ 914400 h 914400"/>
                <a:gd name="connsiteX5" fmla="*/ 616921 w 1828800"/>
                <a:gd name="connsiteY5" fmla="*/ 457201 h 914400"/>
                <a:gd name="connsiteX0" fmla="*/ 0 w 1828800"/>
                <a:gd name="connsiteY0" fmla="*/ 0 h 914400"/>
                <a:gd name="connsiteX1" fmla="*/ 1211879 w 1828800"/>
                <a:gd name="connsiteY1" fmla="*/ 0 h 914400"/>
                <a:gd name="connsiteX2" fmla="*/ 1828800 w 1828800"/>
                <a:gd name="connsiteY2" fmla="*/ 457200 h 914400"/>
                <a:gd name="connsiteX3" fmla="*/ 1211879 w 1828800"/>
                <a:gd name="connsiteY3" fmla="*/ 914400 h 914400"/>
                <a:gd name="connsiteX4" fmla="*/ 0 w 1828800"/>
                <a:gd name="connsiteY4" fmla="*/ 914400 h 914400"/>
                <a:gd name="connsiteX5" fmla="*/ 489253 w 1828800"/>
                <a:gd name="connsiteY5" fmla="*/ 457201 h 914400"/>
                <a:gd name="connsiteX0" fmla="*/ 0 w 1828800"/>
                <a:gd name="connsiteY0" fmla="*/ 0 h 914400"/>
                <a:gd name="connsiteX1" fmla="*/ 1339547 w 1828800"/>
                <a:gd name="connsiteY1" fmla="*/ 0 h 914400"/>
                <a:gd name="connsiteX2" fmla="*/ 1828800 w 1828800"/>
                <a:gd name="connsiteY2" fmla="*/ 457200 h 914400"/>
                <a:gd name="connsiteX3" fmla="*/ 1211879 w 1828800"/>
                <a:gd name="connsiteY3" fmla="*/ 914400 h 914400"/>
                <a:gd name="connsiteX4" fmla="*/ 0 w 1828800"/>
                <a:gd name="connsiteY4" fmla="*/ 914400 h 914400"/>
                <a:gd name="connsiteX5" fmla="*/ 489253 w 1828800"/>
                <a:gd name="connsiteY5" fmla="*/ 457201 h 914400"/>
                <a:gd name="connsiteX0" fmla="*/ 0 w 1828800"/>
                <a:gd name="connsiteY0" fmla="*/ 0 h 914400"/>
                <a:gd name="connsiteX1" fmla="*/ 1339547 w 1828800"/>
                <a:gd name="connsiteY1" fmla="*/ 0 h 914400"/>
                <a:gd name="connsiteX2" fmla="*/ 1828800 w 1828800"/>
                <a:gd name="connsiteY2" fmla="*/ 457200 h 914400"/>
                <a:gd name="connsiteX3" fmla="*/ 1339547 w 1828800"/>
                <a:gd name="connsiteY3" fmla="*/ 914400 h 914400"/>
                <a:gd name="connsiteX4" fmla="*/ 0 w 1828800"/>
                <a:gd name="connsiteY4" fmla="*/ 914400 h 914400"/>
                <a:gd name="connsiteX5" fmla="*/ 489253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339547" y="0"/>
                  </a:lnTo>
                  <a:lnTo>
                    <a:pt x="1828800" y="457200"/>
                  </a:lnTo>
                  <a:lnTo>
                    <a:pt x="1339547" y="914400"/>
                  </a:lnTo>
                  <a:lnTo>
                    <a:pt x="0" y="914400"/>
                  </a:lnTo>
                  <a:lnTo>
                    <a:pt x="489253"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37" name="TextBox 36">
              <a:extLst>
                <a:ext uri="{FF2B5EF4-FFF2-40B4-BE49-F238E27FC236}">
                  <a16:creationId xmlns:a16="http://schemas.microsoft.com/office/drawing/2014/main" id="{B29B803B-E939-3B81-75DD-7B509CE08061}"/>
                </a:ext>
              </a:extLst>
            </p:cNvPr>
            <p:cNvSpPr txBox="1"/>
            <p:nvPr>
              <p:custDataLst>
                <p:tags r:id="rId8"/>
              </p:custDataLst>
            </p:nvPr>
          </p:nvSpPr>
          <p:spPr bwMode="gray">
            <a:xfrm>
              <a:off x="1247555" y="4294963"/>
              <a:ext cx="530230" cy="1599375"/>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Closing</a:t>
              </a:r>
            </a:p>
          </p:txBody>
        </p:sp>
      </p:grpSp>
    </p:spTree>
    <p:extLst>
      <p:ext uri="{BB962C8B-B14F-4D97-AF65-F5344CB8AC3E}">
        <p14:creationId xmlns:p14="http://schemas.microsoft.com/office/powerpoint/2010/main" val="814267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B5269EA-3C0E-C068-EFA5-C650F10F3662}"/>
              </a:ext>
            </a:extLst>
          </p:cNvPr>
          <p:cNvGraphicFramePr>
            <a:graphicFrameLocks noChangeAspect="1"/>
          </p:cNvGraphicFramePr>
          <p:nvPr>
            <p:custDataLst>
              <p:tags r:id="rId1"/>
            </p:custDataLst>
            <p:extLst>
              <p:ext uri="{D42A27DB-BD31-4B8C-83A1-F6EECF244321}">
                <p14:modId xmlns:p14="http://schemas.microsoft.com/office/powerpoint/2010/main" val="33624637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3" name="Object 2" hidden="1">
                        <a:extLst>
                          <a:ext uri="{FF2B5EF4-FFF2-40B4-BE49-F238E27FC236}">
                            <a16:creationId xmlns:a16="http://schemas.microsoft.com/office/drawing/2014/main" id="{0B5269EA-3C0E-C068-EFA5-C650F10F3662}"/>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DDE9745F-C3EA-5D30-3835-F16079C4C677}"/>
              </a:ext>
            </a:extLst>
          </p:cNvPr>
          <p:cNvSpPr>
            <a:spLocks noGrp="1"/>
          </p:cNvSpPr>
          <p:nvPr>
            <p:ph type="title"/>
            <p:custDataLst>
              <p:tags r:id="rId2"/>
            </p:custDataLst>
          </p:nvPr>
        </p:nvSpPr>
        <p:spPr>
          <a:xfrm>
            <a:off x="554736" y="182372"/>
            <a:ext cx="6967728" cy="1073371"/>
          </a:xfrm>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a:t>Behavioral interviews ask open-ended questions to understand a candidate’s past experiences</a:t>
            </a:r>
          </a:p>
        </p:txBody>
      </p:sp>
      <p:grpSp>
        <p:nvGrpSpPr>
          <p:cNvPr id="6" name="Group 5">
            <a:extLst>
              <a:ext uri="{FF2B5EF4-FFF2-40B4-BE49-F238E27FC236}">
                <a16:creationId xmlns:a16="http://schemas.microsoft.com/office/drawing/2014/main" id="{900E49A5-07F8-B4D1-82B9-4DE34C0DBD9D}"/>
              </a:ext>
            </a:extLst>
          </p:cNvPr>
          <p:cNvGrpSpPr/>
          <p:nvPr/>
        </p:nvGrpSpPr>
        <p:grpSpPr>
          <a:xfrm>
            <a:off x="554736" y="1764823"/>
            <a:ext cx="6967728" cy="4030088"/>
            <a:chOff x="554736" y="1764823"/>
            <a:chExt cx="6967728" cy="4030088"/>
          </a:xfrm>
        </p:grpSpPr>
        <p:cxnSp>
          <p:nvCxnSpPr>
            <p:cNvPr id="34" name="GreyLineSeparatorStrong 34">
              <a:extLst>
                <a:ext uri="{FF2B5EF4-FFF2-40B4-BE49-F238E27FC236}">
                  <a16:creationId xmlns:a16="http://schemas.microsoft.com/office/drawing/2014/main" id="{8B869A7D-6C15-F5D3-3391-690FB31780FF}"/>
                </a:ext>
              </a:extLst>
            </p:cNvPr>
            <p:cNvCxnSpPr>
              <a:cxnSpLocks/>
            </p:cNvCxnSpPr>
            <p:nvPr>
              <p:custDataLst>
                <p:tags r:id="rId7"/>
              </p:custDataLst>
            </p:nvPr>
          </p:nvCxnSpPr>
          <p:spPr>
            <a:xfrm>
              <a:off x="554736" y="2108601"/>
              <a:ext cx="6967728" cy="0"/>
            </a:xfrm>
            <a:prstGeom prst="straightConnector1">
              <a:avLst/>
            </a:prstGeom>
            <a:ln w="12700">
              <a:solidFill>
                <a:srgbClr val="7F7F7F"/>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8B8D99D-AB56-9BEB-76FA-D9D644FA6920}"/>
                </a:ext>
              </a:extLst>
            </p:cNvPr>
            <p:cNvSpPr txBox="1"/>
            <p:nvPr/>
          </p:nvSpPr>
          <p:spPr>
            <a:xfrm>
              <a:off x="554736" y="1764823"/>
              <a:ext cx="6967728" cy="30777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The question should…</a:t>
              </a:r>
            </a:p>
          </p:txBody>
        </p:sp>
        <p:sp>
          <p:nvSpPr>
            <p:cNvPr id="26" name="TrackerNumWhite 26">
              <a:extLst>
                <a:ext uri="{FF2B5EF4-FFF2-40B4-BE49-F238E27FC236}">
                  <a16:creationId xmlns:a16="http://schemas.microsoft.com/office/drawing/2014/main" id="{CF64241C-3782-D411-2BCD-9B8787E37374}"/>
                </a:ext>
              </a:extLst>
            </p:cNvPr>
            <p:cNvSpPr/>
            <p:nvPr>
              <p:custDataLst>
                <p:tags r:id="rId8"/>
              </p:custDataLst>
            </p:nvPr>
          </p:nvSpPr>
          <p:spPr>
            <a:xfrm>
              <a:off x="554736" y="2283387"/>
              <a:ext cx="340810" cy="340810"/>
            </a:xfrm>
            <a:prstGeom prst="ellipse">
              <a:avLst/>
            </a:pr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kumimoji="0" lang="en-US" sz="1800" b="1" i="0" u="none" strike="noStrike" kern="1200" cap="none" spc="0" normalizeH="0" baseline="0" noProof="0">
                  <a:ln>
                    <a:noFill/>
                  </a:ln>
                  <a:solidFill>
                    <a:srgbClr val="FFFFFF"/>
                  </a:solidFill>
                  <a:effectLst/>
                  <a:uLnTx/>
                  <a:uFillTx/>
                  <a:ea typeface="+mn-ea"/>
                  <a:cs typeface="+mn-cs"/>
                </a:rPr>
                <a:t>1</a:t>
              </a:r>
            </a:p>
          </p:txBody>
        </p:sp>
        <p:sp>
          <p:nvSpPr>
            <p:cNvPr id="22" name="TextBox 21">
              <a:extLst>
                <a:ext uri="{FF2B5EF4-FFF2-40B4-BE49-F238E27FC236}">
                  <a16:creationId xmlns:a16="http://schemas.microsoft.com/office/drawing/2014/main" id="{EC7FF23A-D2EF-7FBC-136E-48145676D6DC}"/>
                </a:ext>
              </a:extLst>
            </p:cNvPr>
            <p:cNvSpPr txBox="1"/>
            <p:nvPr/>
          </p:nvSpPr>
          <p:spPr>
            <a:xfrm>
              <a:off x="1029224" y="2283387"/>
              <a:ext cx="6493240" cy="276999"/>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Focus on a specific experience vs. a potential future situation</a:t>
              </a:r>
            </a:p>
          </p:txBody>
        </p:sp>
        <p:sp>
          <p:nvSpPr>
            <p:cNvPr id="28" name="TrackerNumWhite 26">
              <a:extLst>
                <a:ext uri="{FF2B5EF4-FFF2-40B4-BE49-F238E27FC236}">
                  <a16:creationId xmlns:a16="http://schemas.microsoft.com/office/drawing/2014/main" id="{2538D8CD-FA82-69B5-BC84-5E198AF9A598}"/>
                </a:ext>
              </a:extLst>
            </p:cNvPr>
            <p:cNvSpPr/>
            <p:nvPr>
              <p:custDataLst>
                <p:tags r:id="rId9"/>
              </p:custDataLst>
            </p:nvPr>
          </p:nvSpPr>
          <p:spPr>
            <a:xfrm>
              <a:off x="554736" y="3172810"/>
              <a:ext cx="340810" cy="340810"/>
            </a:xfrm>
            <a:prstGeom prst="ellipse">
              <a:avLst/>
            </a:pr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r>
                <a:rPr kumimoji="0" lang="en-US" sz="1800" b="1" i="0" u="none" strike="noStrike" kern="1200" cap="none" spc="0" normalizeH="0" baseline="0" noProof="0">
                  <a:ln>
                    <a:noFill/>
                  </a:ln>
                  <a:solidFill>
                    <a:srgbClr val="FFFFFF"/>
                  </a:solidFill>
                  <a:effectLst/>
                  <a:uLnTx/>
                  <a:uFillTx/>
                  <a:ea typeface="+mn-ea"/>
                  <a:cs typeface="+mn-cs"/>
                </a:rPr>
                <a:t>2</a:t>
              </a:r>
            </a:p>
          </p:txBody>
        </p:sp>
        <p:sp>
          <p:nvSpPr>
            <p:cNvPr id="40" name="TextBox 39">
              <a:extLst>
                <a:ext uri="{FF2B5EF4-FFF2-40B4-BE49-F238E27FC236}">
                  <a16:creationId xmlns:a16="http://schemas.microsoft.com/office/drawing/2014/main" id="{6D908EAC-9F62-A47F-8F90-0435EF750A76}"/>
                </a:ext>
              </a:extLst>
            </p:cNvPr>
            <p:cNvSpPr txBox="1"/>
            <p:nvPr/>
          </p:nvSpPr>
          <p:spPr>
            <a:xfrm>
              <a:off x="1029224" y="3172810"/>
              <a:ext cx="6493240" cy="276999"/>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Encourages candidates to respond along the STAR framework</a:t>
              </a:r>
            </a:p>
          </p:txBody>
        </p:sp>
        <p:grpSp>
          <p:nvGrpSpPr>
            <p:cNvPr id="65" name="Group 64">
              <a:extLst>
                <a:ext uri="{FF2B5EF4-FFF2-40B4-BE49-F238E27FC236}">
                  <a16:creationId xmlns:a16="http://schemas.microsoft.com/office/drawing/2014/main" id="{3B35E0D7-531C-D4AB-2958-9F788C3AB347}"/>
                </a:ext>
              </a:extLst>
            </p:cNvPr>
            <p:cNvGrpSpPr/>
            <p:nvPr/>
          </p:nvGrpSpPr>
          <p:grpSpPr>
            <a:xfrm>
              <a:off x="1547913" y="4782379"/>
              <a:ext cx="5974551" cy="338554"/>
              <a:chOff x="1547913" y="4715718"/>
              <a:chExt cx="5974551" cy="338554"/>
            </a:xfrm>
          </p:grpSpPr>
          <p:sp>
            <p:nvSpPr>
              <p:cNvPr id="47" name="TextBox 46">
                <a:extLst>
                  <a:ext uri="{FF2B5EF4-FFF2-40B4-BE49-F238E27FC236}">
                    <a16:creationId xmlns:a16="http://schemas.microsoft.com/office/drawing/2014/main" id="{D7DA8F0F-FDA1-9353-9150-DAF490A1B648}"/>
                  </a:ext>
                </a:extLst>
              </p:cNvPr>
              <p:cNvSpPr txBox="1"/>
              <p:nvPr/>
            </p:nvSpPr>
            <p:spPr>
              <a:xfrm>
                <a:off x="1547913" y="4715718"/>
                <a:ext cx="203582" cy="338554"/>
              </a:xfrm>
              <a:prstGeom prst="rect">
                <a:avLst/>
              </a:prstGeom>
            </p:spPr>
            <p:txBody>
              <a:bodyPr vert="horz" wrap="non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200" b="1" i="0" u="none" strike="noStrike" kern="1200" cap="none" spc="0" normalizeH="0" baseline="0" noProof="0">
                    <a:ln>
                      <a:noFill/>
                    </a:ln>
                    <a:solidFill>
                      <a:srgbClr val="000000"/>
                    </a:solidFill>
                    <a:effectLst/>
                    <a:uLnTx/>
                    <a:uFillTx/>
                    <a:ea typeface="+mn-ea"/>
                    <a:cs typeface="Arial" panose="020B0604020202020204" pitchFamily="34" charset="0"/>
                  </a:rPr>
                  <a:t>A</a:t>
                </a:r>
              </a:p>
            </p:txBody>
          </p:sp>
          <p:sp>
            <p:nvSpPr>
              <p:cNvPr id="49" name="TextBox 48">
                <a:extLst>
                  <a:ext uri="{FF2B5EF4-FFF2-40B4-BE49-F238E27FC236}">
                    <a16:creationId xmlns:a16="http://schemas.microsoft.com/office/drawing/2014/main" id="{8842533A-39A8-A477-AF3E-0E7234E892EA}"/>
                  </a:ext>
                </a:extLst>
              </p:cNvPr>
              <p:cNvSpPr txBox="1">
                <a:spLocks/>
              </p:cNvSpPr>
              <p:nvPr/>
            </p:nvSpPr>
            <p:spPr>
              <a:xfrm>
                <a:off x="2210662" y="4715718"/>
                <a:ext cx="5311802" cy="276999"/>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What were their </a:t>
                </a:r>
                <a:r>
                  <a:rPr kumimoji="0" lang="en-US" sz="1800" b="0" i="0" u="sng" strike="noStrike" kern="1200" cap="none" spc="0" normalizeH="0" baseline="0" noProof="0">
                    <a:ln>
                      <a:noFill/>
                    </a:ln>
                    <a:solidFill>
                      <a:srgbClr val="000000"/>
                    </a:solidFill>
                    <a:effectLst/>
                    <a:uLnTx/>
                    <a:uFillTx/>
                    <a:ea typeface="+mn-ea"/>
                    <a:cs typeface="Arial" panose="020B0604020202020204" pitchFamily="34" charset="0"/>
                  </a:rPr>
                  <a:t>A</a:t>
                </a: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CTIONS</a:t>
                </a:r>
              </a:p>
            </p:txBody>
          </p:sp>
        </p:grpSp>
        <p:grpSp>
          <p:nvGrpSpPr>
            <p:cNvPr id="66" name="Group 65">
              <a:extLst>
                <a:ext uri="{FF2B5EF4-FFF2-40B4-BE49-F238E27FC236}">
                  <a16:creationId xmlns:a16="http://schemas.microsoft.com/office/drawing/2014/main" id="{E53CB45D-4F8B-BC41-315B-6A9E724E074A}"/>
                </a:ext>
              </a:extLst>
            </p:cNvPr>
            <p:cNvGrpSpPr/>
            <p:nvPr/>
          </p:nvGrpSpPr>
          <p:grpSpPr>
            <a:xfrm>
              <a:off x="1547913" y="5456357"/>
              <a:ext cx="5974551" cy="338554"/>
              <a:chOff x="1547913" y="5365611"/>
              <a:chExt cx="5974551" cy="338554"/>
            </a:xfrm>
          </p:grpSpPr>
          <p:sp>
            <p:nvSpPr>
              <p:cNvPr id="51" name="TextBox 50">
                <a:extLst>
                  <a:ext uri="{FF2B5EF4-FFF2-40B4-BE49-F238E27FC236}">
                    <a16:creationId xmlns:a16="http://schemas.microsoft.com/office/drawing/2014/main" id="{207ED724-B7B7-913D-75C2-C649746154B5}"/>
                  </a:ext>
                </a:extLst>
              </p:cNvPr>
              <p:cNvSpPr txBox="1">
                <a:spLocks/>
              </p:cNvSpPr>
              <p:nvPr/>
            </p:nvSpPr>
            <p:spPr>
              <a:xfrm>
                <a:off x="2210662" y="5365611"/>
                <a:ext cx="5311802" cy="276999"/>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What was the </a:t>
                </a:r>
                <a:r>
                  <a:rPr kumimoji="0" lang="en-US" sz="1800" b="0" i="0" u="sng" strike="noStrike" kern="1200" cap="none" spc="0" normalizeH="0" baseline="0" noProof="0">
                    <a:ln>
                      <a:noFill/>
                    </a:ln>
                    <a:solidFill>
                      <a:srgbClr val="000000"/>
                    </a:solidFill>
                    <a:effectLst/>
                    <a:uLnTx/>
                    <a:uFillTx/>
                    <a:ea typeface="+mn-ea"/>
                    <a:cs typeface="Arial" panose="020B0604020202020204" pitchFamily="34" charset="0"/>
                  </a:rPr>
                  <a:t>R</a:t>
                </a: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ESULT of their actions</a:t>
                </a:r>
              </a:p>
            </p:txBody>
          </p:sp>
          <p:sp>
            <p:nvSpPr>
              <p:cNvPr id="53" name="TextBox 52">
                <a:extLst>
                  <a:ext uri="{FF2B5EF4-FFF2-40B4-BE49-F238E27FC236}">
                    <a16:creationId xmlns:a16="http://schemas.microsoft.com/office/drawing/2014/main" id="{878E2B4C-620B-7CFB-9EC6-606A8076AC62}"/>
                  </a:ext>
                </a:extLst>
              </p:cNvPr>
              <p:cNvSpPr txBox="1"/>
              <p:nvPr/>
            </p:nvSpPr>
            <p:spPr>
              <a:xfrm>
                <a:off x="1547913" y="5365611"/>
                <a:ext cx="203582" cy="338554"/>
              </a:xfrm>
              <a:prstGeom prst="rect">
                <a:avLst/>
              </a:prstGeom>
            </p:spPr>
            <p:txBody>
              <a:bodyPr vert="horz" wrap="non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200" b="1" i="0" u="none" strike="noStrike" kern="1200" cap="none" spc="0" normalizeH="0" baseline="0" noProof="0">
                    <a:ln>
                      <a:noFill/>
                    </a:ln>
                    <a:solidFill>
                      <a:srgbClr val="000000"/>
                    </a:solidFill>
                    <a:effectLst/>
                    <a:uLnTx/>
                    <a:uFillTx/>
                    <a:ea typeface="+mn-ea"/>
                    <a:cs typeface="Arial" panose="020B0604020202020204" pitchFamily="34" charset="0"/>
                  </a:rPr>
                  <a:t>R</a:t>
                </a:r>
              </a:p>
            </p:txBody>
          </p:sp>
        </p:grpSp>
        <p:grpSp>
          <p:nvGrpSpPr>
            <p:cNvPr id="64" name="Group 63">
              <a:extLst>
                <a:ext uri="{FF2B5EF4-FFF2-40B4-BE49-F238E27FC236}">
                  <a16:creationId xmlns:a16="http://schemas.microsoft.com/office/drawing/2014/main" id="{4B4A3683-77B1-9FF0-EC3B-FFE9D9E26698}"/>
                </a:ext>
              </a:extLst>
            </p:cNvPr>
            <p:cNvGrpSpPr/>
            <p:nvPr/>
          </p:nvGrpSpPr>
          <p:grpSpPr>
            <a:xfrm>
              <a:off x="1547914" y="3892956"/>
              <a:ext cx="5974550" cy="553998"/>
              <a:chOff x="1547914" y="3881158"/>
              <a:chExt cx="5974550" cy="553998"/>
            </a:xfrm>
          </p:grpSpPr>
          <p:sp>
            <p:nvSpPr>
              <p:cNvPr id="44" name="TextBox 43">
                <a:extLst>
                  <a:ext uri="{FF2B5EF4-FFF2-40B4-BE49-F238E27FC236}">
                    <a16:creationId xmlns:a16="http://schemas.microsoft.com/office/drawing/2014/main" id="{8F9A8770-46B8-1DBC-60A6-D31A3CCF99B5}"/>
                  </a:ext>
                </a:extLst>
              </p:cNvPr>
              <p:cNvSpPr txBox="1"/>
              <p:nvPr/>
            </p:nvSpPr>
            <p:spPr>
              <a:xfrm>
                <a:off x="1547914" y="3881158"/>
                <a:ext cx="447238" cy="338554"/>
              </a:xfrm>
              <a:prstGeom prst="rect">
                <a:avLst/>
              </a:prstGeom>
            </p:spPr>
            <p:txBody>
              <a:bodyPr vert="horz" wrap="non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200" b="1" i="0" u="none" strike="noStrike" kern="1200" cap="none" spc="0" normalizeH="0" baseline="0" noProof="0">
                    <a:ln>
                      <a:noFill/>
                    </a:ln>
                    <a:solidFill>
                      <a:srgbClr val="000000"/>
                    </a:solidFill>
                    <a:effectLst/>
                    <a:uLnTx/>
                    <a:uFillTx/>
                    <a:ea typeface="+mn-ea"/>
                    <a:cs typeface="Arial" panose="020B0604020202020204" pitchFamily="34" charset="0"/>
                  </a:rPr>
                  <a:t>S/T</a:t>
                </a:r>
              </a:p>
            </p:txBody>
          </p:sp>
          <p:sp>
            <p:nvSpPr>
              <p:cNvPr id="60" name="TextBox 59">
                <a:extLst>
                  <a:ext uri="{FF2B5EF4-FFF2-40B4-BE49-F238E27FC236}">
                    <a16:creationId xmlns:a16="http://schemas.microsoft.com/office/drawing/2014/main" id="{8639D7E4-6034-C9DF-6B93-ADE92F40C59F}"/>
                  </a:ext>
                </a:extLst>
              </p:cNvPr>
              <p:cNvSpPr txBox="1">
                <a:spLocks/>
              </p:cNvSpPr>
              <p:nvPr/>
            </p:nvSpPr>
            <p:spPr>
              <a:xfrm>
                <a:off x="2210662" y="3881158"/>
                <a:ext cx="5311802" cy="553998"/>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What was the specific </a:t>
                </a:r>
                <a:r>
                  <a:rPr kumimoji="0" lang="en-US" sz="1800" b="0" i="0" u="sng" strike="noStrike" kern="1200" cap="none" spc="0" normalizeH="0" baseline="0" noProof="0">
                    <a:ln>
                      <a:noFill/>
                    </a:ln>
                    <a:solidFill>
                      <a:srgbClr val="000000"/>
                    </a:solidFill>
                    <a:effectLst/>
                    <a:uLnTx/>
                    <a:uFillTx/>
                    <a:ea typeface="+mn-ea"/>
                    <a:cs typeface="Arial" panose="020B0604020202020204" pitchFamily="34" charset="0"/>
                  </a:rPr>
                  <a:t>S</a:t>
                </a: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ITUATION or </a:t>
                </a:r>
                <a:r>
                  <a:rPr kumimoji="0" lang="en-US" sz="1800" b="0" i="0" u="sng" strike="noStrike" kern="1200" cap="none" spc="0" normalizeH="0" baseline="0" noProof="0">
                    <a:ln>
                      <a:noFill/>
                    </a:ln>
                    <a:solidFill>
                      <a:srgbClr val="000000"/>
                    </a:solidFill>
                    <a:effectLst/>
                    <a:uLnTx/>
                    <a:uFillTx/>
                    <a:ea typeface="+mn-ea"/>
                    <a:cs typeface="Arial" panose="020B0604020202020204" pitchFamily="34" charset="0"/>
                  </a:rPr>
                  <a:t>T</a:t>
                </a: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ASK (and was it relevant to the question asked)</a:t>
                </a:r>
              </a:p>
            </p:txBody>
          </p:sp>
        </p:grpSp>
      </p:grpSp>
      <p:grpSp>
        <p:nvGrpSpPr>
          <p:cNvPr id="7" name="Group 6">
            <a:extLst>
              <a:ext uri="{FF2B5EF4-FFF2-40B4-BE49-F238E27FC236}">
                <a16:creationId xmlns:a16="http://schemas.microsoft.com/office/drawing/2014/main" id="{BEE7BD18-0191-1659-6ED0-015159494270}"/>
              </a:ext>
            </a:extLst>
          </p:cNvPr>
          <p:cNvGrpSpPr/>
          <p:nvPr/>
        </p:nvGrpSpPr>
        <p:grpSpPr>
          <a:xfrm>
            <a:off x="8138582" y="1764823"/>
            <a:ext cx="3580452" cy="4030088"/>
            <a:chOff x="8138582" y="1764823"/>
            <a:chExt cx="3580452" cy="4030088"/>
          </a:xfrm>
        </p:grpSpPr>
        <p:cxnSp>
          <p:nvCxnSpPr>
            <p:cNvPr id="14" name="GreyLineSeparatorStrong 34">
              <a:extLst>
                <a:ext uri="{FF2B5EF4-FFF2-40B4-BE49-F238E27FC236}">
                  <a16:creationId xmlns:a16="http://schemas.microsoft.com/office/drawing/2014/main" id="{1933E9A0-A554-C293-F069-A0FE37D85831}"/>
                </a:ext>
              </a:extLst>
            </p:cNvPr>
            <p:cNvCxnSpPr>
              <a:cxnSpLocks/>
            </p:cNvCxnSpPr>
            <p:nvPr>
              <p:custDataLst>
                <p:tags r:id="rId3"/>
              </p:custDataLst>
            </p:nvPr>
          </p:nvCxnSpPr>
          <p:spPr>
            <a:xfrm>
              <a:off x="8138582" y="2108601"/>
              <a:ext cx="3580452" cy="1"/>
            </a:xfrm>
            <a:prstGeom prst="straightConnector1">
              <a:avLst/>
            </a:prstGeom>
            <a:ln w="12700">
              <a:solidFill>
                <a:srgbClr val="7F7F7F"/>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51768CF-4D77-15F6-6EDE-842659509B94}"/>
                </a:ext>
              </a:extLst>
            </p:cNvPr>
            <p:cNvSpPr txBox="1">
              <a:spLocks/>
            </p:cNvSpPr>
            <p:nvPr/>
          </p:nvSpPr>
          <p:spPr>
            <a:xfrm>
              <a:off x="8138582" y="1764823"/>
              <a:ext cx="3432872" cy="30777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Examples</a:t>
              </a:r>
            </a:p>
          </p:txBody>
        </p:sp>
        <p:pic>
          <p:nvPicPr>
            <p:cNvPr id="8" name="CustomIcon">
              <a:extLst>
                <a:ext uri="{FF2B5EF4-FFF2-40B4-BE49-F238E27FC236}">
                  <a16:creationId xmlns:a16="http://schemas.microsoft.com/office/drawing/2014/main" id="{ED891718-064B-3C86-7CEF-C497E6C83CED}"/>
                </a:ext>
              </a:extLst>
            </p:cNvPr>
            <p:cNvPicPr>
              <a:picLocks/>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10746" y="2283387"/>
              <a:ext cx="283124" cy="283124"/>
            </a:xfrm>
            <a:prstGeom prst="rect">
              <a:avLst/>
            </a:prstGeom>
          </p:spPr>
        </p:pic>
        <p:sp>
          <p:nvSpPr>
            <p:cNvPr id="27" name="TextBox 26">
              <a:extLst>
                <a:ext uri="{FF2B5EF4-FFF2-40B4-BE49-F238E27FC236}">
                  <a16:creationId xmlns:a16="http://schemas.microsoft.com/office/drawing/2014/main" id="{6BA72CCF-9C5A-3106-936F-DA3F195B205B}"/>
                </a:ext>
              </a:extLst>
            </p:cNvPr>
            <p:cNvSpPr txBox="1">
              <a:spLocks/>
            </p:cNvSpPr>
            <p:nvPr/>
          </p:nvSpPr>
          <p:spPr>
            <a:xfrm>
              <a:off x="8604985" y="2283387"/>
              <a:ext cx="3038632" cy="1107996"/>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"Can you provide an example of a time you had to collaborate effectively with</a:t>
              </a:r>
              <a:r>
                <a:rPr lang="en-US" sz="1800">
                  <a:solidFill>
                    <a:srgbClr val="000000"/>
                  </a:solidFill>
                </a:rPr>
                <a:t> other colleagues</a:t>
              </a: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a:t>
              </a:r>
            </a:p>
          </p:txBody>
        </p:sp>
        <p:pic>
          <p:nvPicPr>
            <p:cNvPr id="10" name="CustomIcon">
              <a:extLst>
                <a:ext uri="{FF2B5EF4-FFF2-40B4-BE49-F238E27FC236}">
                  <a16:creationId xmlns:a16="http://schemas.microsoft.com/office/drawing/2014/main" id="{6BF46185-B066-5D77-EA4C-EECB6D8D84C3}"/>
                </a:ext>
              </a:extLst>
            </p:cNvPr>
            <p:cNvPicPr>
              <a:picLocks/>
            </p:cNvPicPr>
            <p:nvPr>
              <p:custDataLst>
                <p:tags r:id="rId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10746" y="3685206"/>
              <a:ext cx="283124" cy="283124"/>
            </a:xfrm>
            <a:prstGeom prst="rect">
              <a:avLst/>
            </a:prstGeom>
          </p:spPr>
        </p:pic>
        <p:sp>
          <p:nvSpPr>
            <p:cNvPr id="33" name="TextBox 32">
              <a:extLst>
                <a:ext uri="{FF2B5EF4-FFF2-40B4-BE49-F238E27FC236}">
                  <a16:creationId xmlns:a16="http://schemas.microsoft.com/office/drawing/2014/main" id="{6405BE90-4799-08E4-37EC-D651D950778A}"/>
                </a:ext>
              </a:extLst>
            </p:cNvPr>
            <p:cNvSpPr txBox="1">
              <a:spLocks/>
            </p:cNvSpPr>
            <p:nvPr/>
          </p:nvSpPr>
          <p:spPr>
            <a:xfrm>
              <a:off x="8604985" y="3685206"/>
              <a:ext cx="3038632" cy="90794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“How would you handle a difficult team member?”</a:t>
              </a:r>
            </a:p>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 </a:t>
              </a:r>
              <a:r>
                <a:rPr kumimoji="0" lang="en-US" sz="1800" b="0" i="1" u="none" strike="noStrike" kern="1200" cap="none" spc="0" normalizeH="0" baseline="0" noProof="0">
                  <a:ln>
                    <a:noFill/>
                  </a:ln>
                  <a:solidFill>
                    <a:srgbClr val="000000"/>
                  </a:solidFill>
                  <a:effectLst/>
                  <a:uLnTx/>
                  <a:uFillTx/>
                  <a:ea typeface="+mn-ea"/>
                  <a:cs typeface="Arial" panose="020B0604020202020204" pitchFamily="34" charset="0"/>
                </a:rPr>
                <a:t>(hypothetical)</a:t>
              </a:r>
            </a:p>
          </p:txBody>
        </p:sp>
        <p:sp>
          <p:nvSpPr>
            <p:cNvPr id="58" name="TextBox 57">
              <a:extLst>
                <a:ext uri="{FF2B5EF4-FFF2-40B4-BE49-F238E27FC236}">
                  <a16:creationId xmlns:a16="http://schemas.microsoft.com/office/drawing/2014/main" id="{FB0B44B9-DBBC-5D6C-CC49-FDAFB4EFCF11}"/>
                </a:ext>
              </a:extLst>
            </p:cNvPr>
            <p:cNvSpPr txBox="1">
              <a:spLocks/>
            </p:cNvSpPr>
            <p:nvPr/>
          </p:nvSpPr>
          <p:spPr>
            <a:xfrm>
              <a:off x="8604985" y="4886970"/>
              <a:ext cx="3038632" cy="90794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“What is your greatest strength?“</a:t>
              </a:r>
            </a:p>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0" i="1" u="none" strike="noStrike" kern="1200" cap="none" spc="0" normalizeH="0" baseline="0" noProof="0">
                  <a:ln>
                    <a:noFill/>
                  </a:ln>
                  <a:solidFill>
                    <a:srgbClr val="000000"/>
                  </a:solidFill>
                  <a:effectLst/>
                  <a:uLnTx/>
                  <a:uFillTx/>
                  <a:ea typeface="+mn-ea"/>
                  <a:cs typeface="Arial" panose="020B0604020202020204" pitchFamily="34" charset="0"/>
                </a:rPr>
                <a:t>(broad)</a:t>
              </a:r>
            </a:p>
          </p:txBody>
        </p:sp>
        <p:pic>
          <p:nvPicPr>
            <p:cNvPr id="5" name="CustomIcon">
              <a:extLst>
                <a:ext uri="{FF2B5EF4-FFF2-40B4-BE49-F238E27FC236}">
                  <a16:creationId xmlns:a16="http://schemas.microsoft.com/office/drawing/2014/main" id="{C3E891ED-ED02-1FFF-29E6-101D448FB52C}"/>
                </a:ext>
              </a:extLst>
            </p:cNvPr>
            <p:cNvPicPr>
              <a:picLocks/>
            </p:cNvPicPr>
            <p:nvPr>
              <p:custDataLst>
                <p:tags r:id="rId6"/>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10746" y="4886970"/>
              <a:ext cx="283124" cy="283124"/>
            </a:xfrm>
            <a:prstGeom prst="rect">
              <a:avLst/>
            </a:prstGeom>
          </p:spPr>
        </p:pic>
      </p:grpSp>
    </p:spTree>
    <p:extLst>
      <p:ext uri="{BB962C8B-B14F-4D97-AF65-F5344CB8AC3E}">
        <p14:creationId xmlns:p14="http://schemas.microsoft.com/office/powerpoint/2010/main" val="4127305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5B30C47-C4E3-4ECF-AD6D-136FD51AF332}"/>
              </a:ext>
            </a:extLst>
          </p:cNvPr>
          <p:cNvGraphicFramePr>
            <a:graphicFrameLocks noChangeAspect="1"/>
          </p:cNvGraphicFramePr>
          <p:nvPr>
            <p:custDataLst>
              <p:tags r:id="rId1"/>
            </p:custDataLst>
            <p:extLst>
              <p:ext uri="{D42A27DB-BD31-4B8C-83A1-F6EECF244321}">
                <p14:modId xmlns:p14="http://schemas.microsoft.com/office/powerpoint/2010/main" val="1223362261"/>
              </p:ext>
            </p:extLst>
          </p:nvPr>
        </p:nvGraphicFramePr>
        <p:xfrm>
          <a:off x="1678" y="1639"/>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6" progId="TCLayout.ActiveDocument.1">
                  <p:embed/>
                </p:oleObj>
              </mc:Choice>
              <mc:Fallback>
                <p:oleObj name="think-cell Slide" r:id="rId10" imgW="395" imgH="396" progId="TCLayout.ActiveDocument.1">
                  <p:embed/>
                  <p:pic>
                    <p:nvPicPr>
                      <p:cNvPr id="5" name="Object 4" hidden="1">
                        <a:extLst>
                          <a:ext uri="{FF2B5EF4-FFF2-40B4-BE49-F238E27FC236}">
                            <a16:creationId xmlns:a16="http://schemas.microsoft.com/office/drawing/2014/main" id="{45B30C47-C4E3-4ECF-AD6D-136FD51AF332}"/>
                          </a:ext>
                        </a:extLst>
                      </p:cNvPr>
                      <p:cNvPicPr/>
                      <p:nvPr/>
                    </p:nvPicPr>
                    <p:blipFill>
                      <a:blip r:embed="rId11"/>
                      <a:stretch>
                        <a:fillRect/>
                      </a:stretch>
                    </p:blipFill>
                    <p:spPr>
                      <a:xfrm>
                        <a:off x="1678" y="1639"/>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DA27840-0D78-401C-ADB8-836BBA058C91}"/>
              </a:ext>
            </a:extLst>
          </p:cNvPr>
          <p:cNvSpPr/>
          <p:nvPr>
            <p:custDataLst>
              <p:tags r:id="rId2"/>
            </p:custDataLst>
          </p:nvPr>
        </p:nvSpPr>
        <p:spPr>
          <a:xfrm>
            <a:off x="91" y="51"/>
            <a:ext cx="158747" cy="15874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CDB1613F-37A9-4FC9-9315-56A53655AD4B}"/>
              </a:ext>
            </a:extLst>
          </p:cNvPr>
          <p:cNvSpPr>
            <a:spLocks noGrp="1"/>
          </p:cNvSpPr>
          <p:nvPr>
            <p:ph type="title"/>
          </p:nvPr>
        </p:nvSpPr>
        <p:spPr bwMode="gray">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a:solidFill>
                  <a:srgbClr val="FFFFFF"/>
                </a:solidFill>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nchor="t" anchorCtr="0">
            <a:noAutofit/>
          </a:bodyPr>
          <a:lstStyle/>
          <a:p>
            <a:r>
              <a:rPr lang="en-US"/>
              <a:t>To get a more detailed response from the candidate, use STAR elements to ask the right probing questions</a:t>
            </a:r>
          </a:p>
        </p:txBody>
      </p:sp>
      <p:cxnSp>
        <p:nvCxnSpPr>
          <p:cNvPr id="3" name="LineBasicVerticalDefault 17">
            <a:extLst>
              <a:ext uri="{FF2B5EF4-FFF2-40B4-BE49-F238E27FC236}">
                <a16:creationId xmlns:a16="http://schemas.microsoft.com/office/drawing/2014/main" id="{E214E0EF-8735-DF83-E72F-E72F8A00E2B0}"/>
              </a:ext>
            </a:extLst>
          </p:cNvPr>
          <p:cNvCxnSpPr>
            <a:cxnSpLocks/>
          </p:cNvCxnSpPr>
          <p:nvPr>
            <p:custDataLst>
              <p:tags r:id="rId3"/>
            </p:custDataLst>
          </p:nvPr>
        </p:nvCxnSpPr>
        <p:spPr>
          <a:xfrm>
            <a:off x="4406028" y="2165461"/>
            <a:ext cx="0" cy="4135747"/>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LineSeparatorDefault 6">
            <a:extLst>
              <a:ext uri="{FF2B5EF4-FFF2-40B4-BE49-F238E27FC236}">
                <a16:creationId xmlns:a16="http://schemas.microsoft.com/office/drawing/2014/main" id="{9A68A339-8859-AE77-2933-6681078840DC}"/>
              </a:ext>
            </a:extLst>
          </p:cNvPr>
          <p:cNvCxnSpPr>
            <a:cxnSpLocks/>
          </p:cNvCxnSpPr>
          <p:nvPr>
            <p:custDataLst>
              <p:tags r:id="rId4"/>
            </p:custDataLst>
          </p:nvPr>
        </p:nvCxnSpPr>
        <p:spPr>
          <a:xfrm>
            <a:off x="4715714" y="3277462"/>
            <a:ext cx="6921550"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LineSeparatorDefault 6">
            <a:extLst>
              <a:ext uri="{FF2B5EF4-FFF2-40B4-BE49-F238E27FC236}">
                <a16:creationId xmlns:a16="http://schemas.microsoft.com/office/drawing/2014/main" id="{BBD0A1C1-8D4D-BC9F-6F41-9544A0F0CC02}"/>
              </a:ext>
            </a:extLst>
          </p:cNvPr>
          <p:cNvCxnSpPr>
            <a:cxnSpLocks/>
          </p:cNvCxnSpPr>
          <p:nvPr>
            <p:custDataLst>
              <p:tags r:id="rId5"/>
            </p:custDataLst>
          </p:nvPr>
        </p:nvCxnSpPr>
        <p:spPr>
          <a:xfrm>
            <a:off x="4715714" y="4841072"/>
            <a:ext cx="6921550"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LineSeparatorDefault 6">
            <a:extLst>
              <a:ext uri="{FF2B5EF4-FFF2-40B4-BE49-F238E27FC236}">
                <a16:creationId xmlns:a16="http://schemas.microsoft.com/office/drawing/2014/main" id="{E39AFC4D-5CE2-55FE-0E98-389934F0D91E}"/>
              </a:ext>
            </a:extLst>
          </p:cNvPr>
          <p:cNvCxnSpPr>
            <a:cxnSpLocks/>
          </p:cNvCxnSpPr>
          <p:nvPr>
            <p:custDataLst>
              <p:tags r:id="rId6"/>
            </p:custDataLst>
          </p:nvPr>
        </p:nvCxnSpPr>
        <p:spPr>
          <a:xfrm>
            <a:off x="554736" y="2043205"/>
            <a:ext cx="11082528"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E67B79C-890C-415A-7B1F-252E007BED0A}"/>
              </a:ext>
            </a:extLst>
          </p:cNvPr>
          <p:cNvSpPr txBox="1">
            <a:spLocks/>
          </p:cNvSpPr>
          <p:nvPr/>
        </p:nvSpPr>
        <p:spPr>
          <a:xfrm>
            <a:off x="4715714" y="1453891"/>
            <a:ext cx="1800589" cy="55399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1" i="0" u="none" strike="noStrike" kern="1200" cap="none" spc="0" normalizeH="0" baseline="0" noProof="0">
                <a:ln>
                  <a:noFill/>
                </a:ln>
                <a:solidFill>
                  <a:srgbClr val="000000"/>
                </a:solidFill>
                <a:effectLst/>
                <a:uLnTx/>
                <a:uFillTx/>
                <a:ea typeface="+mn-ea"/>
                <a:cs typeface="Arial" panose="020B0604020202020204" pitchFamily="34" charset="0"/>
              </a:rPr>
              <a:t>Topic missing details</a:t>
            </a:r>
          </a:p>
        </p:txBody>
      </p:sp>
      <p:sp>
        <p:nvSpPr>
          <p:cNvPr id="24" name="TextBox 23">
            <a:extLst>
              <a:ext uri="{FF2B5EF4-FFF2-40B4-BE49-F238E27FC236}">
                <a16:creationId xmlns:a16="http://schemas.microsoft.com/office/drawing/2014/main" id="{EB95A6FC-EE0D-3053-E7FA-4A325BF6EFFC}"/>
              </a:ext>
            </a:extLst>
          </p:cNvPr>
          <p:cNvSpPr txBox="1">
            <a:spLocks/>
          </p:cNvSpPr>
          <p:nvPr/>
        </p:nvSpPr>
        <p:spPr>
          <a:xfrm>
            <a:off x="6862814" y="1731575"/>
            <a:ext cx="4774450" cy="276999"/>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1" i="0" u="none" strike="noStrike" kern="1200" cap="none" spc="0" normalizeH="0" baseline="0" noProof="0">
                <a:ln>
                  <a:noFill/>
                </a:ln>
                <a:solidFill>
                  <a:srgbClr val="000000"/>
                </a:solidFill>
                <a:effectLst/>
                <a:uLnTx/>
                <a:uFillTx/>
                <a:ea typeface="+mn-ea"/>
                <a:cs typeface="Arial" panose="020B0604020202020204" pitchFamily="34" charset="0"/>
              </a:rPr>
              <a:t>Ask the candidate to clarify…</a:t>
            </a:r>
          </a:p>
        </p:txBody>
      </p:sp>
      <p:sp>
        <p:nvSpPr>
          <p:cNvPr id="26" name="TextBox 25">
            <a:extLst>
              <a:ext uri="{FF2B5EF4-FFF2-40B4-BE49-F238E27FC236}">
                <a16:creationId xmlns:a16="http://schemas.microsoft.com/office/drawing/2014/main" id="{9D64EBA5-9BFE-76EF-8BD6-BF743A7A5504}"/>
              </a:ext>
            </a:extLst>
          </p:cNvPr>
          <p:cNvSpPr txBox="1">
            <a:spLocks/>
          </p:cNvSpPr>
          <p:nvPr/>
        </p:nvSpPr>
        <p:spPr>
          <a:xfrm>
            <a:off x="4715714" y="3398491"/>
            <a:ext cx="1800589" cy="73866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Action </a:t>
            </a:r>
            <a:r>
              <a:rPr kumimoji="0" lang="en-US" sz="1600" b="0" i="0" u="none" strike="noStrike" kern="1200" cap="none" spc="0" normalizeH="0" baseline="0" noProof="0">
                <a:ln>
                  <a:noFill/>
                </a:ln>
                <a:solidFill>
                  <a:srgbClr val="000000"/>
                </a:solidFill>
                <a:effectLst/>
                <a:uLnTx/>
                <a:uFillTx/>
                <a:ea typeface="+mn-ea"/>
                <a:cs typeface="Arial" panose="020B0604020202020204" pitchFamily="34" charset="0"/>
              </a:rPr>
              <a:t>(including if the candidate uses “we”) </a:t>
            </a:r>
          </a:p>
        </p:txBody>
      </p:sp>
      <p:sp>
        <p:nvSpPr>
          <p:cNvPr id="27" name="TextBox 26">
            <a:extLst>
              <a:ext uri="{FF2B5EF4-FFF2-40B4-BE49-F238E27FC236}">
                <a16:creationId xmlns:a16="http://schemas.microsoft.com/office/drawing/2014/main" id="{E9ED22E1-A911-E25D-4F0D-017D028366B0}"/>
              </a:ext>
            </a:extLst>
          </p:cNvPr>
          <p:cNvSpPr txBox="1">
            <a:spLocks/>
          </p:cNvSpPr>
          <p:nvPr/>
        </p:nvSpPr>
        <p:spPr>
          <a:xfrm>
            <a:off x="6862814" y="3398491"/>
            <a:ext cx="4774450" cy="110030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was their specific role? </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actions did they take?</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led them to that decision?</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Who did they involve?</a:t>
            </a:r>
          </a:p>
        </p:txBody>
      </p:sp>
      <p:sp>
        <p:nvSpPr>
          <p:cNvPr id="31" name="TextBox 30">
            <a:extLst>
              <a:ext uri="{FF2B5EF4-FFF2-40B4-BE49-F238E27FC236}">
                <a16:creationId xmlns:a16="http://schemas.microsoft.com/office/drawing/2014/main" id="{99296C71-AA3A-25A6-2136-A4E766F5FD72}"/>
              </a:ext>
            </a:extLst>
          </p:cNvPr>
          <p:cNvSpPr txBox="1">
            <a:spLocks/>
          </p:cNvSpPr>
          <p:nvPr/>
        </p:nvSpPr>
        <p:spPr>
          <a:xfrm>
            <a:off x="4715714" y="4987152"/>
            <a:ext cx="1800589" cy="246220"/>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Result</a:t>
            </a:r>
          </a:p>
        </p:txBody>
      </p:sp>
      <p:sp>
        <p:nvSpPr>
          <p:cNvPr id="33" name="TextBox 32">
            <a:extLst>
              <a:ext uri="{FF2B5EF4-FFF2-40B4-BE49-F238E27FC236}">
                <a16:creationId xmlns:a16="http://schemas.microsoft.com/office/drawing/2014/main" id="{EC30CDE6-8FD6-7A7E-C97B-21886BF1FAAA}"/>
              </a:ext>
            </a:extLst>
          </p:cNvPr>
          <p:cNvSpPr txBox="1">
            <a:spLocks/>
          </p:cNvSpPr>
          <p:nvPr/>
        </p:nvSpPr>
        <p:spPr>
          <a:xfrm>
            <a:off x="6862814" y="4987152"/>
            <a:ext cx="4774450" cy="110030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was the outcome and impact?</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How did they know they made a difference?</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How did they impact their team / organization?</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did they learn from that experience?</a:t>
            </a:r>
          </a:p>
        </p:txBody>
      </p:sp>
      <p:sp>
        <p:nvSpPr>
          <p:cNvPr id="35" name="TextBox 34">
            <a:extLst>
              <a:ext uri="{FF2B5EF4-FFF2-40B4-BE49-F238E27FC236}">
                <a16:creationId xmlns:a16="http://schemas.microsoft.com/office/drawing/2014/main" id="{AB50C252-F6B6-0CED-40E1-2A50F33BBB82}"/>
              </a:ext>
            </a:extLst>
          </p:cNvPr>
          <p:cNvSpPr txBox="1">
            <a:spLocks/>
          </p:cNvSpPr>
          <p:nvPr/>
        </p:nvSpPr>
        <p:spPr>
          <a:xfrm>
            <a:off x="4715714" y="2165461"/>
            <a:ext cx="1800589" cy="24622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Situation / Task </a:t>
            </a:r>
          </a:p>
        </p:txBody>
      </p:sp>
      <p:sp>
        <p:nvSpPr>
          <p:cNvPr id="36" name="TextBox 35">
            <a:extLst>
              <a:ext uri="{FF2B5EF4-FFF2-40B4-BE49-F238E27FC236}">
                <a16:creationId xmlns:a16="http://schemas.microsoft.com/office/drawing/2014/main" id="{AEB7BA23-E41A-4FD0-5DF3-EBA2811F2670}"/>
              </a:ext>
            </a:extLst>
          </p:cNvPr>
          <p:cNvSpPr txBox="1">
            <a:spLocks/>
          </p:cNvSpPr>
          <p:nvPr/>
        </p:nvSpPr>
        <p:spPr>
          <a:xfrm>
            <a:off x="6862814" y="2165461"/>
            <a:ext cx="4774450" cy="81560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was the objective or challenge?</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What obstacles were they trying to overcome?</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ea typeface="+mn-ea"/>
                <a:cs typeface="+mn-cs"/>
              </a:rPr>
              <a:t>Who were the stakeholders or target audience?</a:t>
            </a:r>
          </a:p>
        </p:txBody>
      </p:sp>
      <p:sp>
        <p:nvSpPr>
          <p:cNvPr id="39" name="Oval 38">
            <a:extLst>
              <a:ext uri="{FF2B5EF4-FFF2-40B4-BE49-F238E27FC236}">
                <a16:creationId xmlns:a16="http://schemas.microsoft.com/office/drawing/2014/main" id="{35F4780A-E746-77AC-F8B8-2D9516271D98}"/>
              </a:ext>
            </a:extLst>
          </p:cNvPr>
          <p:cNvSpPr/>
          <p:nvPr/>
        </p:nvSpPr>
        <p:spPr>
          <a:xfrm>
            <a:off x="4270875" y="1908052"/>
            <a:ext cx="270307" cy="270307"/>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41" name="Graphic 40">
            <a:extLst>
              <a:ext uri="{FF2B5EF4-FFF2-40B4-BE49-F238E27FC236}">
                <a16:creationId xmlns:a16="http://schemas.microsoft.com/office/drawing/2014/main" id="{0A2E1018-3DA0-AB66-966C-DE4ED18F93C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76069" y="1913246"/>
            <a:ext cx="259918" cy="259918"/>
          </a:xfrm>
          <a:prstGeom prst="rect">
            <a:avLst/>
          </a:prstGeom>
        </p:spPr>
      </p:pic>
      <p:sp>
        <p:nvSpPr>
          <p:cNvPr id="19" name="TextBox 18">
            <a:extLst>
              <a:ext uri="{FF2B5EF4-FFF2-40B4-BE49-F238E27FC236}">
                <a16:creationId xmlns:a16="http://schemas.microsoft.com/office/drawing/2014/main" id="{4B88EFE8-4F02-E8A5-6520-047C1FCFC133}"/>
              </a:ext>
            </a:extLst>
          </p:cNvPr>
          <p:cNvSpPr txBox="1">
            <a:spLocks/>
          </p:cNvSpPr>
          <p:nvPr/>
        </p:nvSpPr>
        <p:spPr>
          <a:xfrm>
            <a:off x="554736" y="1454576"/>
            <a:ext cx="2817681" cy="553998"/>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1" i="0" u="none" strike="noStrike" kern="1200" cap="none" spc="0" normalizeH="0" baseline="0" noProof="0">
                <a:ln>
                  <a:noFill/>
                </a:ln>
                <a:solidFill>
                  <a:srgbClr val="000000"/>
                </a:solidFill>
                <a:effectLst/>
                <a:uLnTx/>
                <a:uFillTx/>
                <a:ea typeface="+mn-ea"/>
                <a:cs typeface="Arial" panose="020B0604020202020204" pitchFamily="34" charset="0"/>
              </a:rPr>
              <a:t>Responses that require follow up</a:t>
            </a:r>
          </a:p>
        </p:txBody>
      </p:sp>
      <p:sp>
        <p:nvSpPr>
          <p:cNvPr id="22" name="TextBox 21">
            <a:extLst>
              <a:ext uri="{FF2B5EF4-FFF2-40B4-BE49-F238E27FC236}">
                <a16:creationId xmlns:a16="http://schemas.microsoft.com/office/drawing/2014/main" id="{E73FA6D6-ED1E-3E57-DD2E-479978AE2988}"/>
              </a:ext>
            </a:extLst>
          </p:cNvPr>
          <p:cNvSpPr txBox="1">
            <a:spLocks/>
          </p:cNvSpPr>
          <p:nvPr/>
        </p:nvSpPr>
        <p:spPr>
          <a:xfrm>
            <a:off x="554736" y="2165461"/>
            <a:ext cx="3541606" cy="3585597"/>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0" algn="l" defTabSz="914400" rtl="0" eaLnBrk="1" fontAlgn="base" latinLnBrk="0" hangingPunct="1">
              <a:lnSpc>
                <a:spcPct val="100000"/>
              </a:lnSpc>
              <a:spcBef>
                <a:spcPts val="300"/>
              </a:spcBef>
              <a:spcAft>
                <a:spcPts val="300"/>
              </a:spcAft>
              <a:buClrTx/>
              <a:buSzPct val="110000"/>
              <a:buNone/>
              <a:tabLst/>
              <a:defRPr/>
            </a:pPr>
            <a:r>
              <a:rPr kumimoji="0" lang="en-US" sz="1600" b="1" i="0" u="none" strike="noStrike" kern="1200" cap="none" spc="0" normalizeH="0" baseline="0" noProof="0" dirty="0">
                <a:ln>
                  <a:noFill/>
                </a:ln>
                <a:solidFill>
                  <a:srgbClr val="000000"/>
                </a:solidFill>
                <a:effectLst/>
                <a:uLnTx/>
                <a:uFillTx/>
                <a:ea typeface="+mn-ea"/>
                <a:cs typeface="Arial" panose="020B0604020202020204" pitchFamily="34" charset="0"/>
              </a:rPr>
              <a:t>False STARs</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ea typeface="+mn-ea"/>
                <a:cs typeface="+mn-cs"/>
              </a:rPr>
              <a:t>Statements with lots of glitter but no substance</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ea typeface="+mn-ea"/>
                <a:cs typeface="+mn-cs"/>
              </a:rPr>
              <a:t>Vague statements</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ea typeface="+mn-ea"/>
                <a:cs typeface="+mn-cs"/>
              </a:rPr>
              <a:t>Opinions</a:t>
            </a:r>
          </a:p>
          <a:p>
            <a:pPr marR="0" lvl="1" algn="l" defTabSz="914400" rtl="0" eaLnBrk="1" fontAlgn="base" latinLnBrk="0" hangingPunct="1">
              <a:lnSpc>
                <a:spcPct val="100000"/>
              </a:lnSpc>
              <a:spcBef>
                <a:spcPts val="0"/>
              </a:spcBef>
              <a:spcAft>
                <a:spcPts val="1200"/>
              </a:spcAft>
              <a:buClr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ea typeface="+mn-ea"/>
                <a:cs typeface="+mn-cs"/>
              </a:rPr>
              <a:t>Theoretical or future-oriented statements</a:t>
            </a:r>
          </a:p>
          <a:p>
            <a:pPr marR="0" lvl="0" algn="l" defTabSz="914400" rtl="0" eaLnBrk="1" fontAlgn="base" latinLnBrk="0" hangingPunct="1">
              <a:lnSpc>
                <a:spcPct val="100000"/>
              </a:lnSpc>
              <a:spcBef>
                <a:spcPts val="300"/>
              </a:spcBef>
              <a:spcAft>
                <a:spcPts val="300"/>
              </a:spcAft>
              <a:buClrTx/>
              <a:buSzPct val="110000"/>
              <a:buNone/>
              <a:tabLst/>
              <a:defRPr/>
            </a:pPr>
            <a:r>
              <a:rPr kumimoji="0" lang="en-US" sz="1600" b="1" i="0" u="none" strike="noStrike" kern="1200" cap="none" spc="0" normalizeH="0" baseline="0" noProof="0" dirty="0">
                <a:ln>
                  <a:noFill/>
                </a:ln>
                <a:solidFill>
                  <a:srgbClr val="000000"/>
                </a:solidFill>
                <a:effectLst/>
                <a:uLnTx/>
                <a:uFillTx/>
                <a:ea typeface="+mn-ea"/>
                <a:cs typeface="Arial" panose="020B0604020202020204" pitchFamily="34" charset="0"/>
              </a:rPr>
              <a:t>Partial STARs</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ea typeface="+mn-ea"/>
                <a:cs typeface="+mn-cs"/>
              </a:rPr>
              <a:t>Only receive Situation and Action, but no Result</a:t>
            </a:r>
          </a:p>
          <a:p>
            <a:pPr marR="0" lvl="1" algn="l" defTabSz="914400" rtl="0" eaLnBrk="1" fontAlgn="base" latinLnBrk="0" hangingPunct="1">
              <a:lnSpc>
                <a:spcPct val="100000"/>
              </a:lnSpc>
              <a:spcBef>
                <a:spcPts val="0"/>
              </a:spcBef>
              <a:spcAft>
                <a:spcPts val="300"/>
              </a:spcAft>
              <a:buClr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ea typeface="+mn-ea"/>
                <a:cs typeface="+mn-cs"/>
              </a:rPr>
              <a:t>Receive Situation and Result, but only vague Actions</a:t>
            </a:r>
          </a:p>
        </p:txBody>
      </p:sp>
      <p:cxnSp>
        <p:nvCxnSpPr>
          <p:cNvPr id="9" name="LineSeparatorDefault 6">
            <a:extLst>
              <a:ext uri="{FF2B5EF4-FFF2-40B4-BE49-F238E27FC236}">
                <a16:creationId xmlns:a16="http://schemas.microsoft.com/office/drawing/2014/main" id="{64DD677D-BC9C-EBB6-EBA1-350666CB326A}"/>
              </a:ext>
            </a:extLst>
          </p:cNvPr>
          <p:cNvCxnSpPr>
            <a:cxnSpLocks/>
          </p:cNvCxnSpPr>
          <p:nvPr>
            <p:custDataLst>
              <p:tags r:id="rId7"/>
            </p:custDataLst>
          </p:nvPr>
        </p:nvCxnSpPr>
        <p:spPr>
          <a:xfrm>
            <a:off x="554736" y="2043205"/>
            <a:ext cx="3541606"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429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69E9F9E2-079C-411C-A135-9394D0A857A8}"/>
              </a:ext>
            </a:extLst>
          </p:cNvPr>
          <p:cNvGraphicFramePr>
            <a:graphicFrameLocks noChangeAspect="1"/>
          </p:cNvGraphicFramePr>
          <p:nvPr>
            <p:custDataLst>
              <p:tags r:id="rId1"/>
            </p:custDataLst>
            <p:extLst>
              <p:ext uri="{D42A27DB-BD31-4B8C-83A1-F6EECF244321}">
                <p14:modId xmlns:p14="http://schemas.microsoft.com/office/powerpoint/2010/main" val="3067371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06" imgH="306" progId="TCLayout.ActiveDocument.1">
                  <p:embed/>
                </p:oleObj>
              </mc:Choice>
              <mc:Fallback>
                <p:oleObj name="think-cell Slide" r:id="rId11" imgW="306" imgH="306" progId="TCLayout.ActiveDocument.1">
                  <p:embed/>
                  <p:pic>
                    <p:nvPicPr>
                      <p:cNvPr id="6" name="Object 6" hidden="1">
                        <a:extLst>
                          <a:ext uri="{FF2B5EF4-FFF2-40B4-BE49-F238E27FC236}">
                            <a16:creationId xmlns:a16="http://schemas.microsoft.com/office/drawing/2014/main" id="{69E9F9E2-079C-411C-A135-9394D0A857A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4" name="Rectangle 3" hidden="1">
            <a:extLst>
              <a:ext uri="{FF2B5EF4-FFF2-40B4-BE49-F238E27FC236}">
                <a16:creationId xmlns:a16="http://schemas.microsoft.com/office/drawing/2014/main" id="{F47BA3BB-4429-4ABB-85F6-7550B902339F}"/>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sym typeface="Arial Narrow" panose="020B0606020202030204" pitchFamily="34" charset="0"/>
            </a:endParaRPr>
          </a:p>
        </p:txBody>
      </p:sp>
      <p:sp>
        <p:nvSpPr>
          <p:cNvPr id="8" name="Text Placeholder 7">
            <a:extLst>
              <a:ext uri="{FF2B5EF4-FFF2-40B4-BE49-F238E27FC236}">
                <a16:creationId xmlns:a16="http://schemas.microsoft.com/office/drawing/2014/main" id="{FAF9AC35-2115-1A7B-5AA7-84D06C97990E}"/>
              </a:ext>
            </a:extLst>
          </p:cNvPr>
          <p:cNvSpPr>
            <a:spLocks noGrp="1"/>
          </p:cNvSpPr>
          <p:nvPr>
            <p:ph type="body" sz="quarter" idx="17"/>
          </p:nvPr>
        </p:nvSpPr>
        <p:spPr/>
        <p:txBody>
          <a:bodyPr/>
          <a:lstStyle/>
          <a:p>
            <a:endParaRPr lang="en-US"/>
          </a:p>
        </p:txBody>
      </p:sp>
      <p:sp>
        <p:nvSpPr>
          <p:cNvPr id="2" name="2. Slide Title">
            <a:extLst>
              <a:ext uri="{FF2B5EF4-FFF2-40B4-BE49-F238E27FC236}">
                <a16:creationId xmlns:a16="http://schemas.microsoft.com/office/drawing/2014/main" id="{EBD7A51F-E77C-420C-8744-461F4DC62AE2}"/>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a:t>Avoid asking questions about prohibited characteristics</a:t>
            </a:r>
          </a:p>
        </p:txBody>
      </p:sp>
      <p:grpSp>
        <p:nvGrpSpPr>
          <p:cNvPr id="12" name="Group 11">
            <a:extLst>
              <a:ext uri="{FF2B5EF4-FFF2-40B4-BE49-F238E27FC236}">
                <a16:creationId xmlns:a16="http://schemas.microsoft.com/office/drawing/2014/main" id="{17C870BB-40EF-1049-3D33-44425F2EEC95}"/>
              </a:ext>
            </a:extLst>
          </p:cNvPr>
          <p:cNvGrpSpPr/>
          <p:nvPr/>
        </p:nvGrpSpPr>
        <p:grpSpPr>
          <a:xfrm>
            <a:off x="554736" y="5802075"/>
            <a:ext cx="7918704" cy="571883"/>
            <a:chOff x="554736" y="5483099"/>
            <a:chExt cx="7918704" cy="571883"/>
          </a:xfrm>
        </p:grpSpPr>
        <p:cxnSp>
          <p:nvCxnSpPr>
            <p:cNvPr id="35" name="LineSeparatorDefault 6">
              <a:extLst>
                <a:ext uri="{FF2B5EF4-FFF2-40B4-BE49-F238E27FC236}">
                  <a16:creationId xmlns:a16="http://schemas.microsoft.com/office/drawing/2014/main" id="{176FCD6D-66FD-4CB7-B48B-6F5F2F607D9E}"/>
                </a:ext>
              </a:extLst>
            </p:cNvPr>
            <p:cNvCxnSpPr>
              <a:cxnSpLocks/>
            </p:cNvCxnSpPr>
            <p:nvPr>
              <p:custDataLst>
                <p:tags r:id="rId8"/>
              </p:custDataLst>
            </p:nvPr>
          </p:nvCxnSpPr>
          <p:spPr>
            <a:xfrm>
              <a:off x="554736" y="5483099"/>
              <a:ext cx="7918704" cy="0"/>
            </a:xfrm>
            <a:prstGeom prst="straightConnector1">
              <a:avLst/>
            </a:prstGeom>
            <a:ln w="190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15E0507-179B-AC3A-A608-5A86D68F5D11}"/>
                </a:ext>
              </a:extLst>
            </p:cNvPr>
            <p:cNvSpPr txBox="1">
              <a:spLocks/>
            </p:cNvSpPr>
            <p:nvPr/>
          </p:nvSpPr>
          <p:spPr>
            <a:xfrm>
              <a:off x="554736" y="5593317"/>
              <a:ext cx="7918704" cy="461665"/>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ctr"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ea typeface="Verdana" panose="020B0604030504040204" pitchFamily="34" charset="0"/>
                  <a:cs typeface="Arial" panose="020B0604020202020204" pitchFamily="34" charset="0"/>
                </a:rPr>
                <a:t>Think about the conversational questions you tend to ask and whether they contribute to a candidate’s ability to do the job well</a:t>
              </a:r>
              <a:endParaRPr kumimoji="0" lang="sv-SE" sz="1400" b="1" i="0" u="none" strike="noStrike" kern="1200" cap="none" spc="0" normalizeH="0" baseline="0" noProof="0">
                <a:ln>
                  <a:noFill/>
                </a:ln>
                <a:solidFill>
                  <a:srgbClr val="000000"/>
                </a:solidFill>
                <a:effectLst/>
                <a:uLnTx/>
                <a:uFillTx/>
                <a:ea typeface="Verdana" panose="020B0604030504040204" pitchFamily="34"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A589802C-3EDB-0FCD-991D-747B683EC94C}"/>
              </a:ext>
            </a:extLst>
          </p:cNvPr>
          <p:cNvCxnSpPr>
            <a:cxnSpLocks/>
          </p:cNvCxnSpPr>
          <p:nvPr>
            <p:custDataLst>
              <p:tags r:id="rId4"/>
            </p:custDataLst>
          </p:nvPr>
        </p:nvCxnSpPr>
        <p:spPr>
          <a:xfrm>
            <a:off x="554736" y="1520267"/>
            <a:ext cx="7918704" cy="0"/>
          </a:xfrm>
          <a:prstGeom prst="line">
            <a:avLst/>
          </a:prstGeom>
          <a:ln w="12700">
            <a:solidFill>
              <a:srgbClr val="7F7F7F"/>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BF10016-115A-359F-1E49-696307A64B73}"/>
              </a:ext>
            </a:extLst>
          </p:cNvPr>
          <p:cNvSpPr txBox="1">
            <a:spLocks/>
          </p:cNvSpPr>
          <p:nvPr/>
        </p:nvSpPr>
        <p:spPr>
          <a:xfrm>
            <a:off x="550458" y="1232129"/>
            <a:ext cx="6118597" cy="246221"/>
          </a:xfrm>
          <a:prstGeom prst="rect">
            <a:avLst/>
          </a:prstGeom>
        </p:spPr>
        <p:txBody>
          <a:bodyPr vert="horz" wrap="square" lIns="0" tIns="0" rIns="0" bIns="0" rtlCol="0" anchor="b"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sv-SE" b="1" i="0" u="none" strike="noStrike" kern="1200" cap="none" spc="0" normalizeH="0" baseline="0" noProof="0">
                <a:ln>
                  <a:noFill/>
                </a:ln>
                <a:solidFill>
                  <a:srgbClr val="000000"/>
                </a:solidFill>
                <a:effectLst/>
                <a:uLnTx/>
                <a:uFillTx/>
                <a:ea typeface="+mn-ea"/>
                <a:cs typeface="Arial" panose="020B0604020202020204" pitchFamily="34" charset="0"/>
              </a:rPr>
              <a:t>Prohibited characteristics (not exhaustive)</a:t>
            </a:r>
          </a:p>
        </p:txBody>
      </p:sp>
      <p:sp>
        <p:nvSpPr>
          <p:cNvPr id="14" name="TextBox 13">
            <a:extLst>
              <a:ext uri="{FF2B5EF4-FFF2-40B4-BE49-F238E27FC236}">
                <a16:creationId xmlns:a16="http://schemas.microsoft.com/office/drawing/2014/main" id="{C6449BB8-2D4C-1B93-FECC-52F5F77635CB}"/>
              </a:ext>
            </a:extLst>
          </p:cNvPr>
          <p:cNvSpPr txBox="1">
            <a:spLocks/>
          </p:cNvSpPr>
          <p:nvPr>
            <p:custDataLst>
              <p:tags r:id="rId5"/>
            </p:custDataLst>
          </p:nvPr>
        </p:nvSpPr>
        <p:spPr>
          <a:xfrm>
            <a:off x="554736" y="1647416"/>
            <a:ext cx="7918704" cy="3581383"/>
          </a:xfrm>
          <a:prstGeom prst="rect">
            <a:avLst/>
          </a:prstGeom>
        </p:spPr>
        <p:txBody>
          <a:bodyPr vert="horz" wrap="square" lIns="0" tIns="0" rIns="0" bIns="0" numCol="2" rtlCol="0" anchor="t">
            <a:noAutofit/>
          </a:bodyPr>
          <a:lstStyle>
            <a:lvl1pPr marL="0" lvl="0" indent="0" defTabSz="1218026" eaLnBrk="1" latinLnBrk="0" hangingPunct="1">
              <a:buClr>
                <a:schemeClr val="tx2"/>
              </a:buClr>
              <a:buSzPct val="100000"/>
              <a:defRPr lang="x-none" sz="1600" baseline="0">
                <a:latin typeface="+mn-lt"/>
              </a:defRPr>
            </a:lvl1pPr>
            <a:lvl2pPr marL="192024" lvl="1" indent="-192024" defTabSz="1218026" eaLnBrk="1" latinLnBrk="0" hangingPunct="1">
              <a:buClr>
                <a:schemeClr val="tx2"/>
              </a:buClr>
              <a:buSzPct val="125000"/>
              <a:buFont typeface="Arial" panose="020B0604020202020204" pitchFamily="34" charset="0"/>
              <a:buChar char="▪"/>
              <a:defRPr lang="x-none" sz="1600" baseline="0">
                <a:latin typeface="+mn-lt"/>
              </a:defRPr>
            </a:lvl2pPr>
            <a:lvl3pPr marL="417513" lvl="2" indent="-225425" defTabSz="1218026" eaLnBrk="1" latinLnBrk="0" hangingPunct="1">
              <a:buClr>
                <a:schemeClr val="tx2"/>
              </a:buClr>
              <a:buSzPct val="120000"/>
              <a:buFont typeface="Arial" panose="020B0604020202020204" pitchFamily="34" charset="0"/>
              <a:buChar char="•"/>
              <a:defRPr lang="x-none" sz="1600" baseline="0">
                <a:latin typeface="+mn-lt"/>
              </a:defRPr>
            </a:lvl3pPr>
            <a:lvl4pPr marL="612775" lvl="3" indent="-203200" defTabSz="1218026" eaLnBrk="1" latinLnBrk="0" hangingPunct="1">
              <a:buClr>
                <a:schemeClr val="tx2"/>
              </a:buClr>
              <a:buSzPct val="100000"/>
              <a:buFont typeface="Avenir LT Pro 45 Book" panose="020B0502020203020204" pitchFamily="34" charset="0"/>
              <a:buChar char="–"/>
              <a:defRPr lang="x-none" sz="1600" baseline="0">
                <a:latin typeface="+mn-lt"/>
              </a:defRPr>
            </a:lvl4pPr>
            <a:lvl5pPr marL="779463" lvl="4" indent="-166688" defTabSz="1218026" eaLnBrk="1" latinLnBrk="0" hangingPunct="1">
              <a:buClr>
                <a:schemeClr val="tx2"/>
              </a:buClr>
              <a:buSzPct val="89000"/>
              <a:buFont typeface="Arial" charset="0"/>
              <a:buChar char="-"/>
              <a:defRPr lang="x-none" sz="1600" baseline="0">
                <a:latin typeface="+mn-lt"/>
              </a:defRPr>
            </a:lvl5pPr>
            <a:lvl6pPr marL="1020030" indent="-177089" defTabSz="1218026" fontAlgn="base">
              <a:spcBef>
                <a:spcPct val="0"/>
              </a:spcBef>
              <a:spcAft>
                <a:spcPct val="0"/>
              </a:spcAft>
              <a:buClr>
                <a:schemeClr val="tx2"/>
              </a:buClr>
              <a:buSzPct val="89000"/>
              <a:buFont typeface="Arial" charset="0"/>
              <a:buChar char="-"/>
              <a:defRPr lang="x-none" sz="2176" baseline="0">
                <a:latin typeface="+mn-lt"/>
              </a:defRPr>
            </a:lvl6pPr>
            <a:lvl7pPr marL="1020030" indent="-177089" defTabSz="1218026" fontAlgn="base">
              <a:spcBef>
                <a:spcPct val="0"/>
              </a:spcBef>
              <a:spcAft>
                <a:spcPct val="0"/>
              </a:spcAft>
              <a:buClr>
                <a:schemeClr val="tx2"/>
              </a:buClr>
              <a:buSzPct val="89000"/>
              <a:buFont typeface="Arial" charset="0"/>
              <a:buChar char="-"/>
              <a:defRPr lang="x-none" sz="2176" baseline="0">
                <a:latin typeface="+mn-lt"/>
              </a:defRPr>
            </a:lvl7pPr>
            <a:lvl8pPr marL="1020030" indent="-177089" defTabSz="1218026" fontAlgn="base">
              <a:spcBef>
                <a:spcPct val="0"/>
              </a:spcBef>
              <a:spcAft>
                <a:spcPct val="0"/>
              </a:spcAft>
              <a:buClr>
                <a:schemeClr val="tx2"/>
              </a:buClr>
              <a:buSzPct val="89000"/>
              <a:buFont typeface="Arial" charset="0"/>
              <a:buChar char="-"/>
              <a:defRPr lang="x-none" sz="2176" baseline="0">
                <a:latin typeface="+mn-lt"/>
              </a:defRPr>
            </a:lvl8pPr>
            <a:lvl9pPr marL="1020030" indent="-177089" defTabSz="1218026" fontAlgn="base">
              <a:spcBef>
                <a:spcPct val="0"/>
              </a:spcBef>
              <a:spcAft>
                <a:spcPct val="0"/>
              </a:spcAft>
              <a:buClr>
                <a:schemeClr val="tx2"/>
              </a:buClr>
              <a:buSzPct val="89000"/>
              <a:buFont typeface="Arial" charset="0"/>
              <a:buChar char="-"/>
              <a:defRPr lang="x-none" sz="2176" baseline="0">
                <a:latin typeface="+mn-lt"/>
              </a:defRPr>
            </a:lvl9pPr>
          </a:lstStyle>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National origin, citizenship, immigration status</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sv-SE" sz="1400" b="0" i="0" u="none" strike="noStrike" kern="1200" cap="none" spc="0" normalizeH="0" baseline="0" noProof="0">
                <a:ln>
                  <a:noFill/>
                </a:ln>
                <a:solidFill>
                  <a:srgbClr val="000000"/>
                </a:solidFill>
                <a:effectLst/>
                <a:uLnTx/>
                <a:uFillTx/>
                <a:ea typeface="+mn-ea"/>
                <a:cs typeface="+mn-cs"/>
              </a:rPr>
              <a:t>Marital status</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sv-SE" sz="1400" b="0" i="0" u="none" strike="noStrike" kern="1200" cap="none" spc="0" normalizeH="0" baseline="0" noProof="0">
                <a:ln>
                  <a:noFill/>
                </a:ln>
                <a:solidFill>
                  <a:srgbClr val="000000"/>
                </a:solidFill>
                <a:effectLst/>
                <a:uLnTx/>
                <a:uFillTx/>
                <a:ea typeface="+mn-ea"/>
                <a:cs typeface="+mn-cs"/>
              </a:rPr>
              <a:t>Race (including associated characteristics like hair texture, afros, braids, etc.) or color</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sv-SE" sz="1400" b="0" i="0" u="none" strike="noStrike" kern="1200" cap="none" spc="0" normalizeH="0" baseline="0" noProof="0">
                <a:ln>
                  <a:noFill/>
                </a:ln>
                <a:solidFill>
                  <a:srgbClr val="000000"/>
                </a:solidFill>
                <a:effectLst/>
                <a:uLnTx/>
                <a:uFillTx/>
                <a:ea typeface="+mn-ea"/>
                <a:cs typeface="+mn-cs"/>
              </a:rPr>
              <a:t>Religion, holidays observed</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sv-SE" sz="1400" b="0" i="0" u="none" strike="noStrike" kern="1200" cap="none" spc="0" normalizeH="0" baseline="0" noProof="0">
                <a:ln>
                  <a:noFill/>
                </a:ln>
                <a:solidFill>
                  <a:srgbClr val="000000"/>
                </a:solidFill>
                <a:effectLst/>
                <a:uLnTx/>
                <a:uFillTx/>
                <a:ea typeface="+mn-ea"/>
                <a:cs typeface="+mn-cs"/>
              </a:rPr>
              <a:t>Family status, children, pregnancy</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Age, birth date, graduation year</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sv-SE" sz="1400" b="0" i="0" u="none" strike="noStrike" kern="1200" cap="none" spc="0" normalizeH="0" baseline="0" noProof="0">
                <a:ln>
                  <a:noFill/>
                </a:ln>
                <a:solidFill>
                  <a:srgbClr val="000000"/>
                </a:solidFill>
                <a:effectLst/>
                <a:uLnTx/>
                <a:uFillTx/>
                <a:ea typeface="+mn-ea"/>
                <a:cs typeface="+mn-cs"/>
              </a:rPr>
              <a:t>Salary history or current salary/compensation</a:t>
            </a:r>
            <a:endParaRPr kumimoji="0" lang="en-US"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Native language</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Home ownership or socioeconomic status</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Recent periods of unemployment</a:t>
            </a:r>
            <a:endParaRPr lang="en-US" sz="1400">
              <a:solidFill>
                <a:srgbClr val="000000"/>
              </a:solidFill>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Preference for male/female co-workers</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Sexual orientation</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lang="en-US" sz="1400">
                <a:solidFill>
                  <a:srgbClr val="000000"/>
                </a:solidFill>
              </a:rPr>
              <a:t>Gender, gender identity, gender expression</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lang="en-US" sz="1400">
              <a:solidFill>
                <a:srgbClr val="000000"/>
              </a:solidFill>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lang="en-US" sz="1400">
              <a:solidFill>
                <a:srgbClr val="000000"/>
              </a:solidFill>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Genetic information</a:t>
            </a:r>
            <a:endParaRPr lang="en-US" sz="1400">
              <a:solidFill>
                <a:srgbClr val="000000"/>
              </a:solidFill>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lang="en-US" sz="1400">
                <a:solidFill>
                  <a:srgbClr val="000000"/>
                </a:solidFill>
              </a:rPr>
              <a:t>Political ideology</a:t>
            </a:r>
            <a:endParaRPr kumimoji="0" lang="en-US"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Criminal record</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Disability, medical history, or workers compensation history</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lang="en-US" sz="1400">
                <a:solidFill>
                  <a:srgbClr val="000000"/>
                </a:solidFill>
              </a:rPr>
              <a:t>Veteran or military status</a:t>
            </a:r>
            <a:endParaRPr kumimoji="0" lang="en-US"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Physical appearance</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Weekend work (unless required for the job)</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Hometown or current living area</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Travel or other hobbies that may allude to socioeconomic status</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lang="en-US" sz="1400">
                <a:solidFill>
                  <a:srgbClr val="000000"/>
                </a:solidFill>
              </a:rPr>
              <a:t>Organizations to which the candidate belongs</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mn-cs"/>
              </a:rPr>
              <a:t>Any other characteristic that is protected, personal, or sensitive – use your best judgement</a:t>
            </a: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kumimoji="0" lang="sv-SE"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kumimoji="0" lang="sv-SE" sz="1400" b="0" i="0" u="none" strike="noStrike" kern="1200" cap="none" spc="0" normalizeH="0" baseline="0" noProof="0">
              <a:ln>
                <a:noFill/>
              </a:ln>
              <a:solidFill>
                <a:srgbClr val="000000"/>
              </a:solidFill>
              <a:effectLst/>
              <a:uLnTx/>
              <a:uFillTx/>
              <a:ea typeface="+mn-ea"/>
              <a:cs typeface="+mn-cs"/>
            </a:endParaRPr>
          </a:p>
          <a:p>
            <a:pPr marL="192024" marR="0" lvl="1" indent="-192024" algn="l" defTabSz="1218026" rtl="0" eaLnBrk="1" fontAlgn="base" latinLnBrk="0" hangingPunct="1">
              <a:lnSpc>
                <a:spcPct val="100000"/>
              </a:lnSpc>
              <a:spcBef>
                <a:spcPts val="0"/>
              </a:spcBef>
              <a:spcAft>
                <a:spcPts val="600"/>
              </a:spcAft>
              <a:buClrTx/>
              <a:buSzPct val="110000"/>
              <a:buFont typeface="Arial" panose="020B0604020202020204" pitchFamily="34" charset="0"/>
              <a:buChar char="•"/>
              <a:tabLst/>
              <a:defRPr/>
            </a:pPr>
            <a:endParaRPr kumimoji="0" lang="sv-SE" sz="1400" b="0" i="0" u="none" strike="noStrike" kern="1200" cap="none" spc="0" normalizeH="0" baseline="0" noProof="0">
              <a:ln>
                <a:noFill/>
              </a:ln>
              <a:solidFill>
                <a:srgbClr val="000000"/>
              </a:solidFill>
              <a:effectLst/>
              <a:uLnTx/>
              <a:uFillTx/>
              <a:ea typeface="+mn-ea"/>
              <a:cs typeface="+mn-cs"/>
            </a:endParaRPr>
          </a:p>
        </p:txBody>
      </p:sp>
      <p:grpSp>
        <p:nvGrpSpPr>
          <p:cNvPr id="13" name="Group 12">
            <a:extLst>
              <a:ext uri="{FF2B5EF4-FFF2-40B4-BE49-F238E27FC236}">
                <a16:creationId xmlns:a16="http://schemas.microsoft.com/office/drawing/2014/main" id="{FBEF3D94-9A84-1096-C881-7AAEC410550A}"/>
              </a:ext>
            </a:extLst>
          </p:cNvPr>
          <p:cNvGrpSpPr/>
          <p:nvPr/>
        </p:nvGrpSpPr>
        <p:grpSpPr>
          <a:xfrm>
            <a:off x="9053309" y="1613576"/>
            <a:ext cx="2588233" cy="3774597"/>
            <a:chOff x="9053309" y="1901714"/>
            <a:chExt cx="2588233" cy="3774597"/>
          </a:xfrm>
        </p:grpSpPr>
        <p:sp>
          <p:nvSpPr>
            <p:cNvPr id="49" name="TextBox 48">
              <a:extLst>
                <a:ext uri="{FF2B5EF4-FFF2-40B4-BE49-F238E27FC236}">
                  <a16:creationId xmlns:a16="http://schemas.microsoft.com/office/drawing/2014/main" id="{ECCC2F0E-7E91-5E2D-B993-715257444CF0}"/>
                </a:ext>
              </a:extLst>
            </p:cNvPr>
            <p:cNvSpPr txBox="1">
              <a:spLocks/>
            </p:cNvSpPr>
            <p:nvPr/>
          </p:nvSpPr>
          <p:spPr>
            <a:xfrm>
              <a:off x="9053309" y="2306830"/>
              <a:ext cx="2588233" cy="2092881"/>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fontAlgn="base">
                <a:buClr>
                  <a:srgbClr val="EF411E"/>
                </a:buClr>
                <a:defRPr/>
              </a:pPr>
              <a:r>
                <a:rPr lang="en-US" sz="1400" dirty="0">
                  <a:solidFill>
                    <a:srgbClr val="000000"/>
                  </a:solidFill>
                </a:rPr>
                <a:t>Where does your name come from?</a:t>
              </a:r>
              <a:endParaRPr kumimoji="0" lang="en-US" sz="1400" b="0" i="0" u="none" strike="noStrike" kern="1200" cap="none" spc="0" normalizeH="0" baseline="0" noProof="0" dirty="0">
                <a:ln>
                  <a:noFill/>
                </a:ln>
                <a:solidFill>
                  <a:srgbClr val="000000"/>
                </a:solidFill>
                <a:effectLst/>
                <a:uLnTx/>
                <a:uFillTx/>
                <a:ea typeface="+mn-ea"/>
                <a:cs typeface="+mn-cs"/>
              </a:endParaRPr>
            </a:p>
            <a:p>
              <a:pPr marL="228600" marR="0" lvl="1" indent="-22860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Char char=""/>
                <a:tabLst/>
                <a:defRPr/>
              </a:pPr>
              <a:r>
                <a:rPr kumimoji="0" lang="en-US" sz="1400" b="0" i="0" u="none" strike="noStrike" kern="1200" cap="none" spc="0" normalizeH="0" baseline="0" noProof="0" dirty="0">
                  <a:ln>
                    <a:noFill/>
                  </a:ln>
                  <a:solidFill>
                    <a:srgbClr val="000000"/>
                  </a:solidFill>
                  <a:effectLst/>
                  <a:uLnTx/>
                  <a:uFillTx/>
                  <a:ea typeface="+mn-ea"/>
                  <a:cs typeface="+mn-cs"/>
                </a:rPr>
                <a:t>Are you married? Do you have a family?</a:t>
              </a:r>
              <a:endParaRPr lang="en-US" sz="1400" b="0" i="0" u="none" strike="noStrike" kern="1200" cap="none" spc="0" normalizeH="0" baseline="0" noProof="0" dirty="0">
                <a:ln>
                  <a:noFill/>
                </a:ln>
                <a:solidFill>
                  <a:srgbClr val="000000"/>
                </a:solidFill>
                <a:effectLst/>
                <a:uLnTx/>
                <a:uFillTx/>
                <a:cs typeface="Arial"/>
              </a:endParaRPr>
            </a:p>
            <a:p>
              <a:pPr marL="228600" marR="0" lvl="1" indent="-22860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Char char=""/>
                <a:tabLst/>
                <a:defRPr/>
              </a:pPr>
              <a:r>
                <a:rPr kumimoji="0" lang="en-US" sz="1400" b="0" i="0" u="none" strike="noStrike" kern="1200" cap="none" spc="0" normalizeH="0" baseline="0" noProof="0" dirty="0">
                  <a:ln>
                    <a:noFill/>
                  </a:ln>
                  <a:solidFill>
                    <a:srgbClr val="000000"/>
                  </a:solidFill>
                  <a:effectLst/>
                  <a:uLnTx/>
                  <a:uFillTx/>
                  <a:ea typeface="+mn-ea"/>
                  <a:cs typeface="+mn-cs"/>
                </a:rPr>
                <a:t>Where did you learn to speak Japanese?</a:t>
              </a:r>
              <a:endParaRPr lang="en-US" sz="1400" b="0" i="0" u="none" strike="noStrike" kern="1200" cap="none" spc="0" normalizeH="0" baseline="0" noProof="0" dirty="0">
                <a:ln>
                  <a:noFill/>
                </a:ln>
                <a:solidFill>
                  <a:srgbClr val="000000"/>
                </a:solidFill>
                <a:effectLst/>
                <a:uLnTx/>
                <a:uFillTx/>
                <a:cs typeface="Arial"/>
              </a:endParaRPr>
            </a:p>
            <a:p>
              <a:pPr marL="228600" marR="0" lvl="1" indent="-22860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Char char=""/>
                <a:tabLst/>
                <a:defRPr/>
              </a:pPr>
              <a:r>
                <a:rPr kumimoji="0" lang="sv-SE" sz="1400" b="0" i="0" u="none" strike="noStrike" kern="1200" cap="none" spc="0" normalizeH="0" baseline="0" noProof="0" dirty="0" err="1">
                  <a:ln>
                    <a:noFill/>
                  </a:ln>
                  <a:solidFill>
                    <a:srgbClr val="000000"/>
                  </a:solidFill>
                  <a:effectLst/>
                  <a:uLnTx/>
                  <a:uFillTx/>
                  <a:ea typeface="+mn-ea"/>
                  <a:cs typeface="+mn-cs"/>
                </a:rPr>
                <a:t>Where</a:t>
              </a:r>
              <a:r>
                <a:rPr kumimoji="0" lang="sv-SE" sz="1400" b="0" i="0" u="none" strike="noStrike" kern="1200" cap="none" spc="0" normalizeH="0" baseline="0" noProof="0" dirty="0">
                  <a:ln>
                    <a:noFill/>
                  </a:ln>
                  <a:solidFill>
                    <a:srgbClr val="000000"/>
                  </a:solidFill>
                  <a:effectLst/>
                  <a:uLnTx/>
                  <a:uFillTx/>
                  <a:ea typeface="+mn-ea"/>
                  <a:cs typeface="+mn-cs"/>
                </a:rPr>
                <a:t> do </a:t>
              </a:r>
              <a:r>
                <a:rPr kumimoji="0" lang="sv-SE" sz="1400" b="0" i="0" u="none" strike="noStrike" kern="1200" cap="none" spc="0" normalizeH="0" baseline="0" noProof="0" dirty="0" err="1">
                  <a:ln>
                    <a:noFill/>
                  </a:ln>
                  <a:solidFill>
                    <a:srgbClr val="000000"/>
                  </a:solidFill>
                  <a:effectLst/>
                  <a:uLnTx/>
                  <a:uFillTx/>
                  <a:ea typeface="+mn-ea"/>
                  <a:cs typeface="+mn-cs"/>
                </a:rPr>
                <a:t>you</a:t>
              </a:r>
              <a:r>
                <a:rPr kumimoji="0" lang="sv-SE" sz="1400" b="0" i="0" u="none" strike="noStrike" kern="1200" cap="none" spc="0" normalizeH="0" baseline="0" noProof="0" dirty="0">
                  <a:ln>
                    <a:noFill/>
                  </a:ln>
                  <a:solidFill>
                    <a:srgbClr val="000000"/>
                  </a:solidFill>
                  <a:effectLst/>
                  <a:uLnTx/>
                  <a:uFillTx/>
                  <a:ea typeface="+mn-ea"/>
                  <a:cs typeface="+mn-cs"/>
                </a:rPr>
                <a:t> live? </a:t>
              </a:r>
              <a:r>
                <a:rPr kumimoji="0" lang="en-US" sz="1400" b="0" i="0" u="none" strike="noStrike" kern="1200" cap="none" spc="0" normalizeH="0" baseline="0" noProof="0" dirty="0">
                  <a:ln>
                    <a:noFill/>
                  </a:ln>
                  <a:solidFill>
                    <a:srgbClr val="000000"/>
                  </a:solidFill>
                  <a:effectLst/>
                  <a:uLnTx/>
                  <a:uFillTx/>
                  <a:ea typeface="+mn-ea"/>
                  <a:cs typeface="+mn-cs"/>
                </a:rPr>
                <a:t>Where are you originally from?</a:t>
              </a:r>
              <a:endParaRPr lang="en-US" sz="1400" b="0" i="0" u="none" strike="noStrike" kern="1200" cap="none" spc="0" normalizeH="0" baseline="0" noProof="0" dirty="0">
                <a:ln>
                  <a:noFill/>
                </a:ln>
                <a:solidFill>
                  <a:srgbClr val="000000"/>
                </a:solidFill>
                <a:effectLst/>
                <a:uLnTx/>
                <a:uFillTx/>
                <a:cs typeface="Arial"/>
              </a:endParaRPr>
            </a:p>
            <a:p>
              <a:pPr marL="228600" marR="0" lvl="1" indent="-22860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Char char=""/>
                <a:tabLst/>
                <a:defRPr/>
              </a:pPr>
              <a:r>
                <a:rPr kumimoji="0" lang="en-US" sz="1400" b="0" i="0" u="none" strike="noStrike" kern="1200" cap="none" spc="0" normalizeH="0" baseline="0" noProof="0" dirty="0">
                  <a:ln>
                    <a:noFill/>
                  </a:ln>
                  <a:solidFill>
                    <a:srgbClr val="000000"/>
                  </a:solidFill>
                  <a:effectLst/>
                  <a:uLnTx/>
                  <a:uFillTx/>
                  <a:ea typeface="+mn-ea"/>
                  <a:cs typeface="+mn-cs"/>
                </a:rPr>
                <a:t>Do you like to travel?</a:t>
              </a:r>
              <a:endParaRPr kumimoji="0" lang="sv-SE" sz="1400" b="0" i="0" u="none" strike="noStrike" kern="1200" cap="none" spc="0" normalizeH="0" baseline="0" noProof="0" dirty="0">
                <a:ln>
                  <a:noFill/>
                </a:ln>
                <a:solidFill>
                  <a:srgbClr val="000000"/>
                </a:solidFill>
                <a:effectLst/>
                <a:uLnTx/>
                <a:uFillTx/>
                <a:ea typeface="+mn-ea"/>
                <a:cs typeface="+mn-cs"/>
              </a:endParaRPr>
            </a:p>
          </p:txBody>
        </p:sp>
        <p:grpSp>
          <p:nvGrpSpPr>
            <p:cNvPr id="15" name="Group 14">
              <a:extLst>
                <a:ext uri="{FF2B5EF4-FFF2-40B4-BE49-F238E27FC236}">
                  <a16:creationId xmlns:a16="http://schemas.microsoft.com/office/drawing/2014/main" id="{4ACDB778-C7B6-FD00-6DDA-E0F744648379}"/>
                </a:ext>
              </a:extLst>
            </p:cNvPr>
            <p:cNvGrpSpPr/>
            <p:nvPr/>
          </p:nvGrpSpPr>
          <p:grpSpPr>
            <a:xfrm>
              <a:off x="9053309" y="1901714"/>
              <a:ext cx="2588233" cy="283124"/>
              <a:chOff x="9053309" y="1901714"/>
              <a:chExt cx="2588233" cy="283124"/>
            </a:xfrm>
          </p:grpSpPr>
          <p:pic>
            <p:nvPicPr>
              <p:cNvPr id="9" name="CustomIcon">
                <a:extLst>
                  <a:ext uri="{FF2B5EF4-FFF2-40B4-BE49-F238E27FC236}">
                    <a16:creationId xmlns:a16="http://schemas.microsoft.com/office/drawing/2014/main" id="{3DD23972-9520-7292-8208-7D9844B574C4}"/>
                  </a:ext>
                </a:extLst>
              </p:cNvPr>
              <p:cNvPicPr>
                <a:picLocks/>
              </p:cNvPicPr>
              <p:nvPr>
                <p:custDataLst>
                  <p:tags r:id="rId7"/>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53309" y="1901714"/>
                <a:ext cx="283124" cy="283124"/>
              </a:xfrm>
              <a:prstGeom prst="rect">
                <a:avLst/>
              </a:prstGeom>
            </p:spPr>
          </p:pic>
          <p:sp>
            <p:nvSpPr>
              <p:cNvPr id="10" name="TextBox 9">
                <a:extLst>
                  <a:ext uri="{FF2B5EF4-FFF2-40B4-BE49-F238E27FC236}">
                    <a16:creationId xmlns:a16="http://schemas.microsoft.com/office/drawing/2014/main" id="{3F2F6E3B-9030-3B5F-0154-5E3602C0E21D}"/>
                  </a:ext>
                </a:extLst>
              </p:cNvPr>
              <p:cNvSpPr txBox="1">
                <a:spLocks/>
              </p:cNvSpPr>
              <p:nvPr/>
            </p:nvSpPr>
            <p:spPr>
              <a:xfrm>
                <a:off x="9452177" y="1935554"/>
                <a:ext cx="2189365"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1" indent="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None/>
                  <a:tabLst/>
                  <a:defRPr/>
                </a:pPr>
                <a:r>
                  <a:rPr kumimoji="0" lang="sv-SE" sz="1400" b="1" i="0" u="none" strike="noStrike" kern="1200" cap="none" spc="0" normalizeH="0" baseline="0" noProof="0">
                    <a:ln>
                      <a:noFill/>
                    </a:ln>
                    <a:solidFill>
                      <a:srgbClr val="000000"/>
                    </a:solidFill>
                    <a:effectLst/>
                    <a:uLnTx/>
                    <a:uFillTx/>
                    <a:ea typeface="+mn-ea"/>
                    <a:cs typeface="+mn-cs"/>
                  </a:rPr>
                  <a:t>Do not ask</a:t>
                </a:r>
              </a:p>
            </p:txBody>
          </p:sp>
        </p:grpSp>
        <p:grpSp>
          <p:nvGrpSpPr>
            <p:cNvPr id="3" name="Group 2">
              <a:extLst>
                <a:ext uri="{FF2B5EF4-FFF2-40B4-BE49-F238E27FC236}">
                  <a16:creationId xmlns:a16="http://schemas.microsoft.com/office/drawing/2014/main" id="{840C5029-F58A-1E47-9531-AAB897969E59}"/>
                </a:ext>
              </a:extLst>
            </p:cNvPr>
            <p:cNvGrpSpPr/>
            <p:nvPr/>
          </p:nvGrpSpPr>
          <p:grpSpPr>
            <a:xfrm>
              <a:off x="9053309" y="4876490"/>
              <a:ext cx="2588233" cy="283124"/>
              <a:chOff x="9053309" y="4949589"/>
              <a:chExt cx="2588233" cy="283124"/>
            </a:xfrm>
          </p:grpSpPr>
          <p:pic>
            <p:nvPicPr>
              <p:cNvPr id="4" name="CustomIcon">
                <a:extLst>
                  <a:ext uri="{FF2B5EF4-FFF2-40B4-BE49-F238E27FC236}">
                    <a16:creationId xmlns:a16="http://schemas.microsoft.com/office/drawing/2014/main" id="{99751271-FAF3-1EC3-F0D8-6CC5A3A35A7A}"/>
                  </a:ext>
                </a:extLst>
              </p:cNvPr>
              <p:cNvPicPr>
                <a:picLocks/>
              </p:cNvPicPr>
              <p:nvPr>
                <p:custDataLst>
                  <p:tags r:id="rId6"/>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53309" y="4949589"/>
                <a:ext cx="283124" cy="283124"/>
              </a:xfrm>
              <a:prstGeom prst="rect">
                <a:avLst/>
              </a:prstGeom>
            </p:spPr>
          </p:pic>
          <p:sp>
            <p:nvSpPr>
              <p:cNvPr id="7" name="TextBox 6">
                <a:extLst>
                  <a:ext uri="{FF2B5EF4-FFF2-40B4-BE49-F238E27FC236}">
                    <a16:creationId xmlns:a16="http://schemas.microsoft.com/office/drawing/2014/main" id="{626E883A-8756-D22E-5B8A-DEE8DFAC8D92}"/>
                  </a:ext>
                </a:extLst>
              </p:cNvPr>
              <p:cNvSpPr txBox="1">
                <a:spLocks/>
              </p:cNvSpPr>
              <p:nvPr/>
            </p:nvSpPr>
            <p:spPr>
              <a:xfrm>
                <a:off x="9452177" y="4983429"/>
                <a:ext cx="2189365"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1" indent="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None/>
                  <a:tabLst/>
                  <a:defRPr/>
                </a:pPr>
                <a:r>
                  <a:rPr kumimoji="0" lang="sv-SE" sz="1400" b="1" i="0" u="none" strike="noStrike" kern="1200" cap="none" spc="0" normalizeH="0" baseline="0" noProof="0">
                    <a:ln>
                      <a:noFill/>
                    </a:ln>
                    <a:solidFill>
                      <a:srgbClr val="000000"/>
                    </a:solidFill>
                    <a:effectLst/>
                    <a:uLnTx/>
                    <a:uFillTx/>
                    <a:ea typeface="+mn-ea"/>
                    <a:cs typeface="+mn-cs"/>
                  </a:rPr>
                  <a:t>Build rapport by...</a:t>
                </a:r>
              </a:p>
            </p:txBody>
          </p:sp>
        </p:grpSp>
        <p:sp>
          <p:nvSpPr>
            <p:cNvPr id="11" name="TextBox 10">
              <a:extLst>
                <a:ext uri="{FF2B5EF4-FFF2-40B4-BE49-F238E27FC236}">
                  <a16:creationId xmlns:a16="http://schemas.microsoft.com/office/drawing/2014/main" id="{17A93E27-31F9-F81B-B549-4414CCC51CF4}"/>
                </a:ext>
              </a:extLst>
            </p:cNvPr>
            <p:cNvSpPr txBox="1">
              <a:spLocks/>
            </p:cNvSpPr>
            <p:nvPr/>
          </p:nvSpPr>
          <p:spPr>
            <a:xfrm>
              <a:off x="9053309" y="4991508"/>
              <a:ext cx="2588233" cy="684803"/>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1" indent="0" algn="l" defTabSz="914400" rtl="0" eaLnBrk="1" fontAlgn="base" latinLnBrk="0" hangingPunct="1">
                <a:lnSpc>
                  <a:spcPct val="100000"/>
                </a:lnSpc>
                <a:spcBef>
                  <a:spcPts val="0"/>
                </a:spcBef>
                <a:spcAft>
                  <a:spcPts val="300"/>
                </a:spcAft>
                <a:buClr>
                  <a:srgbClr val="EF411E"/>
                </a:buClr>
                <a:buSzPct val="110000"/>
                <a:buNone/>
                <a:tabLst/>
                <a:defRPr/>
              </a:pPr>
              <a:endParaRPr lang="en-US" sz="1400" b="0" i="0" u="none" strike="noStrike" kern="1200" cap="none" spc="0" normalizeH="0" baseline="0" noProof="0" dirty="0">
                <a:ln>
                  <a:noFill/>
                </a:ln>
                <a:solidFill>
                  <a:srgbClr val="000000"/>
                </a:solidFill>
                <a:effectLst/>
                <a:uLnTx/>
                <a:uFillTx/>
                <a:cs typeface="Arial"/>
              </a:endParaRPr>
            </a:p>
            <a:p>
              <a:pPr marL="228600" marR="0" lvl="1" indent="-228600" algn="l" defTabSz="914400" rtl="0" eaLnBrk="1" fontAlgn="base" latinLnBrk="0" hangingPunct="1">
                <a:lnSpc>
                  <a:spcPct val="100000"/>
                </a:lnSpc>
                <a:spcBef>
                  <a:spcPts val="0"/>
                </a:spcBef>
                <a:spcAft>
                  <a:spcPts val="300"/>
                </a:spcAft>
                <a:buClr>
                  <a:srgbClr val="EF411E"/>
                </a:buClr>
                <a:buSzPct val="110000"/>
                <a:buFont typeface="Wingdings" panose="05000000000000000000" pitchFamily="2" charset="2"/>
                <a:buChar char=""/>
                <a:tabLst/>
                <a:defRPr/>
              </a:pPr>
              <a:r>
                <a:rPr kumimoji="0" lang="en-US" sz="1400" b="0" i="0" u="none" strike="noStrike" kern="1200" cap="none" spc="0" normalizeH="0" baseline="0" noProof="0" dirty="0">
                  <a:ln>
                    <a:noFill/>
                  </a:ln>
                  <a:solidFill>
                    <a:srgbClr val="000000"/>
                  </a:solidFill>
                  <a:effectLst/>
                  <a:uLnTx/>
                  <a:uFillTx/>
                  <a:ea typeface="+mn-ea"/>
                  <a:cs typeface="+mn-cs"/>
                </a:rPr>
                <a:t>Expressing your excitement to meet them</a:t>
              </a:r>
              <a:endParaRPr lang="en-US" sz="1400" b="0" i="0" u="none" strike="noStrike" kern="1200" cap="none" spc="0" normalizeH="0" baseline="0" noProof="0" dirty="0">
                <a:ln>
                  <a:noFill/>
                </a:ln>
                <a:solidFill>
                  <a:srgbClr val="000000"/>
                </a:solidFill>
                <a:effectLst/>
                <a:uLnTx/>
                <a:uFillTx/>
                <a:cs typeface="Arial"/>
              </a:endParaRPr>
            </a:p>
          </p:txBody>
        </p:sp>
      </p:grpSp>
    </p:spTree>
    <p:extLst>
      <p:ext uri="{BB962C8B-B14F-4D97-AF65-F5344CB8AC3E}">
        <p14:creationId xmlns:p14="http://schemas.microsoft.com/office/powerpoint/2010/main" val="2636077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EE1F4239-F372-46B8-BA9A-FEF9C4871D80}"/>
              </a:ext>
            </a:extLst>
          </p:cNvPr>
          <p:cNvGraphicFramePr>
            <a:graphicFrameLocks noChangeAspect="1"/>
          </p:cNvGraphicFramePr>
          <p:nvPr>
            <p:custDataLst>
              <p:tags r:id="rId1"/>
            </p:custDataLst>
            <p:extLst>
              <p:ext uri="{D42A27DB-BD31-4B8C-83A1-F6EECF244321}">
                <p14:modId xmlns:p14="http://schemas.microsoft.com/office/powerpoint/2010/main" val="2772369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7" imgH="348" progId="TCLayout.ActiveDocument.1">
                  <p:embed/>
                </p:oleObj>
              </mc:Choice>
              <mc:Fallback>
                <p:oleObj name="think-cell Slide" r:id="rId10" imgW="347" imgH="348" progId="TCLayout.ActiveDocument.1">
                  <p:embed/>
                  <p:pic>
                    <p:nvPicPr>
                      <p:cNvPr id="7" name="Object 6" hidden="1">
                        <a:extLst>
                          <a:ext uri="{FF2B5EF4-FFF2-40B4-BE49-F238E27FC236}">
                            <a16:creationId xmlns:a16="http://schemas.microsoft.com/office/drawing/2014/main" id="{EE1F4239-F372-46B8-BA9A-FEF9C4871D8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685E0226-55A6-4BB9-B1D2-B20F17614358}"/>
              </a:ext>
            </a:extLst>
          </p:cNvPr>
          <p:cNvSpPr>
            <a:spLocks noGrp="1"/>
          </p:cNvSpPr>
          <p:nvPr>
            <p:ph type="title"/>
            <p:custDataLst>
              <p:tags r:id="rId2"/>
            </p:custDataLst>
          </p:nvPr>
        </p:nvSpPr>
        <p:spPr>
          <a:xfrm>
            <a:off x="554736" y="182372"/>
            <a:ext cx="11082528" cy="357790"/>
          </a:xfrm>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a:t>Example scoring standards for each assessed competency</a:t>
            </a:r>
          </a:p>
        </p:txBody>
      </p:sp>
      <p:cxnSp>
        <p:nvCxnSpPr>
          <p:cNvPr id="72" name="Straight Connector 71">
            <a:extLst>
              <a:ext uri="{FF2B5EF4-FFF2-40B4-BE49-F238E27FC236}">
                <a16:creationId xmlns:a16="http://schemas.microsoft.com/office/drawing/2014/main" id="{DA75E974-D8C6-9103-3161-E99438728A8B}"/>
              </a:ext>
            </a:extLst>
          </p:cNvPr>
          <p:cNvCxnSpPr>
            <a:cxnSpLocks/>
          </p:cNvCxnSpPr>
          <p:nvPr>
            <p:custDataLst>
              <p:tags r:id="rId3"/>
            </p:custDataLst>
          </p:nvPr>
        </p:nvCxnSpPr>
        <p:spPr>
          <a:xfrm>
            <a:off x="554735" y="1488137"/>
            <a:ext cx="11082528" cy="0"/>
          </a:xfrm>
          <a:prstGeom prst="line">
            <a:avLst/>
          </a:prstGeom>
          <a:ln w="12700">
            <a:solidFill>
              <a:srgbClr val="7F7F7F"/>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C23F163-D132-3161-594C-6C04DC4DDDC4}"/>
              </a:ext>
            </a:extLst>
          </p:cNvPr>
          <p:cNvSpPr txBox="1">
            <a:spLocks/>
          </p:cNvSpPr>
          <p:nvPr/>
        </p:nvSpPr>
        <p:spPr>
          <a:xfrm>
            <a:off x="554734" y="1144066"/>
            <a:ext cx="1406039" cy="307777"/>
          </a:xfrm>
          <a:prstGeom prst="rect">
            <a:avLst/>
          </a:prstGeom>
        </p:spPr>
        <p:txBody>
          <a:bodyPr vert="horz" wrap="square" lIns="0" tIns="0" rIns="0" bIns="0" rtlCol="0" anchor="b"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b="1" i="0" u="none" strike="noStrike" kern="1200" cap="none" spc="0" normalizeH="0" baseline="0" noProof="0">
                <a:ln>
                  <a:noFill/>
                </a:ln>
                <a:effectLst/>
                <a:uLnTx/>
                <a:uFillTx/>
                <a:ea typeface="+mn-ea"/>
                <a:cs typeface="Arial" panose="020B0604020202020204" pitchFamily="34" charset="0"/>
              </a:rPr>
              <a:t>Score</a:t>
            </a:r>
          </a:p>
        </p:txBody>
      </p:sp>
      <p:sp>
        <p:nvSpPr>
          <p:cNvPr id="14" name="TextBox 13">
            <a:extLst>
              <a:ext uri="{FF2B5EF4-FFF2-40B4-BE49-F238E27FC236}">
                <a16:creationId xmlns:a16="http://schemas.microsoft.com/office/drawing/2014/main" id="{F22F0499-D0C5-DFEA-A985-4D158C2E2DD6}"/>
              </a:ext>
            </a:extLst>
          </p:cNvPr>
          <p:cNvSpPr txBox="1">
            <a:spLocks/>
          </p:cNvSpPr>
          <p:nvPr/>
        </p:nvSpPr>
        <p:spPr>
          <a:xfrm>
            <a:off x="2516777" y="1205622"/>
            <a:ext cx="9120487" cy="246221"/>
          </a:xfrm>
          <a:prstGeom prst="rect">
            <a:avLst/>
          </a:prstGeom>
        </p:spPr>
        <p:txBody>
          <a:bodyPr vert="horz" wrap="square" lIns="0" tIns="0" rIns="0" bIns="0" rtlCol="0" anchor="b"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b="1" i="0" u="none" strike="noStrike" kern="1200" cap="none" spc="0" normalizeH="0" baseline="0" noProof="0">
                <a:ln>
                  <a:noFill/>
                </a:ln>
                <a:effectLst/>
                <a:uLnTx/>
                <a:uFillTx/>
                <a:ea typeface="+mn-ea"/>
                <a:cs typeface="Arial" panose="020B0604020202020204" pitchFamily="34" charset="0"/>
              </a:rPr>
              <a:t>General definition</a:t>
            </a:r>
          </a:p>
        </p:txBody>
      </p:sp>
      <p:cxnSp>
        <p:nvCxnSpPr>
          <p:cNvPr id="76" name="Straight Connector 75">
            <a:extLst>
              <a:ext uri="{FF2B5EF4-FFF2-40B4-BE49-F238E27FC236}">
                <a16:creationId xmlns:a16="http://schemas.microsoft.com/office/drawing/2014/main" id="{13FE3E2E-B3BA-C312-B265-6F77CAB4E9CB}"/>
              </a:ext>
            </a:extLst>
          </p:cNvPr>
          <p:cNvCxnSpPr/>
          <p:nvPr>
            <p:custDataLst>
              <p:tags r:id="rId4"/>
            </p:custDataLst>
          </p:nvPr>
        </p:nvCxnSpPr>
        <p:spPr>
          <a:xfrm>
            <a:off x="554735" y="5162387"/>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E7FCAA-7B8F-D6F3-BFDE-12DB340B138E}"/>
              </a:ext>
            </a:extLst>
          </p:cNvPr>
          <p:cNvCxnSpPr/>
          <p:nvPr>
            <p:custDataLst>
              <p:tags r:id="rId5"/>
            </p:custDataLst>
          </p:nvPr>
        </p:nvCxnSpPr>
        <p:spPr>
          <a:xfrm>
            <a:off x="554735" y="2295888"/>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1F45D8-01EE-72BE-1549-134B2C8D2A33}"/>
              </a:ext>
            </a:extLst>
          </p:cNvPr>
          <p:cNvCxnSpPr/>
          <p:nvPr>
            <p:custDataLst>
              <p:tags r:id="rId6"/>
            </p:custDataLst>
          </p:nvPr>
        </p:nvCxnSpPr>
        <p:spPr>
          <a:xfrm>
            <a:off x="554735" y="4260643"/>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8ABA1C0-D861-9555-E181-0E1E806357DA}"/>
              </a:ext>
            </a:extLst>
          </p:cNvPr>
          <p:cNvCxnSpPr/>
          <p:nvPr>
            <p:custDataLst>
              <p:tags r:id="rId7"/>
            </p:custDataLst>
          </p:nvPr>
        </p:nvCxnSpPr>
        <p:spPr>
          <a:xfrm>
            <a:off x="554735" y="3125454"/>
            <a:ext cx="11082528"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A0AEC0F7-731B-BE0F-303D-868B5DD3ED93}"/>
              </a:ext>
            </a:extLst>
          </p:cNvPr>
          <p:cNvGrpSpPr/>
          <p:nvPr/>
        </p:nvGrpSpPr>
        <p:grpSpPr>
          <a:xfrm>
            <a:off x="564117" y="1564557"/>
            <a:ext cx="11073147" cy="633096"/>
            <a:chOff x="564117" y="1399302"/>
            <a:chExt cx="11073147" cy="633096"/>
          </a:xfrm>
        </p:grpSpPr>
        <p:sp>
          <p:nvSpPr>
            <p:cNvPr id="18" name="TextBox 17">
              <a:extLst>
                <a:ext uri="{FF2B5EF4-FFF2-40B4-BE49-F238E27FC236}">
                  <a16:creationId xmlns:a16="http://schemas.microsoft.com/office/drawing/2014/main" id="{FBD2ADBC-89BE-BCB2-BF7C-CED6DAFBF30F}"/>
                </a:ext>
              </a:extLst>
            </p:cNvPr>
            <p:cNvSpPr txBox="1">
              <a:spLocks/>
            </p:cNvSpPr>
            <p:nvPr/>
          </p:nvSpPr>
          <p:spPr>
            <a:xfrm>
              <a:off x="2516777" y="1399302"/>
              <a:ext cx="9120487"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ts val="0"/>
                </a:spcBef>
                <a:spcAft>
                  <a:spcPts val="300"/>
                </a:spcAft>
                <a:buClrTx/>
                <a:buSzPct val="110000"/>
                <a:buFont typeface="Arial" panose="020B0604020202020204" pitchFamily="34" charset="0"/>
                <a:buChar char="•"/>
                <a:tabLst/>
                <a:defRPr/>
              </a:pPr>
              <a:r>
                <a:rPr lang="en-US" sz="1400"/>
                <a:t>Creates</a:t>
              </a:r>
              <a:r>
                <a:rPr kumimoji="0" lang="en-US" sz="1400" i="0" u="none" strike="noStrike" kern="1200" cap="none" spc="0" normalizeH="0" baseline="0" noProof="0">
                  <a:ln>
                    <a:noFill/>
                  </a:ln>
                  <a:effectLst/>
                  <a:uLnTx/>
                  <a:uFillTx/>
                  <a:ea typeface="+mn-ea"/>
                  <a:cs typeface="+mn-cs"/>
                </a:rPr>
                <a:t> significant concerns related to core values or ability to perform the role </a:t>
              </a:r>
            </a:p>
          </p:txBody>
        </p:sp>
        <p:sp>
          <p:nvSpPr>
            <p:cNvPr id="50" name="Rectangle 49">
              <a:extLst>
                <a:ext uri="{FF2B5EF4-FFF2-40B4-BE49-F238E27FC236}">
                  <a16:creationId xmlns:a16="http://schemas.microsoft.com/office/drawing/2014/main" id="{FFE76130-163A-09DA-20AF-70CD81C21681}"/>
                </a:ext>
              </a:extLst>
            </p:cNvPr>
            <p:cNvSpPr>
              <a:spLocks/>
            </p:cNvSpPr>
            <p:nvPr/>
          </p:nvSpPr>
          <p:spPr>
            <a:xfrm>
              <a:off x="564117" y="1399302"/>
              <a:ext cx="1674658" cy="633096"/>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kumimoji="0" lang="en-US" sz="1400" b="1" i="0" u="none" strike="noStrike" kern="1200" cap="none" spc="0" normalizeH="0" baseline="0" noProof="0">
                  <a:ln>
                    <a:noFill/>
                  </a:ln>
                  <a:effectLst/>
                  <a:uLnTx/>
                  <a:uFillTx/>
                  <a:ea typeface="+mn-ea"/>
                  <a:cs typeface="Arial" panose="020B0604020202020204" pitchFamily="34" charset="0"/>
                </a:rPr>
                <a:t>1: Clearly below bar</a:t>
              </a:r>
            </a:p>
          </p:txBody>
        </p:sp>
      </p:grpSp>
      <p:grpSp>
        <p:nvGrpSpPr>
          <p:cNvPr id="60" name="Group 59">
            <a:extLst>
              <a:ext uri="{FF2B5EF4-FFF2-40B4-BE49-F238E27FC236}">
                <a16:creationId xmlns:a16="http://schemas.microsoft.com/office/drawing/2014/main" id="{AC6E72D0-F7EC-2242-64ED-FEB4979DE0C0}"/>
              </a:ext>
            </a:extLst>
          </p:cNvPr>
          <p:cNvGrpSpPr/>
          <p:nvPr/>
        </p:nvGrpSpPr>
        <p:grpSpPr>
          <a:xfrm>
            <a:off x="564117" y="2394123"/>
            <a:ext cx="11073147" cy="633096"/>
            <a:chOff x="564117" y="2448626"/>
            <a:chExt cx="11073147" cy="633096"/>
          </a:xfrm>
        </p:grpSpPr>
        <p:sp>
          <p:nvSpPr>
            <p:cNvPr id="20" name="TextBox 19">
              <a:extLst>
                <a:ext uri="{FF2B5EF4-FFF2-40B4-BE49-F238E27FC236}">
                  <a16:creationId xmlns:a16="http://schemas.microsoft.com/office/drawing/2014/main" id="{C8B4CC94-74CD-C21D-9D33-EFA0CA55E196}"/>
                </a:ext>
              </a:extLst>
            </p:cNvPr>
            <p:cNvSpPr txBox="1">
              <a:spLocks/>
            </p:cNvSpPr>
            <p:nvPr/>
          </p:nvSpPr>
          <p:spPr>
            <a:xfrm>
              <a:off x="2516777" y="2448626"/>
              <a:ext cx="9120487" cy="215444"/>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ts val="0"/>
                </a:spcBef>
                <a:spcAft>
                  <a:spcPts val="300"/>
                </a:spcAft>
                <a:buClrTx/>
                <a:buSzPct val="110000"/>
                <a:buFont typeface="Arial" panose="020B0604020202020204" pitchFamily="34" charset="0"/>
                <a:buChar char="•"/>
                <a:tabLst/>
                <a:defRPr/>
              </a:pPr>
              <a:r>
                <a:rPr kumimoji="0" lang="en-US" sz="1400" b="1" i="0" u="none" strike="noStrike" kern="1200" cap="none" spc="0" normalizeH="0" baseline="0" noProof="0">
                  <a:ln>
                    <a:noFill/>
                  </a:ln>
                  <a:effectLst/>
                  <a:uLnTx/>
                  <a:uFillTx/>
                  <a:ea typeface="+mn-ea"/>
                  <a:cs typeface="+mn-cs"/>
                </a:rPr>
                <a:t>Does not demonstrate –</a:t>
              </a:r>
              <a:r>
                <a:rPr lang="en-US" sz="1400" b="1"/>
                <a:t> </a:t>
              </a:r>
              <a:r>
                <a:rPr lang="en-US" sz="1400"/>
                <a:t>across examples,</a:t>
              </a:r>
              <a:r>
                <a:rPr kumimoji="0" lang="en-US" sz="1400" b="0" i="0" u="none" strike="noStrike" kern="1200" cap="none" spc="0" normalizeH="0" baseline="0" noProof="0">
                  <a:ln>
                    <a:noFill/>
                  </a:ln>
                  <a:effectLst/>
                  <a:uLnTx/>
                  <a:uFillTx/>
                  <a:ea typeface="+mn-ea"/>
                  <a:cs typeface="+mn-cs"/>
                </a:rPr>
                <a:t> does not display the </a:t>
              </a:r>
              <a:r>
                <a:rPr lang="en-US" sz="1400"/>
                <a:t>competency</a:t>
              </a:r>
              <a:r>
                <a:rPr kumimoji="0" lang="en-US" sz="1400" b="0" i="0" u="none" strike="noStrike" kern="1200" cap="none" spc="0" normalizeH="0" baseline="0" noProof="0">
                  <a:ln>
                    <a:noFill/>
                  </a:ln>
                  <a:effectLst/>
                  <a:uLnTx/>
                  <a:uFillTx/>
                  <a:ea typeface="+mn-ea"/>
                  <a:cs typeface="+mn-cs"/>
                </a:rPr>
                <a:t> according to expectations</a:t>
              </a:r>
            </a:p>
          </p:txBody>
        </p:sp>
        <p:sp>
          <p:nvSpPr>
            <p:cNvPr id="51" name="Rectangle 50">
              <a:extLst>
                <a:ext uri="{FF2B5EF4-FFF2-40B4-BE49-F238E27FC236}">
                  <a16:creationId xmlns:a16="http://schemas.microsoft.com/office/drawing/2014/main" id="{855135AE-64E8-6110-059B-6E3FEA3E1CA1}"/>
                </a:ext>
              </a:extLst>
            </p:cNvPr>
            <p:cNvSpPr>
              <a:spLocks/>
            </p:cNvSpPr>
            <p:nvPr/>
          </p:nvSpPr>
          <p:spPr>
            <a:xfrm>
              <a:off x="564117" y="2448626"/>
              <a:ext cx="1674658" cy="633096"/>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kumimoji="0" lang="en-US" sz="1400" b="1" i="0" u="none" strike="noStrike" kern="1200" cap="none" spc="0" normalizeH="0" baseline="0" noProof="0">
                  <a:ln>
                    <a:noFill/>
                  </a:ln>
                  <a:effectLst/>
                  <a:uLnTx/>
                  <a:uFillTx/>
                  <a:ea typeface="+mn-ea"/>
                  <a:cs typeface="Arial" panose="020B0604020202020204" pitchFamily="34" charset="0"/>
                </a:rPr>
                <a:t>2: Below bar</a:t>
              </a:r>
            </a:p>
          </p:txBody>
        </p:sp>
      </p:grpSp>
      <p:grpSp>
        <p:nvGrpSpPr>
          <p:cNvPr id="57" name="Group 56">
            <a:extLst>
              <a:ext uri="{FF2B5EF4-FFF2-40B4-BE49-F238E27FC236}">
                <a16:creationId xmlns:a16="http://schemas.microsoft.com/office/drawing/2014/main" id="{533F6873-6190-A7F4-D3D2-89764BABE809}"/>
              </a:ext>
            </a:extLst>
          </p:cNvPr>
          <p:cNvGrpSpPr/>
          <p:nvPr/>
        </p:nvGrpSpPr>
        <p:grpSpPr>
          <a:xfrm>
            <a:off x="564117" y="3223689"/>
            <a:ext cx="11073147" cy="938719"/>
            <a:chOff x="564117" y="2975365"/>
            <a:chExt cx="11073147" cy="938719"/>
          </a:xfrm>
        </p:grpSpPr>
        <p:sp>
          <p:nvSpPr>
            <p:cNvPr id="39" name="TextBox 38">
              <a:extLst>
                <a:ext uri="{FF2B5EF4-FFF2-40B4-BE49-F238E27FC236}">
                  <a16:creationId xmlns:a16="http://schemas.microsoft.com/office/drawing/2014/main" id="{5FAD0873-1E07-DEBD-ADBE-35321089D938}"/>
                </a:ext>
              </a:extLst>
            </p:cNvPr>
            <p:cNvSpPr txBox="1">
              <a:spLocks/>
            </p:cNvSpPr>
            <p:nvPr/>
          </p:nvSpPr>
          <p:spPr>
            <a:xfrm>
              <a:off x="2516777" y="2975365"/>
              <a:ext cx="9120487" cy="900246"/>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buClrTx/>
                <a:buFont typeface="Arial" panose="020B0604020202020204" pitchFamily="34" charset="0"/>
                <a:buChar char="•"/>
                <a:defRPr/>
              </a:pPr>
              <a:r>
                <a:rPr lang="en-US" sz="1400" b="1"/>
                <a:t>Partially demonstrates – </a:t>
              </a:r>
              <a:r>
                <a:rPr lang="en-US" sz="1400"/>
                <a:t>inconsistently displays the competency across examples, i.e., displays just some aspects of the competency OR displays </a:t>
              </a:r>
              <a:r>
                <a:rPr kumimoji="0" lang="en-US" sz="1400" b="0" i="0" u="none" strike="noStrike" kern="1200" cap="none" spc="0" normalizeH="0" baseline="0" noProof="0">
                  <a:ln>
                    <a:noFill/>
                  </a:ln>
                  <a:effectLst/>
                  <a:uLnTx/>
                  <a:uFillTx/>
                  <a:ea typeface="+mn-ea"/>
                  <a:cs typeface="+mn-cs"/>
                </a:rPr>
                <a:t>all aspects of the </a:t>
              </a:r>
              <a:r>
                <a:rPr lang="en-US" sz="1400"/>
                <a:t>competency</a:t>
              </a:r>
              <a:r>
                <a:rPr kumimoji="0" lang="en-US" sz="1400" b="0" i="0" u="none" strike="noStrike" kern="1200" cap="none" spc="0" normalizeH="0" baseline="0" noProof="0">
                  <a:ln>
                    <a:noFill/>
                  </a:ln>
                  <a:effectLst/>
                  <a:uLnTx/>
                  <a:uFillTx/>
                  <a:ea typeface="+mn-ea"/>
                  <a:cs typeface="+mn-cs"/>
                </a:rPr>
                <a:t> only in some </a:t>
              </a:r>
              <a:r>
                <a:rPr lang="en-US" sz="1400"/>
                <a:t>examples</a:t>
              </a:r>
              <a:endParaRPr kumimoji="0" lang="en-US" sz="1400" b="0" i="0" u="none" strike="noStrike" kern="1200" cap="none" spc="0" normalizeH="0" baseline="0" noProof="0">
                <a:ln>
                  <a:noFill/>
                </a:ln>
                <a:effectLst/>
                <a:uLnTx/>
                <a:uFillTx/>
                <a:ea typeface="+mn-ea"/>
                <a:cs typeface="+mn-cs"/>
              </a:endParaRPr>
            </a:p>
            <a:p>
              <a:pPr marR="0" lvl="1" algn="l" defTabSz="914400" rtl="0" eaLnBrk="1" fontAlgn="base" latinLnBrk="0" hangingPunct="1">
                <a:lnSpc>
                  <a:spcPct val="100000"/>
                </a:lnSpc>
                <a:spcBef>
                  <a:spcPts val="0"/>
                </a:spcBef>
                <a:spcAft>
                  <a:spcPts val="300"/>
                </a:spcAft>
                <a:buClrTx/>
                <a:buSzPct val="110000"/>
                <a:buFont typeface="Arial" panose="020B0604020202020204" pitchFamily="34" charset="0"/>
                <a:buChar char="•"/>
                <a:tabLst/>
                <a:defRPr/>
              </a:pPr>
              <a:r>
                <a:rPr lang="en-US" sz="1400"/>
                <a:t>Will require</a:t>
              </a:r>
              <a:r>
                <a:rPr kumimoji="0" lang="en-US" sz="1400" b="0" i="0" u="none" strike="noStrike" kern="1200" cap="none" spc="0" normalizeH="0" baseline="0" noProof="0">
                  <a:ln>
                    <a:noFill/>
                  </a:ln>
                  <a:effectLst/>
                  <a:uLnTx/>
                  <a:uFillTx/>
                  <a:ea typeface="+mn-ea"/>
                  <a:cs typeface="+mn-cs"/>
                </a:rPr>
                <a:t> coaching or support, beyond that expected of the role’s supervisor, to meet expectations of performance in the role</a:t>
              </a:r>
            </a:p>
          </p:txBody>
        </p:sp>
        <p:sp>
          <p:nvSpPr>
            <p:cNvPr id="52" name="Rectangle 51">
              <a:extLst>
                <a:ext uri="{FF2B5EF4-FFF2-40B4-BE49-F238E27FC236}">
                  <a16:creationId xmlns:a16="http://schemas.microsoft.com/office/drawing/2014/main" id="{CEB1E73C-0969-C5A9-FEFA-C9BC957436AA}"/>
                </a:ext>
              </a:extLst>
            </p:cNvPr>
            <p:cNvSpPr>
              <a:spLocks/>
            </p:cNvSpPr>
            <p:nvPr/>
          </p:nvSpPr>
          <p:spPr>
            <a:xfrm>
              <a:off x="564117" y="2975365"/>
              <a:ext cx="1674658" cy="93871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lang="en-US" sz="1400" b="1"/>
                <a:t>3: Potentially meets bar </a:t>
              </a:r>
              <a:endParaRPr kumimoji="0" lang="en-US" sz="1400" b="1" i="0" u="none" strike="noStrike" kern="1200" cap="none" spc="0" normalizeH="0" baseline="0" noProof="0">
                <a:ln>
                  <a:noFill/>
                </a:ln>
                <a:effectLst/>
                <a:uLnTx/>
                <a:uFillTx/>
                <a:ea typeface="+mn-ea"/>
                <a:cs typeface="Arial" panose="020B0604020202020204" pitchFamily="34" charset="0"/>
              </a:endParaRPr>
            </a:p>
          </p:txBody>
        </p:sp>
      </p:grpSp>
      <p:grpSp>
        <p:nvGrpSpPr>
          <p:cNvPr id="56" name="Group 55">
            <a:extLst>
              <a:ext uri="{FF2B5EF4-FFF2-40B4-BE49-F238E27FC236}">
                <a16:creationId xmlns:a16="http://schemas.microsoft.com/office/drawing/2014/main" id="{87C7259D-3A7F-4174-4A59-7BFA15F41CE1}"/>
              </a:ext>
            </a:extLst>
          </p:cNvPr>
          <p:cNvGrpSpPr/>
          <p:nvPr/>
        </p:nvGrpSpPr>
        <p:grpSpPr>
          <a:xfrm>
            <a:off x="564117" y="4358878"/>
            <a:ext cx="11073147" cy="705274"/>
            <a:chOff x="564117" y="4164486"/>
            <a:chExt cx="11073147" cy="705274"/>
          </a:xfrm>
        </p:grpSpPr>
        <p:sp>
          <p:nvSpPr>
            <p:cNvPr id="22" name="TextBox 21">
              <a:extLst>
                <a:ext uri="{FF2B5EF4-FFF2-40B4-BE49-F238E27FC236}">
                  <a16:creationId xmlns:a16="http://schemas.microsoft.com/office/drawing/2014/main" id="{09D95996-ED94-B9CE-7483-4F1AF7BA874D}"/>
                </a:ext>
              </a:extLst>
            </p:cNvPr>
            <p:cNvSpPr txBox="1">
              <a:spLocks/>
            </p:cNvSpPr>
            <p:nvPr/>
          </p:nvSpPr>
          <p:spPr>
            <a:xfrm>
              <a:off x="2516777" y="4164486"/>
              <a:ext cx="9120487" cy="430887"/>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ts val="0"/>
                </a:spcBef>
                <a:spcAft>
                  <a:spcPts val="300"/>
                </a:spcAft>
                <a:buClrTx/>
                <a:buSzPct val="110000"/>
                <a:buFont typeface="Arial" panose="020B0604020202020204" pitchFamily="34" charset="0"/>
                <a:buChar char="•"/>
                <a:tabLst/>
                <a:defRPr/>
              </a:pPr>
              <a:r>
                <a:rPr kumimoji="0" lang="en-US" sz="1400" b="1" i="0" u="none" strike="noStrike" kern="1200" cap="none" spc="0" normalizeH="0" baseline="0" noProof="0">
                  <a:ln>
                    <a:noFill/>
                  </a:ln>
                  <a:effectLst/>
                  <a:uLnTx/>
                  <a:uFillTx/>
                  <a:ea typeface="+mn-ea"/>
                  <a:cs typeface="+mn-cs"/>
                </a:rPr>
                <a:t>Sufficiently demonstrates (and may sometimes go above and beyond) – </a:t>
              </a:r>
              <a:r>
                <a:rPr lang="en-US" sz="1400"/>
                <a:t>across examples, displays</a:t>
              </a:r>
              <a:r>
                <a:rPr kumimoji="0" lang="en-US" sz="1400" b="0" i="0" u="none" strike="noStrike" kern="1200" cap="none" spc="0" normalizeH="0" baseline="0" noProof="0">
                  <a:ln>
                    <a:noFill/>
                  </a:ln>
                  <a:effectLst/>
                  <a:uLnTx/>
                  <a:uFillTx/>
                  <a:ea typeface="+mn-ea"/>
                  <a:cs typeface="+mn-cs"/>
                </a:rPr>
                <a:t> all aspects of the competency according to, or at times above, expectations</a:t>
              </a:r>
            </a:p>
          </p:txBody>
        </p:sp>
        <p:sp>
          <p:nvSpPr>
            <p:cNvPr id="53" name="Rectangle 52">
              <a:extLst>
                <a:ext uri="{FF2B5EF4-FFF2-40B4-BE49-F238E27FC236}">
                  <a16:creationId xmlns:a16="http://schemas.microsoft.com/office/drawing/2014/main" id="{75898397-ED51-DC57-6AC0-767A1709C5CB}"/>
                </a:ext>
              </a:extLst>
            </p:cNvPr>
            <p:cNvSpPr>
              <a:spLocks/>
            </p:cNvSpPr>
            <p:nvPr/>
          </p:nvSpPr>
          <p:spPr>
            <a:xfrm>
              <a:off x="564117" y="4164486"/>
              <a:ext cx="1674658" cy="705274"/>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lang="en-US" sz="1400" b="1"/>
                <a:t>4: Meets bar </a:t>
              </a:r>
              <a:endParaRPr kumimoji="0" lang="en-US" sz="1400" b="1" i="0" u="none" strike="noStrike" kern="1200" cap="none" spc="0" normalizeH="0" baseline="0" noProof="0">
                <a:ln>
                  <a:noFill/>
                </a:ln>
                <a:effectLst/>
                <a:uLnTx/>
                <a:uFillTx/>
                <a:ea typeface="+mn-ea"/>
                <a:cs typeface="Arial" panose="020B0604020202020204" pitchFamily="34" charset="0"/>
              </a:endParaRPr>
            </a:p>
          </p:txBody>
        </p:sp>
      </p:grpSp>
      <p:grpSp>
        <p:nvGrpSpPr>
          <p:cNvPr id="55" name="Group 54">
            <a:extLst>
              <a:ext uri="{FF2B5EF4-FFF2-40B4-BE49-F238E27FC236}">
                <a16:creationId xmlns:a16="http://schemas.microsoft.com/office/drawing/2014/main" id="{AEEB5CDF-78CF-77BE-F26B-E1B0939CAB68}"/>
              </a:ext>
            </a:extLst>
          </p:cNvPr>
          <p:cNvGrpSpPr/>
          <p:nvPr/>
        </p:nvGrpSpPr>
        <p:grpSpPr>
          <a:xfrm>
            <a:off x="564117" y="5260621"/>
            <a:ext cx="11073147" cy="938719"/>
            <a:chOff x="564117" y="4957714"/>
            <a:chExt cx="11073147" cy="938719"/>
          </a:xfrm>
        </p:grpSpPr>
        <p:sp>
          <p:nvSpPr>
            <p:cNvPr id="24" name="TextBox 23">
              <a:extLst>
                <a:ext uri="{FF2B5EF4-FFF2-40B4-BE49-F238E27FC236}">
                  <a16:creationId xmlns:a16="http://schemas.microsoft.com/office/drawing/2014/main" id="{9AEC0206-C893-06EC-369E-06908D9F2828}"/>
                </a:ext>
              </a:extLst>
            </p:cNvPr>
            <p:cNvSpPr txBox="1">
              <a:spLocks/>
            </p:cNvSpPr>
            <p:nvPr/>
          </p:nvSpPr>
          <p:spPr>
            <a:xfrm>
              <a:off x="2516777" y="4957714"/>
              <a:ext cx="9120487" cy="938719"/>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lvl="1">
                <a:buClrTx/>
                <a:buFont typeface="Arial" panose="020B0604020202020204" pitchFamily="34" charset="0"/>
                <a:buChar char="•"/>
              </a:pPr>
              <a:r>
                <a:rPr lang="en-US" sz="1400" b="1"/>
                <a:t>Demonstrates in an advanced manner, going above and beyond – </a:t>
              </a:r>
              <a:r>
                <a:rPr lang="en-US" sz="1400"/>
                <a:t>across examples, performs at level 4 AND beyond expectations, by taking</a:t>
              </a:r>
              <a:r>
                <a:rPr kumimoji="0" lang="en-US" sz="1400" b="0" i="0" u="none" strike="noStrike" kern="1200" cap="none" spc="0" normalizeH="0" baseline="0" noProof="0">
                  <a:ln>
                    <a:noFill/>
                  </a:ln>
                  <a:effectLst/>
                  <a:uLnTx/>
                  <a:uFillTx/>
                  <a:ea typeface="+mn-ea"/>
                  <a:cs typeface="+mn-cs"/>
                </a:rPr>
                <a:t> initiative to expand impact, e.g., by:</a:t>
              </a:r>
              <a:endParaRPr lang="en-US" sz="1400"/>
            </a:p>
            <a:p>
              <a:pPr lvl="2">
                <a:buClrTx/>
                <a:buFont typeface="Arial" panose="020B0604020202020204" pitchFamily="34" charset="0"/>
                <a:buChar char="•"/>
              </a:pPr>
              <a:r>
                <a:rPr kumimoji="0" lang="en-US" sz="1400" b="0" i="0" u="none" strike="noStrike" kern="1200" cap="none" spc="0" normalizeH="0" baseline="0" noProof="0">
                  <a:ln>
                    <a:noFill/>
                  </a:ln>
                  <a:effectLst/>
                  <a:uLnTx/>
                  <a:uFillTx/>
                  <a:ea typeface="+mn-ea"/>
                  <a:cs typeface="+mn-cs"/>
                </a:rPr>
                <a:t>Expanding impact beyond immediate sphere of influence or time frame, particularly in a challenging setting</a:t>
              </a:r>
            </a:p>
            <a:p>
              <a:pPr lvl="2">
                <a:buClrTx/>
                <a:buFont typeface="Arial" panose="020B0604020202020204" pitchFamily="34" charset="0"/>
                <a:buChar char="•"/>
              </a:pPr>
              <a:r>
                <a:rPr lang="en-US" sz="1400"/>
                <a:t>Anticipating</a:t>
              </a:r>
              <a:r>
                <a:rPr kumimoji="0" lang="en-US" sz="1400" b="0" i="0" u="none" strike="noStrike" kern="1200" cap="none" spc="0" normalizeH="0" baseline="0" noProof="0">
                  <a:ln>
                    <a:noFill/>
                  </a:ln>
                  <a:effectLst/>
                  <a:uLnTx/>
                  <a:uFillTx/>
                  <a:ea typeface="+mn-ea"/>
                  <a:cs typeface="+mn-cs"/>
                </a:rPr>
                <a:t> others’ reactions and adapting</a:t>
              </a:r>
              <a:r>
                <a:rPr lang="en-US" sz="1400"/>
                <a:t> </a:t>
              </a:r>
              <a:r>
                <a:rPr kumimoji="0" lang="en-US" sz="1400" b="0" i="0" u="none" strike="noStrike" kern="1200" cap="none" spc="0" normalizeH="0" baseline="0" noProof="0">
                  <a:ln>
                    <a:noFill/>
                  </a:ln>
                  <a:effectLst/>
                  <a:uLnTx/>
                  <a:uFillTx/>
                  <a:ea typeface="+mn-ea"/>
                  <a:cs typeface="+mn-cs"/>
                </a:rPr>
                <a:t>accordingly</a:t>
              </a:r>
            </a:p>
          </p:txBody>
        </p:sp>
        <p:sp>
          <p:nvSpPr>
            <p:cNvPr id="54" name="Rectangle 53">
              <a:extLst>
                <a:ext uri="{FF2B5EF4-FFF2-40B4-BE49-F238E27FC236}">
                  <a16:creationId xmlns:a16="http://schemas.microsoft.com/office/drawing/2014/main" id="{CEC8E3BC-32AA-91EA-C5BF-C2E977279AF8}"/>
                </a:ext>
              </a:extLst>
            </p:cNvPr>
            <p:cNvSpPr>
              <a:spLocks/>
            </p:cNvSpPr>
            <p:nvPr/>
          </p:nvSpPr>
          <p:spPr>
            <a:xfrm>
              <a:off x="564117" y="4957714"/>
              <a:ext cx="1674658" cy="93871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300"/>
                </a:spcBef>
                <a:spcAft>
                  <a:spcPts val="300"/>
                </a:spcAft>
                <a:buClr>
                  <a:srgbClr val="EF411E"/>
                </a:buClr>
                <a:buSzPct val="100000"/>
                <a:tabLst/>
                <a:defRPr/>
              </a:pPr>
              <a:r>
                <a:rPr lang="en-US" sz="1400" b="1"/>
                <a:t>5: Exceeds bar </a:t>
              </a:r>
              <a:endParaRPr kumimoji="0" lang="en-US" sz="1400" b="1" i="0" u="none" strike="noStrike" kern="1200" cap="none" spc="0" normalizeH="0" baseline="0" noProof="0">
                <a:ln>
                  <a:noFill/>
                </a:ln>
                <a:effectLst/>
                <a:uLnTx/>
                <a:uFillTx/>
                <a:ea typeface="+mn-ea"/>
                <a:cs typeface="Arial" panose="020B0604020202020204" pitchFamily="34" charset="0"/>
              </a:endParaRPr>
            </a:p>
          </p:txBody>
        </p:sp>
      </p:grpSp>
    </p:spTree>
    <p:extLst>
      <p:ext uri="{BB962C8B-B14F-4D97-AF65-F5344CB8AC3E}">
        <p14:creationId xmlns:p14="http://schemas.microsoft.com/office/powerpoint/2010/main" val="38502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39C6681-E46B-6114-51E5-551CC7078EDC}"/>
              </a:ext>
            </a:extLst>
          </p:cNvPr>
          <p:cNvGraphicFramePr>
            <a:graphicFrameLocks noChangeAspect="1"/>
          </p:cNvGraphicFramePr>
          <p:nvPr>
            <p:custDataLst>
              <p:tags r:id="rId1"/>
            </p:custDataLst>
            <p:extLst>
              <p:ext uri="{D42A27DB-BD31-4B8C-83A1-F6EECF244321}">
                <p14:modId xmlns:p14="http://schemas.microsoft.com/office/powerpoint/2010/main" val="7729392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6" progId="TCLayout.ActiveDocument.1">
                  <p:embed/>
                </p:oleObj>
              </mc:Choice>
              <mc:Fallback>
                <p:oleObj name="think-cell Slide" r:id="rId9" imgW="395" imgH="396" progId="TCLayout.ActiveDocument.1">
                  <p:embed/>
                  <p:pic>
                    <p:nvPicPr>
                      <p:cNvPr id="6" name="think-cell data - do not delete" hidden="1">
                        <a:extLst>
                          <a:ext uri="{FF2B5EF4-FFF2-40B4-BE49-F238E27FC236}">
                            <a16:creationId xmlns:a16="http://schemas.microsoft.com/office/drawing/2014/main" id="{639C6681-E46B-6114-51E5-551CC7078ED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ext Placeholder 2">
            <a:hlinkClick r:id="rId11" action="ppaction://hlinksldjump"/>
            <a:extLst>
              <a:ext uri="{FF2B5EF4-FFF2-40B4-BE49-F238E27FC236}">
                <a16:creationId xmlns:a16="http://schemas.microsoft.com/office/drawing/2014/main" id="{32B566C7-2B9D-31C7-6E1D-121BC87760B3}"/>
              </a:ext>
            </a:extLst>
          </p:cNvPr>
          <p:cNvSpPr>
            <a:spLocks noGrp="1"/>
          </p:cNvSpPr>
          <p:nvPr>
            <p:custDataLst>
              <p:tags r:id="rId2"/>
            </p:custDataLst>
          </p:nvPr>
        </p:nvSpPr>
        <p:spPr bwMode="auto">
          <a:xfrm>
            <a:off x="4132263" y="2614613"/>
            <a:ext cx="3927475"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cs typeface="+mn-cs"/>
              </a:rPr>
              <a:t>Workstream considerations</a:t>
            </a:r>
          </a:p>
        </p:txBody>
      </p:sp>
      <p:sp>
        <p:nvSpPr>
          <p:cNvPr id="7" name="Text Placeholder 2">
            <a:hlinkClick r:id="rId12" action="ppaction://hlinksldjump"/>
            <a:extLst>
              <a:ext uri="{FF2B5EF4-FFF2-40B4-BE49-F238E27FC236}">
                <a16:creationId xmlns:a16="http://schemas.microsoft.com/office/drawing/2014/main" id="{A11F71C8-24C2-8905-5BFE-CCF680B66B63}"/>
              </a:ext>
            </a:extLst>
          </p:cNvPr>
          <p:cNvSpPr>
            <a:spLocks noGrp="1"/>
          </p:cNvSpPr>
          <p:nvPr>
            <p:custDataLst>
              <p:tags r:id="rId3"/>
            </p:custDataLst>
          </p:nvPr>
        </p:nvSpPr>
        <p:spPr bwMode="auto">
          <a:xfrm>
            <a:off x="4132263" y="3022600"/>
            <a:ext cx="3927475"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cs typeface="+mn-cs"/>
              </a:rPr>
              <a:t>Purpose of interviewer training</a:t>
            </a:r>
          </a:p>
        </p:txBody>
      </p:sp>
      <p:sp>
        <p:nvSpPr>
          <p:cNvPr id="8" name="Text Placeholder 2">
            <a:hlinkClick r:id="rId13" action="ppaction://hlinksldjump"/>
            <a:extLst>
              <a:ext uri="{FF2B5EF4-FFF2-40B4-BE49-F238E27FC236}">
                <a16:creationId xmlns:a16="http://schemas.microsoft.com/office/drawing/2014/main" id="{2991A028-C896-F328-0990-209949179D1C}"/>
              </a:ext>
            </a:extLst>
          </p:cNvPr>
          <p:cNvSpPr>
            <a:spLocks noGrp="1"/>
          </p:cNvSpPr>
          <p:nvPr>
            <p:custDataLst>
              <p:tags r:id="rId4"/>
            </p:custDataLst>
          </p:nvPr>
        </p:nvSpPr>
        <p:spPr bwMode="auto">
          <a:xfrm>
            <a:off x="4132263" y="3429000"/>
            <a:ext cx="3927475"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a:effectLst/>
                <a:cs typeface="+mn-cs"/>
              </a:rPr>
              <a:t>Interview and candidate assessment</a:t>
            </a:r>
            <a:endParaRPr lang="en-US">
              <a:cs typeface="+mn-cs"/>
            </a:endParaRPr>
          </a:p>
        </p:txBody>
      </p:sp>
      <p:sp>
        <p:nvSpPr>
          <p:cNvPr id="14" name="Text Placeholder 2">
            <a:extLst>
              <a:ext uri="{FF2B5EF4-FFF2-40B4-BE49-F238E27FC236}">
                <a16:creationId xmlns:a16="http://schemas.microsoft.com/office/drawing/2014/main" id="{1E2E3BAC-A204-EBE8-E7F4-546DCAC59892}"/>
              </a:ext>
            </a:extLst>
          </p:cNvPr>
          <p:cNvSpPr>
            <a:spLocks noGrp="1"/>
          </p:cNvSpPr>
          <p:nvPr>
            <p:custDataLst>
              <p:tags r:id="rId5"/>
            </p:custDataLst>
          </p:nvPr>
        </p:nvSpPr>
        <p:spPr bwMode="auto">
          <a:xfrm>
            <a:off x="4132263" y="3835400"/>
            <a:ext cx="3927475" cy="407988"/>
          </a:xfrm>
          <a:prstGeom prst="rect">
            <a:avLst/>
          </a:prstGeom>
          <a:solidFill>
            <a:schemeClr val="accent1"/>
          </a:solidFill>
          <a:ln>
            <a:noFill/>
          </a:ln>
          <a:effec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1">
              <a:spcBef>
                <a:spcPct val="0"/>
              </a:spcBef>
              <a:spcAft>
                <a:spcPct val="0"/>
              </a:spcAft>
            </a:pPr>
            <a:r>
              <a:rPr lang="en-US" altLang="en-US" b="1">
                <a:solidFill>
                  <a:schemeClr val="tx2"/>
                </a:solidFill>
                <a:effectLst/>
                <a:cs typeface="+mn-cs"/>
              </a:rPr>
              <a:t>Candidate debrief</a:t>
            </a:r>
            <a:endParaRPr lang="en-US" b="1">
              <a:solidFill>
                <a:schemeClr val="tx2"/>
              </a:solidFill>
              <a:cs typeface="+mn-cs"/>
            </a:endParaRPr>
          </a:p>
        </p:txBody>
      </p:sp>
      <p:sp>
        <p:nvSpPr>
          <p:cNvPr id="4" name="2. Slide Title">
            <a:extLst>
              <a:ext uri="{FF2B5EF4-FFF2-40B4-BE49-F238E27FC236}">
                <a16:creationId xmlns:a16="http://schemas.microsoft.com/office/drawing/2014/main" id="{B7A68900-073F-95E0-6F86-1317DC8E708A}"/>
              </a:ext>
            </a:extLst>
          </p:cNvPr>
          <p:cNvSpPr>
            <a:spLocks noGrp="1"/>
          </p:cNvSpPr>
          <p:nvPr>
            <p:ph type="title"/>
            <p:custDataLst>
              <p:tags r:id="rId6"/>
            </p:custDataLst>
          </p:nvPr>
        </p:nvSpPr>
        <p:spPr/>
        <p:txBody>
          <a:bodyPr vert="horz"/>
          <a:lstStyle/>
          <a:p>
            <a:r>
              <a:rPr lang="en-US"/>
              <a:t>Table of content</a:t>
            </a:r>
          </a:p>
        </p:txBody>
      </p:sp>
      <p:sp>
        <p:nvSpPr>
          <p:cNvPr id="5" name="1. On-page tracker">
            <a:extLst>
              <a:ext uri="{FF2B5EF4-FFF2-40B4-BE49-F238E27FC236}">
                <a16:creationId xmlns:a16="http://schemas.microsoft.com/office/drawing/2014/main" id="{D9C619F4-F463-D5A1-7C5C-2C3163C27946}"/>
              </a:ext>
            </a:extLst>
          </p:cNvPr>
          <p:cNvSpPr>
            <a:spLocks noGrp="1"/>
          </p:cNvSpPr>
          <p:nvPr>
            <p:ph type="body" sz="quarter" idx="17"/>
            <p:custDataLst>
              <p:tags r:id="rId7"/>
            </p:custDataLst>
          </p:nvPr>
        </p:nvSpPr>
        <p:spPr/>
        <p:txBody>
          <a:bodyPr/>
          <a:lstStyle/>
          <a:p>
            <a:endParaRPr lang="en-US"/>
          </a:p>
        </p:txBody>
      </p:sp>
    </p:spTree>
    <p:extLst>
      <p:ext uri="{BB962C8B-B14F-4D97-AF65-F5344CB8AC3E}">
        <p14:creationId xmlns:p14="http://schemas.microsoft.com/office/powerpoint/2010/main" val="1876722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66663424-3E27-4D74-A716-339A3E5DC5FE}"/>
              </a:ext>
            </a:extLst>
          </p:cNvPr>
          <p:cNvGraphicFramePr>
            <a:graphicFrameLocks noChangeAspect="1"/>
          </p:cNvGraphicFramePr>
          <p:nvPr>
            <p:custDataLst>
              <p:tags r:id="rId1"/>
            </p:custDataLst>
            <p:extLst>
              <p:ext uri="{D42A27DB-BD31-4B8C-83A1-F6EECF244321}">
                <p14:modId xmlns:p14="http://schemas.microsoft.com/office/powerpoint/2010/main" val="1132566222"/>
              </p:ext>
            </p:extLst>
          </p:nvPr>
        </p:nvGraphicFramePr>
        <p:xfrm>
          <a:off x="1525891" y="1621"/>
          <a:ext cx="1619" cy="1619"/>
        </p:xfrm>
        <a:graphic>
          <a:graphicData uri="http://schemas.openxmlformats.org/presentationml/2006/ole">
            <mc:AlternateContent xmlns:mc="http://schemas.openxmlformats.org/markup-compatibility/2006">
              <mc:Choice xmlns:v="urn:schemas-microsoft-com:vml" Requires="v">
                <p:oleObj name="think-cell Slide" r:id="rId22" imgW="353" imgH="353" progId="TCLayout.ActiveDocument.1">
                  <p:embed/>
                </p:oleObj>
              </mc:Choice>
              <mc:Fallback>
                <p:oleObj name="think-cell Slide" r:id="rId22" imgW="353" imgH="353" progId="TCLayout.ActiveDocument.1">
                  <p:embed/>
                  <p:pic>
                    <p:nvPicPr>
                      <p:cNvPr id="10" name="Object 9" hidden="1">
                        <a:extLst>
                          <a:ext uri="{FF2B5EF4-FFF2-40B4-BE49-F238E27FC236}">
                            <a16:creationId xmlns:a16="http://schemas.microsoft.com/office/drawing/2014/main" id="{66663424-3E27-4D74-A716-339A3E5DC5FE}"/>
                          </a:ext>
                        </a:extLst>
                      </p:cNvPr>
                      <p:cNvPicPr/>
                      <p:nvPr/>
                    </p:nvPicPr>
                    <p:blipFill>
                      <a:blip r:embed="rId23"/>
                      <a:stretch>
                        <a:fillRect/>
                      </a:stretch>
                    </p:blipFill>
                    <p:spPr>
                      <a:xfrm>
                        <a:off x="1525891" y="1621"/>
                        <a:ext cx="1619" cy="1619"/>
                      </a:xfrm>
                      <a:prstGeom prst="rect">
                        <a:avLst/>
                      </a:prstGeom>
                    </p:spPr>
                  </p:pic>
                </p:oleObj>
              </mc:Fallback>
            </mc:AlternateContent>
          </a:graphicData>
        </a:graphic>
      </p:graphicFrame>
      <p:sp>
        <p:nvSpPr>
          <p:cNvPr id="3" name="Rectangle 1" hidden="1">
            <a:extLst>
              <a:ext uri="{FF2B5EF4-FFF2-40B4-BE49-F238E27FC236}">
                <a16:creationId xmlns:a16="http://schemas.microsoft.com/office/drawing/2014/main" id="{62CE54A1-649E-455E-A05C-9ADA91846A7C}"/>
              </a:ext>
            </a:extLst>
          </p:cNvPr>
          <p:cNvSpPr/>
          <p:nvPr>
            <p:custDataLst>
              <p:tags r:id="rId2"/>
            </p:custDataLst>
          </p:nvPr>
        </p:nvSpPr>
        <p:spPr>
          <a:xfrm>
            <a:off x="0" y="0"/>
            <a:ext cx="158750" cy="15875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2500" b="1"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E9D1449D-B690-416A-A44E-1F6C2C7A78FD}"/>
              </a:ext>
            </a:extLst>
          </p:cNvPr>
          <p:cNvSpPr>
            <a:spLocks noGrp="1"/>
          </p:cNvSpPr>
          <p:nvPr>
            <p:ph type="title"/>
            <p:custDataLst>
              <p:tags r:id="rId3"/>
            </p:custDataLst>
          </p:nvPr>
        </p:nvSpPr>
        <p:spPr bwMode="auto">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a:solidFill>
                  <a:srgbClr val="FFFFFF"/>
                </a:solidFill>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nchor="t" anchorCtr="0">
            <a:noAutofit/>
          </a:bodyPr>
          <a:lstStyle/>
          <a:p>
            <a:r>
              <a:rPr lang="en-CA" dirty="0"/>
              <a:t>The debrief aims to help the Hiring Manager gather sufficient information to make the hiring decision</a:t>
            </a:r>
          </a:p>
        </p:txBody>
      </p:sp>
      <p:sp>
        <p:nvSpPr>
          <p:cNvPr id="2" name="Subtitle 1">
            <a:extLst>
              <a:ext uri="{FF2B5EF4-FFF2-40B4-BE49-F238E27FC236}">
                <a16:creationId xmlns:a16="http://schemas.microsoft.com/office/drawing/2014/main" id="{CA7985E3-7E29-E871-BFEA-9643323DDCB5}"/>
              </a:ext>
            </a:extLst>
          </p:cNvPr>
          <p:cNvSpPr>
            <a:spLocks noGrp="1"/>
          </p:cNvSpPr>
          <p:nvPr>
            <p:ph type="subTitle" idx="1"/>
          </p:nvPr>
        </p:nvSpPr>
        <p:spPr>
          <a:xfrm>
            <a:off x="554736" y="929196"/>
            <a:ext cx="11082528" cy="276999"/>
          </a:xfrm>
        </p:spPr>
        <p:txBody>
          <a:bodyPr/>
          <a:lstStyle/>
          <a:p>
            <a:r>
              <a:rPr lang="sv-SE" i="1"/>
              <a:t>Assumes only one candidate can be hired for each role</a:t>
            </a:r>
          </a:p>
        </p:txBody>
      </p:sp>
      <p:sp>
        <p:nvSpPr>
          <p:cNvPr id="8" name="TextBox 7">
            <a:extLst>
              <a:ext uri="{FF2B5EF4-FFF2-40B4-BE49-F238E27FC236}">
                <a16:creationId xmlns:a16="http://schemas.microsoft.com/office/drawing/2014/main" id="{9565BBB4-DE76-69FD-2D25-780E86374EE3}"/>
              </a:ext>
            </a:extLst>
          </p:cNvPr>
          <p:cNvSpPr txBox="1">
            <a:spLocks/>
          </p:cNvSpPr>
          <p:nvPr/>
        </p:nvSpPr>
        <p:spPr>
          <a:xfrm>
            <a:off x="6331364" y="2098677"/>
            <a:ext cx="5305900" cy="11515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R="0" lvl="1" algn="l" defTabSz="914400" rtl="0" eaLnBrk="1" fontAlgn="base" latinLnBrk="0" hangingPunct="1">
              <a:lnSpc>
                <a:spcPct val="100000"/>
              </a:lnSpc>
              <a:spcBef>
                <a:spcPts val="1000"/>
              </a:spcBef>
              <a:spcAft>
                <a:spcPts val="300"/>
              </a:spcAft>
              <a:buClrTx/>
              <a:buSzPct val="120000"/>
              <a:buFont typeface="Arial" panose="020B0604020202020204" pitchFamily="34" charset="0"/>
              <a:buChar char="•"/>
              <a:tabLst/>
              <a:defRPr/>
            </a:pPr>
            <a:r>
              <a:rPr lang="en-US" dirty="0">
                <a:solidFill>
                  <a:srgbClr val="000000"/>
                </a:solidFill>
              </a:rPr>
              <a:t>Recruiter compiles candidate</a:t>
            </a:r>
            <a:r>
              <a:rPr kumimoji="0" lang="en-US" b="0" i="0" u="none" strike="noStrike" kern="1200" cap="none" spc="0" normalizeH="0" baseline="0" noProof="0" dirty="0">
                <a:ln>
                  <a:noFill/>
                </a:ln>
                <a:solidFill>
                  <a:srgbClr val="000000"/>
                </a:solidFill>
                <a:effectLst/>
                <a:uLnTx/>
                <a:uFillTx/>
                <a:ea typeface="+mn-ea"/>
                <a:cs typeface="+mn-cs"/>
              </a:rPr>
              <a:t> scorecards from all interviewers</a:t>
            </a:r>
          </a:p>
          <a:p>
            <a:pPr marR="0" lvl="1" algn="l" defTabSz="914400" rtl="0" eaLnBrk="1" fontAlgn="base" latinLnBrk="0" hangingPunct="1">
              <a:lnSpc>
                <a:spcPct val="100000"/>
              </a:lnSpc>
              <a:spcBef>
                <a:spcPts val="1000"/>
              </a:spcBef>
              <a:spcAft>
                <a:spcPts val="300"/>
              </a:spcAft>
              <a:buClrTx/>
              <a:buSzPct val="120000"/>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ea typeface="+mn-ea"/>
                <a:cs typeface="+mn-cs"/>
              </a:rPr>
              <a:t>Hiring Manager reviews all scorecards and identifies areas to probe</a:t>
            </a:r>
          </a:p>
        </p:txBody>
      </p:sp>
      <p:sp>
        <p:nvSpPr>
          <p:cNvPr id="16" name="TextBox 15">
            <a:extLst>
              <a:ext uri="{FF2B5EF4-FFF2-40B4-BE49-F238E27FC236}">
                <a16:creationId xmlns:a16="http://schemas.microsoft.com/office/drawing/2014/main" id="{AC72CC06-9765-8CA0-6F2B-5BC600696409}"/>
              </a:ext>
            </a:extLst>
          </p:cNvPr>
          <p:cNvSpPr txBox="1">
            <a:spLocks/>
          </p:cNvSpPr>
          <p:nvPr/>
        </p:nvSpPr>
        <p:spPr>
          <a:xfrm>
            <a:off x="4959352" y="1715158"/>
            <a:ext cx="6677912" cy="276999"/>
          </a:xfrm>
          <a:prstGeom prst="rect">
            <a:avLst/>
          </a:prstGeom>
        </p:spPr>
        <p:txBody>
          <a:bodyPr vert="horz" wrap="square" lIns="0" tIns="0" rIns="0" bIns="18288" rtlCol="0" anchor="b">
            <a:no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2000" b="1" i="0" u="none" strike="noStrike" kern="1200" cap="none" spc="0" normalizeH="0" baseline="0" noProof="0">
                <a:ln>
                  <a:noFill/>
                </a:ln>
                <a:solidFill>
                  <a:srgbClr val="000000"/>
                </a:solidFill>
                <a:effectLst/>
                <a:uLnTx/>
                <a:uFillTx/>
                <a:ea typeface="+mn-ea"/>
                <a:cs typeface="+mn-cs"/>
              </a:rPr>
              <a:t>Timeline</a:t>
            </a:r>
          </a:p>
        </p:txBody>
      </p:sp>
      <p:cxnSp>
        <p:nvCxnSpPr>
          <p:cNvPr id="37" name="Straight Connector 36">
            <a:extLst>
              <a:ext uri="{FF2B5EF4-FFF2-40B4-BE49-F238E27FC236}">
                <a16:creationId xmlns:a16="http://schemas.microsoft.com/office/drawing/2014/main" id="{0E196796-81D5-E280-7101-4D49AC818273}"/>
              </a:ext>
            </a:extLst>
          </p:cNvPr>
          <p:cNvCxnSpPr>
            <a:cxnSpLocks/>
          </p:cNvCxnSpPr>
          <p:nvPr/>
        </p:nvCxnSpPr>
        <p:spPr>
          <a:xfrm>
            <a:off x="554736" y="2039884"/>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812EC1E8-D5FC-5CC7-53EA-17568C39F1A4}"/>
              </a:ext>
            </a:extLst>
          </p:cNvPr>
          <p:cNvGrpSpPr/>
          <p:nvPr>
            <p:custDataLst>
              <p:tags r:id="rId4"/>
            </p:custDataLst>
          </p:nvPr>
        </p:nvGrpSpPr>
        <p:grpSpPr>
          <a:xfrm rot="5400000">
            <a:off x="4837128" y="2220901"/>
            <a:ext cx="1525893" cy="1281446"/>
            <a:chOff x="4946050" y="2882556"/>
            <a:chExt cx="1308049" cy="1281446"/>
          </a:xfrm>
        </p:grpSpPr>
        <p:sp>
          <p:nvSpPr>
            <p:cNvPr id="53" name="Freeform 3">
              <a:extLst>
                <a:ext uri="{FF2B5EF4-FFF2-40B4-BE49-F238E27FC236}">
                  <a16:creationId xmlns:a16="http://schemas.microsoft.com/office/drawing/2014/main" id="{D0E41B81-A84B-5B1A-E7E4-0FF895D8E2C0}"/>
                </a:ext>
              </a:extLst>
            </p:cNvPr>
            <p:cNvSpPr/>
            <p:nvPr>
              <p:custDataLst>
                <p:tags r:id="rId18"/>
              </p:custDataLst>
            </p:nvPr>
          </p:nvSpPr>
          <p:spPr bwMode="gray">
            <a:xfrm>
              <a:off x="4946050" y="2882556"/>
              <a:ext cx="1308049" cy="1281446"/>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255718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255718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255718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73081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7308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289856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289856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289856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8944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3894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10205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8595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22489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18595 w 1828800"/>
                <a:gd name="connsiteY3" fmla="*/ 914400 h 914400"/>
                <a:gd name="connsiteX4" fmla="*/ 0 w 1828800"/>
                <a:gd name="connsiteY4" fmla="*/ 914400 h 914400"/>
                <a:gd name="connsiteX5" fmla="*/ 322489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322489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322489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322489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322489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06311 w 1828800"/>
                <a:gd name="connsiteY1" fmla="*/ 0 h 914400"/>
                <a:gd name="connsiteX2" fmla="*/ 1828800 w 1828800"/>
                <a:gd name="connsiteY2" fmla="*/ 457200 h 914400"/>
                <a:gd name="connsiteX3" fmla="*/ 1506311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506311" y="0"/>
                  </a:lnTo>
                  <a:lnTo>
                    <a:pt x="1828800" y="457200"/>
                  </a:lnTo>
                  <a:lnTo>
                    <a:pt x="1506311" y="914400"/>
                  </a:lnTo>
                  <a:lnTo>
                    <a:pt x="0" y="914400"/>
                  </a:lnTo>
                  <a:lnTo>
                    <a:pt x="0"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ea typeface="+mn-ea"/>
                <a:cs typeface="+mn-cs"/>
              </a:endParaRPr>
            </a:p>
          </p:txBody>
        </p:sp>
        <p:sp>
          <p:nvSpPr>
            <p:cNvPr id="54" name="TextBox 53">
              <a:extLst>
                <a:ext uri="{FF2B5EF4-FFF2-40B4-BE49-F238E27FC236}">
                  <a16:creationId xmlns:a16="http://schemas.microsoft.com/office/drawing/2014/main" id="{5D6F9A4D-08B6-267A-E8DA-845F42137918}"/>
                </a:ext>
              </a:extLst>
            </p:cNvPr>
            <p:cNvSpPr txBox="1"/>
            <p:nvPr>
              <p:custDataLst>
                <p:tags r:id="rId19"/>
              </p:custDataLst>
            </p:nvPr>
          </p:nvSpPr>
          <p:spPr bwMode="gray">
            <a:xfrm>
              <a:off x="5009550" y="2971546"/>
              <a:ext cx="1013889" cy="1103467"/>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auto" latinLnBrk="0" hangingPunct="1">
                <a:lnSpc>
                  <a:spcPct val="100000"/>
                </a:lnSpc>
                <a:spcBef>
                  <a:spcPts val="0"/>
                </a:spcBef>
                <a:spcAft>
                  <a:spcPts val="0"/>
                </a:spcAft>
                <a:buClr>
                  <a:srgbClr val="FFFFFF"/>
                </a:buClr>
                <a:buSzPct val="100000"/>
                <a:buFontTx/>
                <a:buNone/>
                <a:tabLst/>
                <a:defRPr/>
              </a:pPr>
              <a:r>
                <a:rPr kumimoji="0" lang="en-US" sz="1600" b="1" i="0" u="none" strike="noStrike" kern="1200" cap="none" spc="0" normalizeH="0" baseline="0" noProof="0">
                  <a:ln>
                    <a:noFill/>
                  </a:ln>
                  <a:solidFill>
                    <a:srgbClr val="FFFFFF"/>
                  </a:solidFill>
                  <a:effectLst/>
                  <a:uLnTx/>
                  <a:uFillTx/>
                  <a:ea typeface="+mn-ea"/>
                  <a:cs typeface="+mn-cs"/>
                </a:rPr>
                <a:t>Before debrief</a:t>
              </a:r>
              <a:endParaRPr kumimoji="0" lang="en-US" sz="1600" b="0" i="0" u="none" strike="noStrike" kern="1200" cap="none" spc="0" normalizeH="0" baseline="0" noProof="0">
                <a:ln>
                  <a:noFill/>
                </a:ln>
                <a:solidFill>
                  <a:srgbClr val="FFFFFF"/>
                </a:solidFill>
                <a:effectLst/>
                <a:uLnTx/>
                <a:uFillTx/>
                <a:ea typeface="+mn-ea"/>
                <a:cs typeface="+mn-cs"/>
              </a:endParaRPr>
            </a:p>
          </p:txBody>
        </p:sp>
      </p:grpSp>
      <p:grpSp>
        <p:nvGrpSpPr>
          <p:cNvPr id="40" name="Group 39">
            <a:extLst>
              <a:ext uri="{FF2B5EF4-FFF2-40B4-BE49-F238E27FC236}">
                <a16:creationId xmlns:a16="http://schemas.microsoft.com/office/drawing/2014/main" id="{3E2696EF-9981-F22F-2404-3233A2576B9C}"/>
              </a:ext>
            </a:extLst>
          </p:cNvPr>
          <p:cNvGrpSpPr/>
          <p:nvPr>
            <p:custDataLst>
              <p:tags r:id="rId5"/>
            </p:custDataLst>
          </p:nvPr>
        </p:nvGrpSpPr>
        <p:grpSpPr>
          <a:xfrm rot="5400000">
            <a:off x="4686632" y="3787867"/>
            <a:ext cx="1826886" cy="1281446"/>
            <a:chOff x="4866557" y="4178928"/>
            <a:chExt cx="1554923" cy="1281446"/>
          </a:xfrm>
        </p:grpSpPr>
        <p:sp>
          <p:nvSpPr>
            <p:cNvPr id="51" name="Freeform 3">
              <a:extLst>
                <a:ext uri="{FF2B5EF4-FFF2-40B4-BE49-F238E27FC236}">
                  <a16:creationId xmlns:a16="http://schemas.microsoft.com/office/drawing/2014/main" id="{1A9CE279-8039-5505-3B3C-8C60D5A13A1D}"/>
                </a:ext>
              </a:extLst>
            </p:cNvPr>
            <p:cNvSpPr/>
            <p:nvPr>
              <p:custDataLst>
                <p:tags r:id="rId16"/>
              </p:custDataLst>
            </p:nvPr>
          </p:nvSpPr>
          <p:spPr bwMode="gray">
            <a:xfrm>
              <a:off x="4866557" y="4178928"/>
              <a:ext cx="1554923" cy="1281446"/>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 name="connsiteX0" fmla="*/ 0 w 1828800"/>
                <a:gd name="connsiteY0" fmla="*/ 0 h 914400"/>
                <a:gd name="connsiteX1" fmla="*/ 1557513 w 1828800"/>
                <a:gd name="connsiteY1" fmla="*/ 0 h 914400"/>
                <a:gd name="connsiteX2" fmla="*/ 1828800 w 1828800"/>
                <a:gd name="connsiteY2" fmla="*/ 457200 h 914400"/>
                <a:gd name="connsiteX3" fmla="*/ 1557513 w 1828800"/>
                <a:gd name="connsiteY3" fmla="*/ 914400 h 914400"/>
                <a:gd name="connsiteX4" fmla="*/ 0 w 1828800"/>
                <a:gd name="connsiteY4" fmla="*/ 914400 h 914400"/>
                <a:gd name="connsiteX5" fmla="*/ 271287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557513" y="0"/>
                  </a:lnTo>
                  <a:lnTo>
                    <a:pt x="1828800" y="457200"/>
                  </a:lnTo>
                  <a:lnTo>
                    <a:pt x="1557513" y="914400"/>
                  </a:lnTo>
                  <a:lnTo>
                    <a:pt x="0" y="914400"/>
                  </a:lnTo>
                  <a:lnTo>
                    <a:pt x="271287"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ea typeface="+mn-ea"/>
                <a:cs typeface="+mn-cs"/>
              </a:endParaRPr>
            </a:p>
          </p:txBody>
        </p:sp>
        <p:sp>
          <p:nvSpPr>
            <p:cNvPr id="52" name="TextBox 51">
              <a:extLst>
                <a:ext uri="{FF2B5EF4-FFF2-40B4-BE49-F238E27FC236}">
                  <a16:creationId xmlns:a16="http://schemas.microsoft.com/office/drawing/2014/main" id="{E9BC1FF8-3E2B-8A60-344C-66C547E3369F}"/>
                </a:ext>
              </a:extLst>
            </p:cNvPr>
            <p:cNvSpPr txBox="1"/>
            <p:nvPr>
              <p:custDataLst>
                <p:tags r:id="rId17"/>
              </p:custDataLst>
            </p:nvPr>
          </p:nvSpPr>
          <p:spPr bwMode="gray">
            <a:xfrm>
              <a:off x="5153033" y="4267917"/>
              <a:ext cx="1042802" cy="1103467"/>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auto" latinLnBrk="0" hangingPunct="1">
                <a:lnSpc>
                  <a:spcPct val="100000"/>
                </a:lnSpc>
                <a:spcBef>
                  <a:spcPts val="0"/>
                </a:spcBef>
                <a:spcAft>
                  <a:spcPts val="0"/>
                </a:spcAft>
                <a:buClr>
                  <a:srgbClr val="FFFFFF"/>
                </a:buClr>
                <a:buSzPct val="100000"/>
                <a:buFontTx/>
                <a:buNone/>
                <a:tabLst/>
                <a:defRPr/>
              </a:pPr>
              <a:r>
                <a:rPr kumimoji="0" lang="en-US" sz="1600" b="1" i="0" u="none" strike="noStrike" kern="1200" cap="none" spc="0" normalizeH="0" baseline="0" noProof="0">
                  <a:ln>
                    <a:noFill/>
                  </a:ln>
                  <a:solidFill>
                    <a:srgbClr val="FFFFFF"/>
                  </a:solidFill>
                  <a:effectLst/>
                  <a:uLnTx/>
                  <a:uFillTx/>
                  <a:ea typeface="+mn-ea"/>
                  <a:cs typeface="+mn-cs"/>
                </a:rPr>
                <a:t>During debrief</a:t>
              </a:r>
              <a:endParaRPr kumimoji="0" lang="en-US" sz="1600" b="0" i="0" u="none" strike="noStrike" kern="1200" cap="none" spc="0" normalizeH="0" baseline="0" noProof="0">
                <a:ln>
                  <a:noFill/>
                </a:ln>
                <a:solidFill>
                  <a:srgbClr val="FFFFFF"/>
                </a:solidFill>
                <a:effectLst/>
                <a:uLnTx/>
                <a:uFillTx/>
                <a:ea typeface="+mn-ea"/>
                <a:cs typeface="+mn-cs"/>
              </a:endParaRPr>
            </a:p>
          </p:txBody>
        </p:sp>
      </p:grpSp>
      <p:grpSp>
        <p:nvGrpSpPr>
          <p:cNvPr id="41" name="Group 40">
            <a:extLst>
              <a:ext uri="{FF2B5EF4-FFF2-40B4-BE49-F238E27FC236}">
                <a16:creationId xmlns:a16="http://schemas.microsoft.com/office/drawing/2014/main" id="{042E6B62-35B2-EADD-0CDE-6A8AD3BF7494}"/>
              </a:ext>
            </a:extLst>
          </p:cNvPr>
          <p:cNvGrpSpPr/>
          <p:nvPr>
            <p:custDataLst>
              <p:tags r:id="rId6"/>
            </p:custDataLst>
          </p:nvPr>
        </p:nvGrpSpPr>
        <p:grpSpPr>
          <a:xfrm rot="5400000">
            <a:off x="5059557" y="5132406"/>
            <a:ext cx="1081038" cy="1281446"/>
            <a:chOff x="5203299" y="5222145"/>
            <a:chExt cx="992832" cy="1281446"/>
          </a:xfrm>
        </p:grpSpPr>
        <p:sp>
          <p:nvSpPr>
            <p:cNvPr id="49" name="Freeform 3">
              <a:extLst>
                <a:ext uri="{FF2B5EF4-FFF2-40B4-BE49-F238E27FC236}">
                  <a16:creationId xmlns:a16="http://schemas.microsoft.com/office/drawing/2014/main" id="{D955F834-FE7F-984B-4708-F8B737B5D891}"/>
                </a:ext>
              </a:extLst>
            </p:cNvPr>
            <p:cNvSpPr/>
            <p:nvPr>
              <p:custDataLst>
                <p:tags r:id="rId14"/>
              </p:custDataLst>
            </p:nvPr>
          </p:nvSpPr>
          <p:spPr bwMode="gray">
            <a:xfrm>
              <a:off x="5203299" y="5222145"/>
              <a:ext cx="992832" cy="1281446"/>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232734 w 1828800"/>
                <a:gd name="connsiteY5" fmla="*/ 457201 h 914400"/>
                <a:gd name="connsiteX0" fmla="*/ 0 w 1828800"/>
                <a:gd name="connsiteY0" fmla="*/ 0 h 914400"/>
                <a:gd name="connsiteX1" fmla="*/ 1596065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96065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311214 w 1828800"/>
                <a:gd name="connsiteY5" fmla="*/ 457201 h 914400"/>
                <a:gd name="connsiteX0" fmla="*/ 0 w 1828800"/>
                <a:gd name="connsiteY0" fmla="*/ 0 h 914400"/>
                <a:gd name="connsiteX1" fmla="*/ 1517586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500206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517586 w 1828800"/>
                <a:gd name="connsiteY3" fmla="*/ 914400 h 914400"/>
                <a:gd name="connsiteX4" fmla="*/ 0 w 1828800"/>
                <a:gd name="connsiteY4" fmla="*/ 914400 h 914400"/>
                <a:gd name="connsiteX5" fmla="*/ 500206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500206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500206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500206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500206 w 1828800"/>
                <a:gd name="connsiteY5" fmla="*/ 457201 h 914400"/>
                <a:gd name="connsiteX0" fmla="*/ 0 w 1828800"/>
                <a:gd name="connsiteY0" fmla="*/ 0 h 914400"/>
                <a:gd name="connsiteX1" fmla="*/ 1328594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28594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444461 w 1828800"/>
                <a:gd name="connsiteY5" fmla="*/ 457201 h 914400"/>
                <a:gd name="connsiteX0" fmla="*/ 0 w 1828800"/>
                <a:gd name="connsiteY0" fmla="*/ 0 h 914400"/>
                <a:gd name="connsiteX1" fmla="*/ 1384337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03923 w 1828800"/>
                <a:gd name="connsiteY1" fmla="*/ 0 h 914400"/>
                <a:gd name="connsiteX2" fmla="*/ 1828800 w 1828800"/>
                <a:gd name="connsiteY2" fmla="*/ 457200 h 914400"/>
                <a:gd name="connsiteX3" fmla="*/ 138433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03923 w 1828800"/>
                <a:gd name="connsiteY1" fmla="*/ 0 h 914400"/>
                <a:gd name="connsiteX2" fmla="*/ 1828800 w 1828800"/>
                <a:gd name="connsiteY2" fmla="*/ 457200 h 914400"/>
                <a:gd name="connsiteX3" fmla="*/ 14039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03923 w 1828800"/>
                <a:gd name="connsiteY1" fmla="*/ 0 h 914400"/>
                <a:gd name="connsiteX2" fmla="*/ 1828800 w 1828800"/>
                <a:gd name="connsiteY2" fmla="*/ 457200 h 914400"/>
                <a:gd name="connsiteX3" fmla="*/ 1403923 w 1828800"/>
                <a:gd name="connsiteY3" fmla="*/ 914400 h 914400"/>
                <a:gd name="connsiteX4" fmla="*/ 0 w 1828800"/>
                <a:gd name="connsiteY4" fmla="*/ 914400 h 914400"/>
                <a:gd name="connsiteX5" fmla="*/ 424877 w 1828800"/>
                <a:gd name="connsiteY5" fmla="*/ 457201 h 914400"/>
                <a:gd name="connsiteX0" fmla="*/ 0 w 1828800"/>
                <a:gd name="connsiteY0" fmla="*/ 0 h 914400"/>
                <a:gd name="connsiteX1" fmla="*/ 1403923 w 1828800"/>
                <a:gd name="connsiteY1" fmla="*/ 0 h 914400"/>
                <a:gd name="connsiteX2" fmla="*/ 1828800 w 1828800"/>
                <a:gd name="connsiteY2" fmla="*/ 457200 h 914400"/>
                <a:gd name="connsiteX3" fmla="*/ 1403923 w 1828800"/>
                <a:gd name="connsiteY3" fmla="*/ 914400 h 914400"/>
                <a:gd name="connsiteX4" fmla="*/ 0 w 1828800"/>
                <a:gd name="connsiteY4" fmla="*/ 914400 h 914400"/>
                <a:gd name="connsiteX5" fmla="*/ 424877 w 1828800"/>
                <a:gd name="connsiteY5" fmla="*/ 457201 h 914400"/>
                <a:gd name="connsiteX0" fmla="*/ 0 w 1828800"/>
                <a:gd name="connsiteY0" fmla="*/ 0 h 914400"/>
                <a:gd name="connsiteX1" fmla="*/ 1403923 w 1828800"/>
                <a:gd name="connsiteY1" fmla="*/ 0 h 914400"/>
                <a:gd name="connsiteX2" fmla="*/ 1828800 w 1828800"/>
                <a:gd name="connsiteY2" fmla="*/ 457200 h 914400"/>
                <a:gd name="connsiteX3" fmla="*/ 1403923 w 1828800"/>
                <a:gd name="connsiteY3" fmla="*/ 914400 h 914400"/>
                <a:gd name="connsiteX4" fmla="*/ 0 w 1828800"/>
                <a:gd name="connsiteY4" fmla="*/ 914400 h 914400"/>
                <a:gd name="connsiteX5" fmla="*/ 424877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403923" y="0"/>
                  </a:lnTo>
                  <a:lnTo>
                    <a:pt x="1828800" y="457200"/>
                  </a:lnTo>
                  <a:lnTo>
                    <a:pt x="1403923" y="914400"/>
                  </a:lnTo>
                  <a:lnTo>
                    <a:pt x="0" y="914400"/>
                  </a:lnTo>
                  <a:lnTo>
                    <a:pt x="424877"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ea typeface="+mn-ea"/>
                <a:cs typeface="+mn-cs"/>
              </a:endParaRPr>
            </a:p>
          </p:txBody>
        </p:sp>
        <p:sp>
          <p:nvSpPr>
            <p:cNvPr id="50" name="TextBox 49">
              <a:extLst>
                <a:ext uri="{FF2B5EF4-FFF2-40B4-BE49-F238E27FC236}">
                  <a16:creationId xmlns:a16="http://schemas.microsoft.com/office/drawing/2014/main" id="{0A6FDA6C-9AB6-236A-C006-7BA2012AD5A1}"/>
                </a:ext>
              </a:extLst>
            </p:cNvPr>
            <p:cNvSpPr txBox="1"/>
            <p:nvPr>
              <p:custDataLst>
                <p:tags r:id="rId15"/>
              </p:custDataLst>
            </p:nvPr>
          </p:nvSpPr>
          <p:spPr bwMode="gray">
            <a:xfrm>
              <a:off x="5484509" y="5311135"/>
              <a:ext cx="480711" cy="1103467"/>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auto" latinLnBrk="0" hangingPunct="1">
                <a:lnSpc>
                  <a:spcPct val="100000"/>
                </a:lnSpc>
                <a:spcBef>
                  <a:spcPts val="0"/>
                </a:spcBef>
                <a:spcAft>
                  <a:spcPts val="0"/>
                </a:spcAft>
                <a:buClr>
                  <a:srgbClr val="FFFFFF"/>
                </a:buClr>
                <a:buSzPct val="100000"/>
                <a:buFontTx/>
                <a:buNone/>
                <a:tabLst/>
                <a:defRPr/>
              </a:pPr>
              <a:r>
                <a:rPr lang="en-US" sz="1600" b="1">
                  <a:solidFill>
                    <a:srgbClr val="FFFFFF"/>
                  </a:solidFill>
                </a:rPr>
                <a:t>After debrief</a:t>
              </a:r>
              <a:endParaRPr kumimoji="0" lang="en-US" sz="1600" b="0" i="0" u="none" strike="noStrike" kern="1200" cap="none" spc="0" normalizeH="0" baseline="0" noProof="0">
                <a:ln>
                  <a:noFill/>
                </a:ln>
                <a:solidFill>
                  <a:srgbClr val="FFFFFF"/>
                </a:solidFill>
                <a:effectLst/>
                <a:uLnTx/>
                <a:uFillTx/>
                <a:ea typeface="+mn-ea"/>
                <a:cs typeface="+mn-cs"/>
              </a:endParaRPr>
            </a:p>
          </p:txBody>
        </p:sp>
      </p:grpSp>
      <p:cxnSp>
        <p:nvCxnSpPr>
          <p:cNvPr id="42" name="Straight Connector 41">
            <a:extLst>
              <a:ext uri="{FF2B5EF4-FFF2-40B4-BE49-F238E27FC236}">
                <a16:creationId xmlns:a16="http://schemas.microsoft.com/office/drawing/2014/main" id="{18205794-6F35-E3EA-496D-51ABACBDD65F}"/>
              </a:ext>
            </a:extLst>
          </p:cNvPr>
          <p:cNvCxnSpPr>
            <a:cxnSpLocks/>
          </p:cNvCxnSpPr>
          <p:nvPr/>
        </p:nvCxnSpPr>
        <p:spPr>
          <a:xfrm>
            <a:off x="4590985" y="2237998"/>
            <a:ext cx="0" cy="405129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3" name="ChevronWhite 146">
            <a:extLst>
              <a:ext uri="{FF2B5EF4-FFF2-40B4-BE49-F238E27FC236}">
                <a16:creationId xmlns:a16="http://schemas.microsoft.com/office/drawing/2014/main" id="{456B37F6-1566-E569-20F7-E505A30EE0DE}"/>
              </a:ext>
            </a:extLst>
          </p:cNvPr>
          <p:cNvGrpSpPr>
            <a:grpSpLocks noChangeAspect="1"/>
          </p:cNvGrpSpPr>
          <p:nvPr>
            <p:custDataLst>
              <p:tags r:id="rId7"/>
            </p:custDataLst>
          </p:nvPr>
        </p:nvGrpSpPr>
        <p:grpSpPr>
          <a:xfrm>
            <a:off x="4392871" y="1841770"/>
            <a:ext cx="396228" cy="396228"/>
            <a:chOff x="1016000" y="1016000"/>
            <a:chExt cx="396228" cy="396228"/>
          </a:xfrm>
        </p:grpSpPr>
        <p:sp>
          <p:nvSpPr>
            <p:cNvPr id="45" name="Oval 44">
              <a:extLst>
                <a:ext uri="{FF2B5EF4-FFF2-40B4-BE49-F238E27FC236}">
                  <a16:creationId xmlns:a16="http://schemas.microsoft.com/office/drawing/2014/main" id="{36CE2CFB-A468-88AC-D40D-F5DB8210707F}"/>
                </a:ext>
              </a:extLst>
            </p:cNvPr>
            <p:cNvSpPr/>
            <p:nvPr/>
          </p:nvSpPr>
          <p:spPr>
            <a:xfrm>
              <a:off x="1016000" y="1016000"/>
              <a:ext cx="396228" cy="396228"/>
            </a:xfrm>
            <a:prstGeom prst="ellipse">
              <a:avLst/>
            </a:prstGeom>
            <a:solidFill>
              <a:schemeClr val="bg1"/>
            </a:solidFill>
            <a:ln w="190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47" name="Graphic 46">
              <a:extLst>
                <a:ext uri="{FF2B5EF4-FFF2-40B4-BE49-F238E27FC236}">
                  <a16:creationId xmlns:a16="http://schemas.microsoft.com/office/drawing/2014/main" id="{7406112E-9FCA-1F26-9B2B-75155F7A74D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23614" y="1023614"/>
              <a:ext cx="381000" cy="381000"/>
            </a:xfrm>
            <a:prstGeom prst="rect">
              <a:avLst/>
            </a:prstGeom>
          </p:spPr>
        </p:pic>
      </p:grpSp>
      <p:grpSp>
        <p:nvGrpSpPr>
          <p:cNvPr id="56" name="Group 55">
            <a:extLst>
              <a:ext uri="{FF2B5EF4-FFF2-40B4-BE49-F238E27FC236}">
                <a16:creationId xmlns:a16="http://schemas.microsoft.com/office/drawing/2014/main" id="{8C875CDF-7C57-2EBD-C685-A81BA199307F}"/>
              </a:ext>
            </a:extLst>
          </p:cNvPr>
          <p:cNvGrpSpPr/>
          <p:nvPr/>
        </p:nvGrpSpPr>
        <p:grpSpPr>
          <a:xfrm>
            <a:off x="554735" y="2098678"/>
            <a:ext cx="3667884" cy="636193"/>
            <a:chOff x="554735" y="2869251"/>
            <a:chExt cx="3667884" cy="636193"/>
          </a:xfrm>
        </p:grpSpPr>
        <p:grpSp>
          <p:nvGrpSpPr>
            <p:cNvPr id="68" name="Group 67">
              <a:extLst>
                <a:ext uri="{FF2B5EF4-FFF2-40B4-BE49-F238E27FC236}">
                  <a16:creationId xmlns:a16="http://schemas.microsoft.com/office/drawing/2014/main" id="{9505E82A-7F6F-DB57-67B8-7FF82690A6B8}"/>
                </a:ext>
              </a:extLst>
            </p:cNvPr>
            <p:cNvGrpSpPr/>
            <p:nvPr>
              <p:custDataLst>
                <p:tags r:id="rId12"/>
              </p:custDataLst>
            </p:nvPr>
          </p:nvGrpSpPr>
          <p:grpSpPr>
            <a:xfrm>
              <a:off x="554735" y="2869251"/>
              <a:ext cx="636193" cy="636193"/>
              <a:chOff x="-1731264" y="2869252"/>
              <a:chExt cx="521094" cy="521094"/>
            </a:xfrm>
          </p:grpSpPr>
          <p:sp>
            <p:nvSpPr>
              <p:cNvPr id="70" name="Oval 69">
                <a:extLst>
                  <a:ext uri="{FF2B5EF4-FFF2-40B4-BE49-F238E27FC236}">
                    <a16:creationId xmlns:a16="http://schemas.microsoft.com/office/drawing/2014/main" id="{1810E645-3379-1566-E20F-0C50F85220B6}"/>
                  </a:ext>
                </a:extLst>
              </p:cNvPr>
              <p:cNvSpPr>
                <a:spLocks noChangeAspect="1"/>
              </p:cNvSpPr>
              <p:nvPr/>
            </p:nvSpPr>
            <p:spPr>
              <a:xfrm>
                <a:off x="-1731264" y="2869252"/>
                <a:ext cx="521094" cy="52109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FFFFFF"/>
                  </a:buClr>
                  <a:buSzTx/>
                  <a:buFontTx/>
                  <a:buNone/>
                  <a:tabLst/>
                  <a:defRPr/>
                </a:pPr>
                <a:endParaRPr kumimoji="0" lang="en-US" sz="1600" b="0" i="0" u="none" strike="noStrike" kern="1200" cap="none" spc="0" normalizeH="0" baseline="0" noProof="0" err="1">
                  <a:ln>
                    <a:noFill/>
                  </a:ln>
                  <a:solidFill>
                    <a:srgbClr val="000000"/>
                  </a:solidFill>
                  <a:effectLst/>
                  <a:uLnTx/>
                  <a:uFillTx/>
                  <a:ea typeface="+mn-ea"/>
                  <a:cs typeface="+mn-cs"/>
                </a:endParaRPr>
              </a:p>
            </p:txBody>
          </p:sp>
          <p:pic>
            <p:nvPicPr>
              <p:cNvPr id="71" name="Graphic 70">
                <a:extLst>
                  <a:ext uri="{FF2B5EF4-FFF2-40B4-BE49-F238E27FC236}">
                    <a16:creationId xmlns:a16="http://schemas.microsoft.com/office/drawing/2014/main" id="{67A7C5EE-7DC7-C589-00AD-DEA529B8224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626461" y="2974055"/>
                <a:ext cx="311488" cy="311488"/>
              </a:xfrm>
              <a:prstGeom prst="rect">
                <a:avLst/>
              </a:prstGeom>
            </p:spPr>
          </p:pic>
        </p:grpSp>
        <p:sp>
          <p:nvSpPr>
            <p:cNvPr id="69" name="TextBox 68">
              <a:extLst>
                <a:ext uri="{FF2B5EF4-FFF2-40B4-BE49-F238E27FC236}">
                  <a16:creationId xmlns:a16="http://schemas.microsoft.com/office/drawing/2014/main" id="{EF95C7C0-6BD6-B8A0-36CC-5130C4E40DF5}"/>
                </a:ext>
              </a:extLst>
            </p:cNvPr>
            <p:cNvSpPr txBox="1">
              <a:spLocks/>
            </p:cNvSpPr>
            <p:nvPr>
              <p:custDataLst>
                <p:tags r:id="rId13"/>
              </p:custDataLst>
            </p:nvPr>
          </p:nvSpPr>
          <p:spPr>
            <a:xfrm>
              <a:off x="1281495" y="2941126"/>
              <a:ext cx="2941124"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atin typeface="Calibri" panose="020F0502020204030204" pitchFamily="34" charset="0"/>
                  <a:cs typeface="Calibri" panose="020F0502020204030204" pitchFamily="34" charset="0"/>
                  <a:sym typeface="Calibri" panose="020F050202020403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marR="0" lvl="1" indent="0" algn="l" defTabSz="914400" rtl="0" eaLnBrk="1" fontAlgn="auto" latinLnBrk="0" hangingPunct="1">
                <a:lnSpc>
                  <a:spcPct val="100000"/>
                </a:lnSpc>
                <a:spcBef>
                  <a:spcPts val="1000"/>
                </a:spcBef>
                <a:spcAft>
                  <a:spcPts val="300"/>
                </a:spcAft>
                <a:buClr>
                  <a:srgbClr val="FFFFFF"/>
                </a:buClr>
                <a:buSzPct val="100000"/>
                <a:buFont typeface="Wingdings" panose="05000000000000000000" pitchFamily="2" charset="2"/>
                <a:buNone/>
                <a:tabLst/>
                <a:defRPr/>
              </a:pPr>
              <a:r>
                <a:rPr kumimoji="0" lang="en-US" b="0" i="0" u="none" strike="noStrike" kern="1200" cap="none" spc="0" normalizeH="0" baseline="0" noProof="0">
                  <a:ln>
                    <a:noFill/>
                  </a:ln>
                  <a:solidFill>
                    <a:srgbClr val="000000"/>
                  </a:solidFill>
                  <a:effectLst/>
                  <a:uLnTx/>
                  <a:uFillTx/>
                  <a:latin typeface="+mn-lt"/>
                  <a:ea typeface="SimSun" panose="02010600030101010101" pitchFamily="2" charset="-122"/>
                  <a:cs typeface="Calibri" panose="020F0502020204030204" pitchFamily="34" charset="0"/>
                  <a:sym typeface="Calibri" panose="020F0502020204030204" pitchFamily="34" charset="0"/>
                </a:rPr>
                <a:t>Understand a holistic picture of each candidate</a:t>
              </a:r>
            </a:p>
          </p:txBody>
        </p:sp>
      </p:grpSp>
      <p:grpSp>
        <p:nvGrpSpPr>
          <p:cNvPr id="57" name="Group 56">
            <a:extLst>
              <a:ext uri="{FF2B5EF4-FFF2-40B4-BE49-F238E27FC236}">
                <a16:creationId xmlns:a16="http://schemas.microsoft.com/office/drawing/2014/main" id="{839B5342-159E-5841-91D4-669084B1E4A7}"/>
              </a:ext>
            </a:extLst>
          </p:cNvPr>
          <p:cNvGrpSpPr/>
          <p:nvPr/>
        </p:nvGrpSpPr>
        <p:grpSpPr>
          <a:xfrm>
            <a:off x="554735" y="3033148"/>
            <a:ext cx="3667884" cy="636193"/>
            <a:chOff x="554735" y="3862146"/>
            <a:chExt cx="3667884" cy="636193"/>
          </a:xfrm>
        </p:grpSpPr>
        <p:grpSp>
          <p:nvGrpSpPr>
            <p:cNvPr id="64" name="Group 63">
              <a:extLst>
                <a:ext uri="{FF2B5EF4-FFF2-40B4-BE49-F238E27FC236}">
                  <a16:creationId xmlns:a16="http://schemas.microsoft.com/office/drawing/2014/main" id="{FBC3D4F6-8E28-C26B-0DAB-C6984CCD2D13}"/>
                </a:ext>
              </a:extLst>
            </p:cNvPr>
            <p:cNvGrpSpPr/>
            <p:nvPr>
              <p:custDataLst>
                <p:tags r:id="rId10"/>
              </p:custDataLst>
            </p:nvPr>
          </p:nvGrpSpPr>
          <p:grpSpPr>
            <a:xfrm>
              <a:off x="554735" y="3862146"/>
              <a:ext cx="636193" cy="636193"/>
              <a:chOff x="-1731264" y="3862147"/>
              <a:chExt cx="521094" cy="521094"/>
            </a:xfrm>
          </p:grpSpPr>
          <p:sp>
            <p:nvSpPr>
              <p:cNvPr id="66" name="Oval 65">
                <a:extLst>
                  <a:ext uri="{FF2B5EF4-FFF2-40B4-BE49-F238E27FC236}">
                    <a16:creationId xmlns:a16="http://schemas.microsoft.com/office/drawing/2014/main" id="{84A88C02-50E1-D62B-B4AA-262D1980300F}"/>
                  </a:ext>
                </a:extLst>
              </p:cNvPr>
              <p:cNvSpPr>
                <a:spLocks noChangeAspect="1"/>
              </p:cNvSpPr>
              <p:nvPr/>
            </p:nvSpPr>
            <p:spPr>
              <a:xfrm>
                <a:off x="-1731264" y="3862147"/>
                <a:ext cx="521094" cy="52109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FFFFFF"/>
                  </a:buClr>
                  <a:buSzTx/>
                  <a:buFontTx/>
                  <a:buNone/>
                  <a:tabLst/>
                  <a:defRPr/>
                </a:pPr>
                <a:endParaRPr kumimoji="0" lang="en-US" sz="1600" b="0" i="0" u="none" strike="noStrike" kern="1200" cap="none" spc="0" normalizeH="0" baseline="0" noProof="0" err="1">
                  <a:ln>
                    <a:noFill/>
                  </a:ln>
                  <a:solidFill>
                    <a:srgbClr val="000000"/>
                  </a:solidFill>
                  <a:effectLst/>
                  <a:uLnTx/>
                  <a:uFillTx/>
                  <a:ea typeface="+mn-ea"/>
                  <a:cs typeface="+mn-cs"/>
                </a:endParaRPr>
              </a:p>
            </p:txBody>
          </p:sp>
          <p:pic>
            <p:nvPicPr>
              <p:cNvPr id="67" name="Graphic 66">
                <a:extLst>
                  <a:ext uri="{FF2B5EF4-FFF2-40B4-BE49-F238E27FC236}">
                    <a16:creationId xmlns:a16="http://schemas.microsoft.com/office/drawing/2014/main" id="{F7C08F06-4C35-7FB6-0EF5-0DB8F39CD3A0}"/>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626461" y="3966950"/>
                <a:ext cx="311488" cy="311488"/>
              </a:xfrm>
              <a:prstGeom prst="rect">
                <a:avLst/>
              </a:prstGeom>
            </p:spPr>
          </p:pic>
        </p:grpSp>
        <p:sp>
          <p:nvSpPr>
            <p:cNvPr id="65" name="TextBox 64">
              <a:extLst>
                <a:ext uri="{FF2B5EF4-FFF2-40B4-BE49-F238E27FC236}">
                  <a16:creationId xmlns:a16="http://schemas.microsoft.com/office/drawing/2014/main" id="{B112A292-96AD-7E27-9463-3BA14DCDAFBC}"/>
                </a:ext>
              </a:extLst>
            </p:cNvPr>
            <p:cNvSpPr txBox="1">
              <a:spLocks/>
            </p:cNvSpPr>
            <p:nvPr>
              <p:custDataLst>
                <p:tags r:id="rId11"/>
              </p:custDataLst>
            </p:nvPr>
          </p:nvSpPr>
          <p:spPr>
            <a:xfrm>
              <a:off x="1281495" y="3934021"/>
              <a:ext cx="2941124"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atin typeface="Calibri" panose="020F0502020204030204" pitchFamily="34" charset="0"/>
                  <a:cs typeface="Calibri" panose="020F0502020204030204" pitchFamily="34" charset="0"/>
                  <a:sym typeface="Calibri" panose="020F050202020403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marR="0" lvl="1" indent="0" algn="l" defTabSz="914400" rtl="0" eaLnBrk="1" fontAlgn="auto" latinLnBrk="0" hangingPunct="1">
                <a:lnSpc>
                  <a:spcPct val="100000"/>
                </a:lnSpc>
                <a:spcBef>
                  <a:spcPts val="1000"/>
                </a:spcBef>
                <a:spcAft>
                  <a:spcPts val="300"/>
                </a:spcAft>
                <a:buClr>
                  <a:srgbClr val="FFFFFF"/>
                </a:buClr>
                <a:buSzPct val="100000"/>
                <a:buFont typeface="Wingdings" panose="05000000000000000000" pitchFamily="2" charset="2"/>
                <a:buNone/>
                <a:tabLst/>
                <a:defRPr/>
              </a:pPr>
              <a:r>
                <a:rPr kumimoji="0" lang="en-US" b="0" i="0" u="none" strike="noStrike" kern="1200" cap="none" spc="0" normalizeH="0" baseline="0" noProof="0">
                  <a:ln>
                    <a:noFill/>
                  </a:ln>
                  <a:solidFill>
                    <a:srgbClr val="000000"/>
                  </a:solidFill>
                  <a:effectLst/>
                  <a:uLnTx/>
                  <a:uFillTx/>
                  <a:latin typeface="+mn-lt"/>
                  <a:ea typeface="SimSun" panose="02010600030101010101" pitchFamily="2" charset="-122"/>
                  <a:cs typeface="Calibri" panose="020F0502020204030204" pitchFamily="34" charset="0"/>
                  <a:sym typeface="Calibri" panose="020F0502020204030204" pitchFamily="34" charset="0"/>
                </a:rPr>
                <a:t>Contextualize interviewer scores and ensure they are objective</a:t>
              </a:r>
            </a:p>
          </p:txBody>
        </p:sp>
      </p:grpSp>
      <p:grpSp>
        <p:nvGrpSpPr>
          <p:cNvPr id="58" name="Group 57">
            <a:extLst>
              <a:ext uri="{FF2B5EF4-FFF2-40B4-BE49-F238E27FC236}">
                <a16:creationId xmlns:a16="http://schemas.microsoft.com/office/drawing/2014/main" id="{3EF73415-A7E9-7021-9FE0-A6B830F597E7}"/>
              </a:ext>
            </a:extLst>
          </p:cNvPr>
          <p:cNvGrpSpPr/>
          <p:nvPr/>
        </p:nvGrpSpPr>
        <p:grpSpPr>
          <a:xfrm>
            <a:off x="554735" y="3967618"/>
            <a:ext cx="3667884" cy="636193"/>
            <a:chOff x="554735" y="5050099"/>
            <a:chExt cx="3667884" cy="636193"/>
          </a:xfrm>
        </p:grpSpPr>
        <p:sp>
          <p:nvSpPr>
            <p:cNvPr id="60" name="TextBox 59">
              <a:extLst>
                <a:ext uri="{FF2B5EF4-FFF2-40B4-BE49-F238E27FC236}">
                  <a16:creationId xmlns:a16="http://schemas.microsoft.com/office/drawing/2014/main" id="{BED1146F-77AA-62FB-F729-8149343D3EC0}"/>
                </a:ext>
              </a:extLst>
            </p:cNvPr>
            <p:cNvSpPr txBox="1">
              <a:spLocks/>
            </p:cNvSpPr>
            <p:nvPr>
              <p:custDataLst>
                <p:tags r:id="rId8"/>
              </p:custDataLst>
            </p:nvPr>
          </p:nvSpPr>
          <p:spPr>
            <a:xfrm>
              <a:off x="1281495" y="5121974"/>
              <a:ext cx="2941124"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atin typeface="Calibri" panose="020F0502020204030204" pitchFamily="34" charset="0"/>
                  <a:cs typeface="Calibri" panose="020F0502020204030204" pitchFamily="34" charset="0"/>
                  <a:sym typeface="Calibri" panose="020F050202020403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atin typeface="Calibri" panose="020F0502020204030204" pitchFamily="34" charset="0"/>
                  <a:cs typeface="Calibri" panose="020F0502020204030204" pitchFamily="34" charset="0"/>
                  <a:sym typeface="Calibri" panose="020F050202020403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marR="0" lvl="1" indent="0" algn="l" defTabSz="914400" rtl="0" eaLnBrk="1" fontAlgn="auto" latinLnBrk="0" hangingPunct="1">
                <a:lnSpc>
                  <a:spcPct val="100000"/>
                </a:lnSpc>
                <a:spcBef>
                  <a:spcPts val="1000"/>
                </a:spcBef>
                <a:spcAft>
                  <a:spcPts val="300"/>
                </a:spcAft>
                <a:buClr>
                  <a:srgbClr val="FFFFFF"/>
                </a:buClr>
                <a:buSzPct val="100000"/>
                <a:buFont typeface="Wingdings" panose="05000000000000000000" pitchFamily="2" charset="2"/>
                <a:buNone/>
                <a:tabLst/>
                <a:defRPr/>
              </a:pPr>
              <a:r>
                <a:rPr kumimoji="0" lang="en-US" b="0" i="0" u="none" strike="noStrike" kern="1200" cap="none" spc="0" normalizeH="0" baseline="0" noProof="0">
                  <a:ln>
                    <a:noFill/>
                  </a:ln>
                  <a:solidFill>
                    <a:srgbClr val="000000"/>
                  </a:solidFill>
                  <a:effectLst/>
                  <a:uLnTx/>
                  <a:uFillTx/>
                  <a:latin typeface="+mn-lt"/>
                  <a:ea typeface="SimSun" panose="02010600030101010101" pitchFamily="2" charset="-122"/>
                  <a:cs typeface="Calibri" panose="020F0502020204030204" pitchFamily="34" charset="0"/>
                  <a:sym typeface="Calibri" panose="020F0502020204030204" pitchFamily="34" charset="0"/>
                </a:rPr>
                <a:t>Gather all information needed to make hiring decision</a:t>
              </a:r>
            </a:p>
          </p:txBody>
        </p:sp>
        <p:grpSp>
          <p:nvGrpSpPr>
            <p:cNvPr id="61" name="Group 60">
              <a:extLst>
                <a:ext uri="{FF2B5EF4-FFF2-40B4-BE49-F238E27FC236}">
                  <a16:creationId xmlns:a16="http://schemas.microsoft.com/office/drawing/2014/main" id="{FBFD65BE-2788-3DBA-DBA3-A22F16C62326}"/>
                </a:ext>
              </a:extLst>
            </p:cNvPr>
            <p:cNvGrpSpPr/>
            <p:nvPr>
              <p:custDataLst>
                <p:tags r:id="rId9"/>
              </p:custDataLst>
            </p:nvPr>
          </p:nvGrpSpPr>
          <p:grpSpPr>
            <a:xfrm>
              <a:off x="554735" y="5050099"/>
              <a:ext cx="636193" cy="636193"/>
              <a:chOff x="-1731264" y="5050100"/>
              <a:chExt cx="521094" cy="521094"/>
            </a:xfrm>
          </p:grpSpPr>
          <p:sp>
            <p:nvSpPr>
              <p:cNvPr id="62" name="Oval 61">
                <a:extLst>
                  <a:ext uri="{FF2B5EF4-FFF2-40B4-BE49-F238E27FC236}">
                    <a16:creationId xmlns:a16="http://schemas.microsoft.com/office/drawing/2014/main" id="{2420D0C3-D7D4-57D3-891C-36DEE5E78552}"/>
                  </a:ext>
                </a:extLst>
              </p:cNvPr>
              <p:cNvSpPr>
                <a:spLocks noChangeAspect="1"/>
              </p:cNvSpPr>
              <p:nvPr/>
            </p:nvSpPr>
            <p:spPr>
              <a:xfrm>
                <a:off x="-1731264" y="5050100"/>
                <a:ext cx="521094" cy="52109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FFFFFF"/>
                  </a:buClr>
                  <a:buSzTx/>
                  <a:buFontTx/>
                  <a:buNone/>
                  <a:tabLst/>
                  <a:defRPr/>
                </a:pPr>
                <a:endParaRPr kumimoji="0" lang="en-US" sz="1600" b="0" i="0" u="none" strike="noStrike" kern="1200" cap="none" spc="0" normalizeH="0" baseline="0" noProof="0" err="1">
                  <a:ln>
                    <a:noFill/>
                  </a:ln>
                  <a:solidFill>
                    <a:srgbClr val="000000"/>
                  </a:solidFill>
                  <a:effectLst/>
                  <a:uLnTx/>
                  <a:uFillTx/>
                  <a:ea typeface="+mn-ea"/>
                  <a:cs typeface="+mn-cs"/>
                </a:endParaRPr>
              </a:p>
            </p:txBody>
          </p:sp>
          <p:pic>
            <p:nvPicPr>
              <p:cNvPr id="63" name="Graphic 62">
                <a:extLst>
                  <a:ext uri="{FF2B5EF4-FFF2-40B4-BE49-F238E27FC236}">
                    <a16:creationId xmlns:a16="http://schemas.microsoft.com/office/drawing/2014/main" id="{63BD058B-ED20-693B-AED3-DE4346B0899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626461" y="5154903"/>
                <a:ext cx="311488" cy="311488"/>
              </a:xfrm>
              <a:prstGeom prst="rect">
                <a:avLst/>
              </a:prstGeom>
            </p:spPr>
          </p:pic>
        </p:grpSp>
      </p:grpSp>
      <p:sp>
        <p:nvSpPr>
          <p:cNvPr id="59" name="TextBox 58">
            <a:extLst>
              <a:ext uri="{FF2B5EF4-FFF2-40B4-BE49-F238E27FC236}">
                <a16:creationId xmlns:a16="http://schemas.microsoft.com/office/drawing/2014/main" id="{F00E963B-872C-937B-C74C-2FFE4BAEABF0}"/>
              </a:ext>
            </a:extLst>
          </p:cNvPr>
          <p:cNvSpPr txBox="1">
            <a:spLocks/>
          </p:cNvSpPr>
          <p:nvPr/>
        </p:nvSpPr>
        <p:spPr>
          <a:xfrm>
            <a:off x="554736" y="1715158"/>
            <a:ext cx="3667883" cy="276999"/>
          </a:xfrm>
          <a:prstGeom prst="rect">
            <a:avLst/>
          </a:prstGeom>
        </p:spPr>
        <p:txBody>
          <a:bodyPr vert="horz" wrap="square" lIns="0" tIns="0" rIns="0" bIns="18288" rtlCol="0" anchor="b">
            <a:no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2000" b="1" i="0" u="none" strike="noStrike" kern="1200" cap="none" spc="0" normalizeH="0" baseline="0" noProof="0">
                <a:ln>
                  <a:noFill/>
                </a:ln>
                <a:solidFill>
                  <a:srgbClr val="000000"/>
                </a:solidFill>
                <a:effectLst/>
                <a:uLnTx/>
                <a:uFillTx/>
                <a:ea typeface="+mn-ea"/>
                <a:cs typeface="+mn-cs"/>
              </a:rPr>
              <a:t>Objectives</a:t>
            </a:r>
          </a:p>
        </p:txBody>
      </p:sp>
      <p:cxnSp>
        <p:nvCxnSpPr>
          <p:cNvPr id="83" name="Straight Connector 82">
            <a:extLst>
              <a:ext uri="{FF2B5EF4-FFF2-40B4-BE49-F238E27FC236}">
                <a16:creationId xmlns:a16="http://schemas.microsoft.com/office/drawing/2014/main" id="{DE23DFC5-7145-5A5C-E4C2-1AF07070613D}"/>
              </a:ext>
            </a:extLst>
          </p:cNvPr>
          <p:cNvCxnSpPr>
            <a:cxnSpLocks/>
          </p:cNvCxnSpPr>
          <p:nvPr/>
        </p:nvCxnSpPr>
        <p:spPr>
          <a:xfrm>
            <a:off x="6331364" y="3481023"/>
            <a:ext cx="5305900"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106B324-7094-9CEB-2DEE-581EEC345ED3}"/>
              </a:ext>
            </a:extLst>
          </p:cNvPr>
          <p:cNvCxnSpPr>
            <a:cxnSpLocks/>
          </p:cNvCxnSpPr>
          <p:nvPr/>
        </p:nvCxnSpPr>
        <p:spPr>
          <a:xfrm>
            <a:off x="6331364" y="5235184"/>
            <a:ext cx="5305900"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07F0EFB7-3FB8-EB94-7E6A-2ABF3A03C7C8}"/>
              </a:ext>
            </a:extLst>
          </p:cNvPr>
          <p:cNvSpPr txBox="1">
            <a:spLocks/>
          </p:cNvSpPr>
          <p:nvPr/>
        </p:nvSpPr>
        <p:spPr>
          <a:xfrm>
            <a:off x="6331364" y="3711773"/>
            <a:ext cx="5305900"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R="0" lvl="1" algn="l" defTabSz="914400" rtl="0" eaLnBrk="1" fontAlgn="base" latinLnBrk="0" hangingPunct="1">
              <a:lnSpc>
                <a:spcPct val="100000"/>
              </a:lnSpc>
              <a:spcBef>
                <a:spcPts val="1000"/>
              </a:spcBef>
              <a:spcAft>
                <a:spcPts val="300"/>
              </a:spcAft>
              <a:buClrTx/>
              <a:buSzPct val="120000"/>
              <a:buFont typeface="Arial" panose="020B0604020202020204" pitchFamily="34" charset="0"/>
              <a:buChar char="•"/>
              <a:tabLst/>
              <a:defRPr/>
            </a:pPr>
            <a:r>
              <a:rPr lang="en-US">
                <a:solidFill>
                  <a:srgbClr val="000000"/>
                </a:solidFill>
              </a:rPr>
              <a:t>Hiring Manager </a:t>
            </a:r>
            <a:r>
              <a:rPr kumimoji="0" lang="en-US" b="0" i="0" u="none" strike="noStrike" kern="1200" cap="none" spc="0" normalizeH="0" baseline="0" noProof="0">
                <a:ln>
                  <a:noFill/>
                </a:ln>
                <a:solidFill>
                  <a:srgbClr val="000000"/>
                </a:solidFill>
                <a:effectLst/>
                <a:uLnTx/>
                <a:uFillTx/>
                <a:ea typeface="+mn-ea"/>
                <a:cs typeface="+mn-cs"/>
              </a:rPr>
              <a:t>leads a discussion of each candidate</a:t>
            </a:r>
          </a:p>
          <a:p>
            <a:pPr marR="0" lvl="2" algn="l" defTabSz="914400" rtl="0" eaLnBrk="1" fontAlgn="base" latinLnBrk="0" hangingPunct="1">
              <a:lnSpc>
                <a:spcPct val="100000"/>
              </a:lnSpc>
              <a:spcBef>
                <a:spcPts val="500"/>
              </a:spcBef>
              <a:spcAft>
                <a:spcPts val="300"/>
              </a:spcAft>
              <a:buClrTx/>
              <a:buSzPct val="120000"/>
              <a:buFont typeface="Arial" panose="020B0604020202020204" pitchFamily="34" charset="0"/>
              <a:buChar char="•"/>
              <a:tabLst/>
              <a:defRPr/>
            </a:pPr>
            <a:r>
              <a:rPr kumimoji="0" lang="en-US" b="0" i="0" u="none" strike="noStrike" kern="1200" cap="none" spc="0" normalizeH="0" baseline="0" noProof="0">
                <a:ln>
                  <a:noFill/>
                </a:ln>
                <a:solidFill>
                  <a:srgbClr val="000000"/>
                </a:solidFill>
                <a:effectLst/>
                <a:uLnTx/>
                <a:uFillTx/>
                <a:ea typeface="+mn-ea"/>
                <a:cs typeface="Arial" panose="020B0604020202020204" pitchFamily="34" charset="0"/>
              </a:rPr>
              <a:t>Interviewers explain their scoring</a:t>
            </a:r>
          </a:p>
          <a:p>
            <a:pPr marR="0" lvl="2" algn="l" defTabSz="914400" rtl="0" eaLnBrk="1" fontAlgn="base" latinLnBrk="0" hangingPunct="1">
              <a:lnSpc>
                <a:spcPct val="100000"/>
              </a:lnSpc>
              <a:spcBef>
                <a:spcPts val="500"/>
              </a:spcBef>
              <a:spcAft>
                <a:spcPts val="300"/>
              </a:spcAft>
              <a:buClrTx/>
              <a:buSzPct val="120000"/>
              <a:buFont typeface="Arial" panose="020B0604020202020204" pitchFamily="34" charset="0"/>
              <a:buChar char="•"/>
              <a:tabLst/>
              <a:defRPr/>
            </a:pPr>
            <a:r>
              <a:rPr lang="en-US">
                <a:solidFill>
                  <a:srgbClr val="000000"/>
                </a:solidFill>
                <a:cs typeface="Arial" panose="020B0604020202020204" pitchFamily="34" charset="0"/>
              </a:rPr>
              <a:t>Hiring Manager</a:t>
            </a:r>
            <a:r>
              <a:rPr kumimoji="0" lang="en-US" b="0" i="0" u="none" strike="noStrike" kern="1200" cap="none" spc="0" normalizeH="0" baseline="0" noProof="0">
                <a:ln>
                  <a:noFill/>
                </a:ln>
                <a:solidFill>
                  <a:srgbClr val="000000"/>
                </a:solidFill>
                <a:effectLst/>
                <a:uLnTx/>
                <a:uFillTx/>
                <a:ea typeface="+mn-ea"/>
                <a:cs typeface="Arial" panose="020B0604020202020204" pitchFamily="34" charset="0"/>
              </a:rPr>
              <a:t> probes to better understand scoring</a:t>
            </a:r>
          </a:p>
          <a:p>
            <a:pPr marR="0" lvl="2" algn="l" defTabSz="914400" rtl="0" eaLnBrk="1" fontAlgn="base" latinLnBrk="0" hangingPunct="1">
              <a:lnSpc>
                <a:spcPct val="100000"/>
              </a:lnSpc>
              <a:spcBef>
                <a:spcPts val="500"/>
              </a:spcBef>
              <a:spcAft>
                <a:spcPts val="300"/>
              </a:spcAft>
              <a:buClrTx/>
              <a:buSzPct val="120000"/>
              <a:buFont typeface="Arial" panose="020B0604020202020204" pitchFamily="34" charset="0"/>
              <a:buChar char="•"/>
              <a:tabLst/>
              <a:defRPr/>
            </a:pPr>
            <a:r>
              <a:rPr lang="en-US">
                <a:solidFill>
                  <a:srgbClr val="000000"/>
                </a:solidFill>
                <a:cs typeface="Arial" panose="020B0604020202020204" pitchFamily="34" charset="0"/>
              </a:rPr>
              <a:t>Hiring Manager shares their reflections</a:t>
            </a:r>
            <a:endParaRPr kumimoji="0" lang="en-US" b="0" i="0" u="none" strike="noStrike" kern="1200" cap="none" spc="0" normalizeH="0" baseline="0" noProof="0">
              <a:ln>
                <a:noFill/>
              </a:ln>
              <a:solidFill>
                <a:srgbClr val="000000"/>
              </a:solidFill>
              <a:effectLst/>
              <a:uLnTx/>
              <a:uFillTx/>
              <a:ea typeface="+mn-ea"/>
              <a:cs typeface="Arial" panose="020B0604020202020204" pitchFamily="34" charset="0"/>
            </a:endParaRPr>
          </a:p>
        </p:txBody>
      </p:sp>
      <p:sp>
        <p:nvSpPr>
          <p:cNvPr id="87" name="TextBox 86">
            <a:extLst>
              <a:ext uri="{FF2B5EF4-FFF2-40B4-BE49-F238E27FC236}">
                <a16:creationId xmlns:a16="http://schemas.microsoft.com/office/drawing/2014/main" id="{26D0045D-F8FA-B3EC-14E5-DF362A68EADD}"/>
              </a:ext>
            </a:extLst>
          </p:cNvPr>
          <p:cNvSpPr txBox="1">
            <a:spLocks/>
          </p:cNvSpPr>
          <p:nvPr/>
        </p:nvSpPr>
        <p:spPr>
          <a:xfrm>
            <a:off x="6331364" y="5465934"/>
            <a:ext cx="5305900"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R="0" lvl="1" algn="l" defTabSz="914400" rtl="0" eaLnBrk="1" fontAlgn="base" latinLnBrk="0" hangingPunct="1">
              <a:lnSpc>
                <a:spcPct val="100000"/>
              </a:lnSpc>
              <a:spcBef>
                <a:spcPts val="1000"/>
              </a:spcBef>
              <a:spcAft>
                <a:spcPts val="300"/>
              </a:spcAft>
              <a:buClrTx/>
              <a:buSzPct val="120000"/>
              <a:buFont typeface="Arial" panose="020B0604020202020204" pitchFamily="34" charset="0"/>
              <a:buChar char="•"/>
              <a:tabLst/>
              <a:defRPr/>
            </a:pPr>
            <a:r>
              <a:rPr kumimoji="0" lang="en-US" b="0" i="0" u="none" strike="noStrike" kern="1200" cap="none" spc="0" normalizeH="0" baseline="0" noProof="0">
                <a:ln>
                  <a:noFill/>
                </a:ln>
                <a:solidFill>
                  <a:srgbClr val="000000"/>
                </a:solidFill>
                <a:effectLst/>
                <a:uLnTx/>
                <a:uFillTx/>
                <a:ea typeface="+mn-ea"/>
                <a:cs typeface="Arial" panose="020B0604020202020204" pitchFamily="34" charset="0"/>
              </a:rPr>
              <a:t>Hiring Manager weighs scorecards and insights from debrief to make hiring decision</a:t>
            </a:r>
          </a:p>
        </p:txBody>
      </p:sp>
    </p:spTree>
    <p:extLst>
      <p:ext uri="{BB962C8B-B14F-4D97-AF65-F5344CB8AC3E}">
        <p14:creationId xmlns:p14="http://schemas.microsoft.com/office/powerpoint/2010/main" val="2963863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DD53FD71-0339-4320-A321-1ABD0FD41F97}"/>
              </a:ext>
            </a:extLst>
          </p:cNvPr>
          <p:cNvGraphicFramePr>
            <a:graphicFrameLocks noChangeAspect="1"/>
          </p:cNvGraphicFramePr>
          <p:nvPr>
            <p:custDataLst>
              <p:tags r:id="rId1"/>
            </p:custDataLst>
            <p:extLst>
              <p:ext uri="{D42A27DB-BD31-4B8C-83A1-F6EECF244321}">
                <p14:modId xmlns:p14="http://schemas.microsoft.com/office/powerpoint/2010/main" val="2236499918"/>
              </p:ext>
            </p:extLst>
          </p:nvPr>
        </p:nvGraphicFramePr>
        <p:xfrm>
          <a:off x="1525891" y="1621"/>
          <a:ext cx="1619" cy="1619"/>
        </p:xfrm>
        <a:graphic>
          <a:graphicData uri="http://schemas.openxmlformats.org/presentationml/2006/ole">
            <mc:AlternateContent xmlns:mc="http://schemas.openxmlformats.org/markup-compatibility/2006">
              <mc:Choice xmlns:v="urn:schemas-microsoft-com:vml" Requires="v">
                <p:oleObj name="think-cell Slide" r:id="rId13" imgW="524" imgH="526" progId="TCLayout.ActiveDocument.1">
                  <p:embed/>
                </p:oleObj>
              </mc:Choice>
              <mc:Fallback>
                <p:oleObj name="think-cell Slide" r:id="rId13" imgW="524" imgH="526" progId="TCLayout.ActiveDocument.1">
                  <p:embed/>
                  <p:pic>
                    <p:nvPicPr>
                      <p:cNvPr id="17" name="Object 16" hidden="1">
                        <a:extLst>
                          <a:ext uri="{FF2B5EF4-FFF2-40B4-BE49-F238E27FC236}">
                            <a16:creationId xmlns:a16="http://schemas.microsoft.com/office/drawing/2014/main" id="{DD53FD71-0339-4320-A321-1ABD0FD41F97}"/>
                          </a:ext>
                        </a:extLst>
                      </p:cNvPr>
                      <p:cNvPicPr/>
                      <p:nvPr/>
                    </p:nvPicPr>
                    <p:blipFill>
                      <a:blip r:embed="rId14"/>
                      <a:stretch>
                        <a:fillRect/>
                      </a:stretch>
                    </p:blipFill>
                    <p:spPr>
                      <a:xfrm>
                        <a:off x="1525891" y="1621"/>
                        <a:ext cx="1619" cy="1619"/>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B5381BD8-373D-4914-904E-77727FAD345F}"/>
              </a:ext>
            </a:extLst>
          </p:cNvPr>
          <p:cNvSpPr/>
          <p:nvPr>
            <p:custDataLst>
              <p:tags r:id="rId2"/>
            </p:custDataLst>
          </p:nvPr>
        </p:nvSpPr>
        <p:spPr>
          <a:xfrm>
            <a:off x="197" y="0"/>
            <a:ext cx="176434" cy="17643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 name="2. Slide Title">
            <a:extLst>
              <a:ext uri="{FF2B5EF4-FFF2-40B4-BE49-F238E27FC236}">
                <a16:creationId xmlns:a16="http://schemas.microsoft.com/office/drawing/2014/main" id="{66C63278-857D-401D-AC48-187E06156E48}"/>
              </a:ext>
            </a:extLst>
          </p:cNvPr>
          <p:cNvSpPr>
            <a:spLocks noGrp="1"/>
          </p:cNvSpPr>
          <p:nvPr>
            <p:ph type="title"/>
            <p:custDataLst>
              <p:tags r:id="rId3"/>
            </p:custDataLst>
          </p:nvPr>
        </p:nvSpPr>
        <p:spPr bwMode="gray">
          <a:xfrm>
            <a:off x="554736" y="556102"/>
            <a:ext cx="11082528" cy="357790"/>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square" anchor="b" anchorCtr="0">
            <a:spAutoFit/>
          </a:bodyPr>
          <a:lstStyle/>
          <a:p>
            <a:pPr>
              <a:spcBef>
                <a:spcPct val="100000"/>
              </a:spcBef>
            </a:pPr>
            <a:r>
              <a:rPr lang="en-US"/>
              <a:t>Suggested debrief structure</a:t>
            </a:r>
            <a:endParaRPr lang="en-US" sz="2500">
              <a:latin typeface="+mj-lt"/>
            </a:endParaRPr>
          </a:p>
        </p:txBody>
      </p:sp>
      <p:sp>
        <p:nvSpPr>
          <p:cNvPr id="8" name="Text Placeholder 7">
            <a:extLst>
              <a:ext uri="{FF2B5EF4-FFF2-40B4-BE49-F238E27FC236}">
                <a16:creationId xmlns:a16="http://schemas.microsoft.com/office/drawing/2014/main" id="{5501B682-CE4E-BD56-0056-87EF8E46EBE2}"/>
              </a:ext>
            </a:extLst>
          </p:cNvPr>
          <p:cNvSpPr>
            <a:spLocks noGrp="1"/>
          </p:cNvSpPr>
          <p:nvPr>
            <p:ph type="body" sz="quarter" idx="17"/>
          </p:nvPr>
        </p:nvSpPr>
        <p:spPr/>
        <p:txBody>
          <a:bodyPr/>
          <a:lstStyle/>
          <a:p>
            <a:endParaRPr lang="en-US"/>
          </a:p>
        </p:txBody>
      </p:sp>
      <p:sp>
        <p:nvSpPr>
          <p:cNvPr id="7" name="Subtitle 6">
            <a:extLst>
              <a:ext uri="{FF2B5EF4-FFF2-40B4-BE49-F238E27FC236}">
                <a16:creationId xmlns:a16="http://schemas.microsoft.com/office/drawing/2014/main" id="{61BBA52E-9AEB-23E9-A5CB-B5E45ABEED70}"/>
              </a:ext>
            </a:extLst>
          </p:cNvPr>
          <p:cNvSpPr>
            <a:spLocks noGrp="1"/>
          </p:cNvSpPr>
          <p:nvPr>
            <p:ph type="subTitle" idx="1"/>
          </p:nvPr>
        </p:nvSpPr>
        <p:spPr/>
        <p:txBody>
          <a:bodyPr/>
          <a:lstStyle/>
          <a:p>
            <a:r>
              <a:rPr lang="sv-SE" i="1" dirty="0"/>
              <a:t>Assumes only one candidate can be hired for each role</a:t>
            </a:r>
          </a:p>
        </p:txBody>
      </p:sp>
      <p:sp>
        <p:nvSpPr>
          <p:cNvPr id="16" name="TextBox 15">
            <a:extLst>
              <a:ext uri="{FF2B5EF4-FFF2-40B4-BE49-F238E27FC236}">
                <a16:creationId xmlns:a16="http://schemas.microsoft.com/office/drawing/2014/main" id="{40D34AF7-B986-B4AA-B357-9C2D64F2EF76}"/>
              </a:ext>
            </a:extLst>
          </p:cNvPr>
          <p:cNvSpPr txBox="1">
            <a:spLocks/>
          </p:cNvSpPr>
          <p:nvPr>
            <p:custDataLst>
              <p:tags r:id="rId4"/>
            </p:custDataLst>
          </p:nvPr>
        </p:nvSpPr>
        <p:spPr>
          <a:xfrm>
            <a:off x="2844263" y="3792161"/>
            <a:ext cx="8793001" cy="1577355"/>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lang="en-US" sz="1900" dirty="0">
                <a:solidFill>
                  <a:srgbClr val="000000"/>
                </a:solidFill>
              </a:rPr>
              <a:t>Interviewers discuss</a:t>
            </a:r>
            <a:r>
              <a:rPr kumimoji="0" lang="en-US" sz="1900" b="0" i="0" u="none" strike="noStrike" kern="1200" cap="none" spc="0" normalizeH="0" baseline="0" noProof="0" dirty="0">
                <a:ln>
                  <a:noFill/>
                </a:ln>
                <a:solidFill>
                  <a:srgbClr val="000000"/>
                </a:solidFill>
                <a:effectLst/>
                <a:uLnTx/>
                <a:uFillTx/>
                <a:ea typeface="+mn-ea"/>
                <a:cs typeface="+mn-cs"/>
              </a:rPr>
              <a:t> one candidate at a time:</a:t>
            </a:r>
          </a:p>
          <a:p>
            <a:pPr marR="0" lvl="2"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kumimoji="0" lang="en-US" sz="1900" b="1"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~5</a:t>
            </a:r>
            <a:r>
              <a:rPr lang="en-US" sz="1900" b="1" dirty="0">
                <a:solidFill>
                  <a:srgbClr val="000000"/>
                </a:solidFill>
                <a:ea typeface="SimSun" panose="02010600030101010101" pitchFamily="2" charset="-122"/>
                <a:cs typeface="Calibri" panose="020F0502020204030204" pitchFamily="34" charset="0"/>
              </a:rPr>
              <a:t> min</a:t>
            </a:r>
            <a:r>
              <a:rPr kumimoji="0" lang="en-US" sz="1900" b="1"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 </a:t>
            </a:r>
            <a:r>
              <a:rPr kumimoji="0" lang="en-US" sz="1900"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Each</a:t>
            </a:r>
            <a:r>
              <a:rPr kumimoji="0" lang="en-US" sz="1900" b="1"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 </a:t>
            </a:r>
            <a:r>
              <a:rPr lang="en-US" sz="1900" dirty="0">
                <a:solidFill>
                  <a:srgbClr val="000000"/>
                </a:solidFill>
                <a:ea typeface="SimSun" panose="02010600030101010101" pitchFamily="2" charset="-122"/>
                <a:cs typeface="Calibri" panose="020F0502020204030204" pitchFamily="34" charset="0"/>
              </a:rPr>
              <a:t>interviewer</a:t>
            </a:r>
            <a:r>
              <a:rPr kumimoji="0" lang="en-US" sz="1900" b="0"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 shares reflections on the candidate and explains their scoring</a:t>
            </a:r>
          </a:p>
          <a:p>
            <a:pPr marR="0" lvl="2"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kumimoji="0" lang="en-US" sz="1900" b="1"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~5 min:</a:t>
            </a:r>
            <a:r>
              <a:rPr kumimoji="0" lang="en-US" sz="1900" b="0"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rPr>
              <a:t> Hiring Manager probes to better understand scoring and evidence</a:t>
            </a:r>
          </a:p>
          <a:p>
            <a:pPr marR="0" lvl="2"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lang="en-US" sz="1900" b="1" dirty="0">
                <a:solidFill>
                  <a:srgbClr val="000000"/>
                </a:solidFill>
                <a:ea typeface="SimSun" panose="02010600030101010101" pitchFamily="2" charset="-122"/>
                <a:cs typeface="Calibri" panose="020F0502020204030204" pitchFamily="34" charset="0"/>
              </a:rPr>
              <a:t>~2 min: </a:t>
            </a:r>
            <a:r>
              <a:rPr lang="en-US" sz="1900" dirty="0">
                <a:solidFill>
                  <a:srgbClr val="000000"/>
                </a:solidFill>
                <a:ea typeface="SimSun" panose="02010600030101010101" pitchFamily="2" charset="-122"/>
                <a:cs typeface="Calibri" panose="020F0502020204030204" pitchFamily="34" charset="0"/>
              </a:rPr>
              <a:t>Hiring Manager shares their reflections</a:t>
            </a:r>
            <a:endParaRPr kumimoji="0" lang="en-US" sz="1900" b="0" i="0" u="none" strike="noStrike" kern="1200" cap="none" spc="0" normalizeH="0" baseline="0" noProof="0" dirty="0">
              <a:ln>
                <a:noFill/>
              </a:ln>
              <a:solidFill>
                <a:srgbClr val="000000"/>
              </a:solidFill>
              <a:effectLst/>
              <a:uLnTx/>
              <a:uFillTx/>
              <a:ea typeface="SimSun" panose="02010600030101010101" pitchFamily="2" charset="-122"/>
              <a:cs typeface="Calibri" panose="020F0502020204030204" pitchFamily="34" charset="0"/>
            </a:endParaRPr>
          </a:p>
        </p:txBody>
      </p:sp>
      <p:grpSp>
        <p:nvGrpSpPr>
          <p:cNvPr id="33" name="Group 32">
            <a:extLst>
              <a:ext uri="{FF2B5EF4-FFF2-40B4-BE49-F238E27FC236}">
                <a16:creationId xmlns:a16="http://schemas.microsoft.com/office/drawing/2014/main" id="{8225F7D5-CE3D-B953-2772-71EC6EBFFCA8}"/>
              </a:ext>
            </a:extLst>
          </p:cNvPr>
          <p:cNvGrpSpPr/>
          <p:nvPr>
            <p:custDataLst>
              <p:tags r:id="rId5"/>
            </p:custDataLst>
          </p:nvPr>
        </p:nvGrpSpPr>
        <p:grpSpPr>
          <a:xfrm rot="5400000">
            <a:off x="373411" y="3792250"/>
            <a:ext cx="2205869" cy="1857339"/>
            <a:chOff x="443835" y="3024277"/>
            <a:chExt cx="2065029" cy="1857339"/>
          </a:xfrm>
        </p:grpSpPr>
        <p:sp>
          <p:nvSpPr>
            <p:cNvPr id="42" name="Freeform 3">
              <a:extLst>
                <a:ext uri="{FF2B5EF4-FFF2-40B4-BE49-F238E27FC236}">
                  <a16:creationId xmlns:a16="http://schemas.microsoft.com/office/drawing/2014/main" id="{13C9A486-74DB-47CA-A684-B9896813B2C0}"/>
                </a:ext>
              </a:extLst>
            </p:cNvPr>
            <p:cNvSpPr/>
            <p:nvPr>
              <p:custDataLst>
                <p:tags r:id="rId9"/>
              </p:custDataLst>
            </p:nvPr>
          </p:nvSpPr>
          <p:spPr bwMode="gray">
            <a:xfrm>
              <a:off x="443835" y="3024277"/>
              <a:ext cx="2065029" cy="1857339"/>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329183 w 1828800"/>
                <a:gd name="connsiteY5" fmla="*/ 457201 h 914400"/>
                <a:gd name="connsiteX0" fmla="*/ 0 w 1828800"/>
                <a:gd name="connsiteY0" fmla="*/ 0 h 914400"/>
                <a:gd name="connsiteX1" fmla="*/ 1499617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499617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185998 w 1828800"/>
                <a:gd name="connsiteY5" fmla="*/ 457201 h 914400"/>
                <a:gd name="connsiteX0" fmla="*/ 0 w 1828800"/>
                <a:gd name="connsiteY0" fmla="*/ 0 h 914400"/>
                <a:gd name="connsiteX1" fmla="*/ 1642802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642802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64690 w 1828800"/>
                <a:gd name="connsiteY5" fmla="*/ 457201 h 914400"/>
                <a:gd name="connsiteX0" fmla="*/ 0 w 1828800"/>
                <a:gd name="connsiteY0" fmla="*/ 0 h 914400"/>
                <a:gd name="connsiteX1" fmla="*/ 1564110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96076 w 1828800"/>
                <a:gd name="connsiteY5" fmla="*/ 457201 h 914400"/>
                <a:gd name="connsiteX0" fmla="*/ 0 w 1828800"/>
                <a:gd name="connsiteY0" fmla="*/ 0 h 914400"/>
                <a:gd name="connsiteX1" fmla="*/ 1532724 w 1828800"/>
                <a:gd name="connsiteY1" fmla="*/ 0 h 914400"/>
                <a:gd name="connsiteX2" fmla="*/ 1828800 w 1828800"/>
                <a:gd name="connsiteY2" fmla="*/ 457200 h 914400"/>
                <a:gd name="connsiteX3" fmla="*/ 1564110 w 1828800"/>
                <a:gd name="connsiteY3" fmla="*/ 914400 h 914400"/>
                <a:gd name="connsiteX4" fmla="*/ 0 w 1828800"/>
                <a:gd name="connsiteY4" fmla="*/ 914400 h 914400"/>
                <a:gd name="connsiteX5" fmla="*/ 296076 w 1828800"/>
                <a:gd name="connsiteY5" fmla="*/ 457201 h 914400"/>
                <a:gd name="connsiteX0" fmla="*/ 0 w 1828800"/>
                <a:gd name="connsiteY0" fmla="*/ 0 h 914400"/>
                <a:gd name="connsiteX1" fmla="*/ 1532724 w 1828800"/>
                <a:gd name="connsiteY1" fmla="*/ 0 h 914400"/>
                <a:gd name="connsiteX2" fmla="*/ 1828800 w 1828800"/>
                <a:gd name="connsiteY2" fmla="*/ 457200 h 914400"/>
                <a:gd name="connsiteX3" fmla="*/ 1532724 w 1828800"/>
                <a:gd name="connsiteY3" fmla="*/ 914400 h 914400"/>
                <a:gd name="connsiteX4" fmla="*/ 0 w 1828800"/>
                <a:gd name="connsiteY4" fmla="*/ 914400 h 914400"/>
                <a:gd name="connsiteX5" fmla="*/ 296076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532724" y="0"/>
                  </a:lnTo>
                  <a:lnTo>
                    <a:pt x="1828800" y="457200"/>
                  </a:lnTo>
                  <a:lnTo>
                    <a:pt x="1532724" y="914400"/>
                  </a:lnTo>
                  <a:lnTo>
                    <a:pt x="0" y="914400"/>
                  </a:lnTo>
                  <a:lnTo>
                    <a:pt x="296076" y="457201"/>
                  </a:lnTo>
                  <a:close/>
                </a:path>
              </a:pathLst>
            </a:cu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43" name="TextBox 42">
              <a:extLst>
                <a:ext uri="{FF2B5EF4-FFF2-40B4-BE49-F238E27FC236}">
                  <a16:creationId xmlns:a16="http://schemas.microsoft.com/office/drawing/2014/main" id="{6D309783-F4B1-4C93-909B-6648A30DB52C}"/>
                </a:ext>
              </a:extLst>
            </p:cNvPr>
            <p:cNvSpPr txBox="1"/>
            <p:nvPr>
              <p:custDataLst>
                <p:tags r:id="rId10"/>
              </p:custDataLst>
            </p:nvPr>
          </p:nvSpPr>
          <p:spPr bwMode="gray">
            <a:xfrm>
              <a:off x="828956" y="3153259"/>
              <a:ext cx="1345587" cy="1599375"/>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10000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Discussion: 50 minutes</a:t>
              </a:r>
            </a:p>
          </p:txBody>
        </p:sp>
      </p:grpSp>
      <p:cxnSp>
        <p:nvCxnSpPr>
          <p:cNvPr id="26" name="Straight Connector 25">
            <a:extLst>
              <a:ext uri="{FF2B5EF4-FFF2-40B4-BE49-F238E27FC236}">
                <a16:creationId xmlns:a16="http://schemas.microsoft.com/office/drawing/2014/main" id="{15779198-854B-4B84-B028-32330CA0EF92}"/>
              </a:ext>
            </a:extLst>
          </p:cNvPr>
          <p:cNvCxnSpPr>
            <a:cxnSpLocks/>
          </p:cNvCxnSpPr>
          <p:nvPr/>
        </p:nvCxnSpPr>
        <p:spPr>
          <a:xfrm>
            <a:off x="2844263" y="3681653"/>
            <a:ext cx="8793001" cy="0"/>
          </a:xfrm>
          <a:prstGeom prst="line">
            <a:avLst/>
          </a:prstGeom>
          <a:ln w="6350">
            <a:solidFill>
              <a:srgbClr val="7F7F7F"/>
            </a:solidFill>
            <a:prstDash val="solid"/>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36AE76D3-57FB-4DF2-9361-16C5F09C84F7}"/>
              </a:ext>
            </a:extLst>
          </p:cNvPr>
          <p:cNvGrpSpPr/>
          <p:nvPr>
            <p:custDataLst>
              <p:tags r:id="rId6"/>
            </p:custDataLst>
          </p:nvPr>
        </p:nvGrpSpPr>
        <p:grpSpPr>
          <a:xfrm rot="5400000">
            <a:off x="562806" y="1978669"/>
            <a:ext cx="1827097" cy="1857339"/>
            <a:chOff x="564711" y="1694456"/>
            <a:chExt cx="1165745" cy="1199791"/>
          </a:xfrm>
          <a:solidFill>
            <a:schemeClr val="accent1"/>
          </a:solidFill>
        </p:grpSpPr>
        <p:sp>
          <p:nvSpPr>
            <p:cNvPr id="30" name="Freeform 3">
              <a:extLst>
                <a:ext uri="{FF2B5EF4-FFF2-40B4-BE49-F238E27FC236}">
                  <a16:creationId xmlns:a16="http://schemas.microsoft.com/office/drawing/2014/main" id="{5BDA7B26-245D-44C1-8539-103DA4161E34}"/>
                </a:ext>
              </a:extLst>
            </p:cNvPr>
            <p:cNvSpPr/>
            <p:nvPr>
              <p:custDataLst>
                <p:tags r:id="rId7"/>
              </p:custDataLst>
            </p:nvPr>
          </p:nvSpPr>
          <p:spPr bwMode="gray">
            <a:xfrm>
              <a:off x="564711" y="1694456"/>
              <a:ext cx="1165745" cy="119979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7963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7963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316106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12694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512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00561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005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395143 w 1828800"/>
                <a:gd name="connsiteY5" fmla="*/ 457200 h 914400"/>
                <a:gd name="connsiteX0" fmla="*/ 0 w 1828800"/>
                <a:gd name="connsiteY0" fmla="*/ 0 h 914400"/>
                <a:gd name="connsiteX1" fmla="*/ 1433657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365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394717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34083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340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5411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5411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4704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81760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81760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373088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55712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55712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402545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426255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2625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73749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47374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33092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33092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388552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0248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40248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410757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18043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1804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49948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44994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31811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31811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310896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517904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517904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338797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490003 w 1828800"/>
                <a:gd name="connsiteY1" fmla="*/ 0 h 914400"/>
                <a:gd name="connsiteX2" fmla="*/ 1828800 w 1828800"/>
                <a:gd name="connsiteY2" fmla="*/ 457200 h 914400"/>
                <a:gd name="connsiteX3" fmla="*/ 1490003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490003" y="0"/>
                  </a:lnTo>
                  <a:lnTo>
                    <a:pt x="1828800" y="457200"/>
                  </a:lnTo>
                  <a:lnTo>
                    <a:pt x="1490003" y="914400"/>
                  </a:lnTo>
                  <a:lnTo>
                    <a:pt x="0" y="914400"/>
                  </a:lnTo>
                  <a:lnTo>
                    <a:pt x="0" y="457201"/>
                  </a:lnTo>
                  <a:close/>
                </a:path>
              </a:pathLst>
            </a:cu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ea typeface="+mn-ea"/>
                <a:cs typeface="+mn-cs"/>
              </a:endParaRPr>
            </a:p>
          </p:txBody>
        </p:sp>
        <p:sp>
          <p:nvSpPr>
            <p:cNvPr id="32" name="TextBox 31">
              <a:extLst>
                <a:ext uri="{FF2B5EF4-FFF2-40B4-BE49-F238E27FC236}">
                  <a16:creationId xmlns:a16="http://schemas.microsoft.com/office/drawing/2014/main" id="{4A5589CB-15CC-4E37-B303-B00D0040101B}"/>
                </a:ext>
              </a:extLst>
            </p:cNvPr>
            <p:cNvSpPr txBox="1"/>
            <p:nvPr>
              <p:custDataLst>
                <p:tags r:id="rId8"/>
              </p:custDataLst>
            </p:nvPr>
          </p:nvSpPr>
          <p:spPr bwMode="gray">
            <a:xfrm>
              <a:off x="628211" y="1777775"/>
              <a:ext cx="886283" cy="1033153"/>
            </a:xfrm>
            <a:prstGeom prst="rect">
              <a:avLst/>
            </a:prstGeom>
            <a:noFill/>
          </p:spPr>
          <p:txBody>
            <a:bodyPr vert="vert270" lIns="0" tIns="0" rIns="0" bIns="0" rtlCol="0" anchor="ctr">
              <a:noAutofit/>
            </a:bodyPr>
            <a:lstStyle>
              <a:lvl1pPr marL="0" lvl="0" indent="0" defTabSz="895350" eaLnBrk="1" latinLnBrk="0" hangingPunct="1">
                <a:buClr>
                  <a:schemeClr val="tx2"/>
                </a:buClr>
                <a:buSzPct val="100000"/>
                <a:defRPr sz="1400" baseline="0">
                  <a:latin typeface="+mn-lt"/>
                </a:defRPr>
              </a:lvl1pPr>
              <a:lvl2pPr marL="193675" indent="-192088" defTabSz="895350" eaLnBrk="1" hangingPunct="1">
                <a:buClr>
                  <a:schemeClr val="tx2"/>
                </a:buClr>
                <a:buSzPct val="125000"/>
                <a:buFont typeface="Arial" charset="0"/>
                <a:buChar char="▪"/>
                <a:defRPr sz="1400" baseline="0">
                  <a:latin typeface="+mn-lt"/>
                </a:defRPr>
              </a:lvl2pPr>
              <a:lvl3pPr marL="457200" indent="-261938" defTabSz="895350" eaLnBrk="1" hangingPunct="1">
                <a:buClr>
                  <a:schemeClr val="tx2"/>
                </a:buClr>
                <a:buSzPct val="120000"/>
                <a:buFont typeface="Arial" charset="0"/>
                <a:buChar char="–"/>
                <a:defRPr sz="1400" baseline="0">
                  <a:latin typeface="+mn-lt"/>
                </a:defRPr>
              </a:lvl3pPr>
              <a:lvl4pPr marL="614363" indent="-155575" defTabSz="895350" eaLnBrk="1" hangingPunct="1">
                <a:buClr>
                  <a:schemeClr val="tx2"/>
                </a:buClr>
                <a:buSzPct val="120000"/>
                <a:buFont typeface="Arial" charset="0"/>
                <a:buChar char="▫"/>
                <a:defRPr sz="1400" baseline="0">
                  <a:latin typeface="+mn-lt"/>
                </a:defRPr>
              </a:lvl4pPr>
              <a:lvl5pPr marL="749808" indent="-130175" defTabSz="895350" eaLnBrk="1"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50" rtl="0" eaLnBrk="1" fontAlgn="base" latinLnBrk="0" hangingPunct="1">
                <a:lnSpc>
                  <a:spcPct val="100000"/>
                </a:lnSpc>
                <a:spcBef>
                  <a:spcPct val="0"/>
                </a:spcBef>
                <a:spcAft>
                  <a:spcPct val="0"/>
                </a:spcAft>
                <a:buClr>
                  <a:srgbClr val="FFFFFF"/>
                </a:buClr>
                <a:buSzPct val="100000"/>
                <a:buFontTx/>
                <a:buNone/>
                <a:tabLst/>
                <a:defRPr/>
              </a:pPr>
              <a:r>
                <a:rPr kumimoji="0" lang="en-US" sz="1800" b="1" i="0" u="none" strike="noStrike" kern="1200" cap="none" spc="0" normalizeH="0" baseline="0" noProof="0">
                  <a:ln>
                    <a:noFill/>
                  </a:ln>
                  <a:solidFill>
                    <a:srgbClr val="FFFFFF"/>
                  </a:solidFill>
                  <a:effectLst/>
                  <a:uLnTx/>
                  <a:uFillTx/>
                  <a:ea typeface="+mn-ea"/>
                  <a:cs typeface="+mn-cs"/>
                </a:rPr>
                <a:t>Tone-setting: 10 minutes</a:t>
              </a:r>
            </a:p>
          </p:txBody>
        </p:sp>
      </p:grpSp>
      <p:sp>
        <p:nvSpPr>
          <p:cNvPr id="19" name="TextBox 18">
            <a:extLst>
              <a:ext uri="{FF2B5EF4-FFF2-40B4-BE49-F238E27FC236}">
                <a16:creationId xmlns:a16="http://schemas.microsoft.com/office/drawing/2014/main" id="{DDF00D4C-B689-8B99-54D1-CBE4B791D3A1}"/>
              </a:ext>
            </a:extLst>
          </p:cNvPr>
          <p:cNvSpPr txBox="1">
            <a:spLocks/>
          </p:cNvSpPr>
          <p:nvPr/>
        </p:nvSpPr>
        <p:spPr>
          <a:xfrm>
            <a:off x="2844263" y="1993790"/>
            <a:ext cx="8793001" cy="1577355"/>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300"/>
              </a:spcAft>
              <a:buClrTx/>
              <a:buSzPct val="120000"/>
              <a:buNone/>
              <a:tabLst/>
              <a:defRPr/>
            </a:pPr>
            <a:r>
              <a:rPr kumimoji="0" lang="en-US" sz="19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Hiring Manager:</a:t>
            </a:r>
          </a:p>
          <a:p>
            <a:pPr marR="0" lvl="1"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kumimoji="0" lang="en-US" sz="19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Outlines structure for debrief</a:t>
            </a:r>
          </a:p>
          <a:p>
            <a:pPr marR="0" lvl="1"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kumimoji="0" lang="en-US" sz="19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Reiterates best practices (e.g., discuss only the competencies, avoid subjective commentary)</a:t>
            </a:r>
          </a:p>
          <a:p>
            <a:pPr marR="0" lvl="1" algn="l" defTabSz="914400" rtl="0" eaLnBrk="1" fontAlgn="auto" latinLnBrk="0" hangingPunct="1">
              <a:lnSpc>
                <a:spcPct val="100000"/>
              </a:lnSpc>
              <a:spcBef>
                <a:spcPts val="0"/>
              </a:spcBef>
              <a:spcAft>
                <a:spcPts val="300"/>
              </a:spcAft>
              <a:buClrTx/>
              <a:buSzPct val="120000"/>
              <a:buFont typeface="Arial" panose="020B0604020202020204" pitchFamily="34" charset="0"/>
              <a:buChar char="•"/>
              <a:tabLst/>
              <a:defRPr/>
            </a:pPr>
            <a:r>
              <a:rPr kumimoji="0" lang="en-US" sz="19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rPr>
              <a:t>Reviews core competencies</a:t>
            </a:r>
            <a:r>
              <a:rPr lang="en-US" sz="1900">
                <a:solidFill>
                  <a:srgbClr val="000000"/>
                </a:solidFill>
                <a:ea typeface="SimSun" panose="02010600030101010101" pitchFamily="2" charset="-122"/>
                <a:cs typeface="Calibri" panose="020F0502020204030204" pitchFamily="34" charset="0"/>
              </a:rPr>
              <a:t> for the role</a:t>
            </a:r>
            <a:endParaRPr kumimoji="0" lang="en-US" sz="1900" b="0" i="0" u="none" strike="noStrike" kern="1200" cap="none" spc="0" normalizeH="0" baseline="0" noProof="0">
              <a:ln>
                <a:noFill/>
              </a:ln>
              <a:solidFill>
                <a:srgbClr val="000000"/>
              </a:solidFill>
              <a:effectLst/>
              <a:uLnTx/>
              <a:uFillTx/>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4164333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6BB5F52-2C2B-1849-412C-0CCABC266B41}"/>
              </a:ext>
            </a:extLst>
          </p:cNvPr>
          <p:cNvGraphicFramePr>
            <a:graphicFrameLocks noChangeAspect="1"/>
          </p:cNvGraphicFramePr>
          <p:nvPr>
            <p:custDataLst>
              <p:tags r:id="rId1"/>
            </p:custDataLst>
            <p:extLst>
              <p:ext uri="{D42A27DB-BD31-4B8C-83A1-F6EECF244321}">
                <p14:modId xmlns:p14="http://schemas.microsoft.com/office/powerpoint/2010/main" val="188023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3" name="Object 2" hidden="1">
                        <a:extLst>
                          <a:ext uri="{FF2B5EF4-FFF2-40B4-BE49-F238E27FC236}">
                            <a16:creationId xmlns:a16="http://schemas.microsoft.com/office/drawing/2014/main" id="{26BB5F52-2C2B-1849-412C-0CCABC266B4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5130B50-4163-FE97-23DE-AA696DE9332D}"/>
              </a:ext>
            </a:extLst>
          </p:cNvPr>
          <p:cNvSpPr>
            <a:spLocks noGrp="1"/>
          </p:cNvSpPr>
          <p:nvPr>
            <p:ph type="title"/>
          </p:nvPr>
        </p:nvSpPr>
        <p:spPr>
          <a:xfrm>
            <a:off x="554736" y="182372"/>
            <a:ext cx="11082528" cy="357790"/>
          </a:xfrm>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a:t>How to engage during debrief discussion</a:t>
            </a:r>
          </a:p>
        </p:txBody>
      </p:sp>
      <p:sp>
        <p:nvSpPr>
          <p:cNvPr id="7" name="Text Placeholder 6">
            <a:extLst>
              <a:ext uri="{FF2B5EF4-FFF2-40B4-BE49-F238E27FC236}">
                <a16:creationId xmlns:a16="http://schemas.microsoft.com/office/drawing/2014/main" id="{25BEB7C8-6D05-7977-3E1F-938318E00016}"/>
              </a:ext>
            </a:extLst>
          </p:cNvPr>
          <p:cNvSpPr>
            <a:spLocks noGrp="1"/>
          </p:cNvSpPr>
          <p:nvPr>
            <p:ph type="body" sz="quarter" idx="17"/>
          </p:nvPr>
        </p:nvSpPr>
        <p:spPr/>
        <p:txBody>
          <a:bodyPr/>
          <a:lstStyle/>
          <a:p>
            <a:endParaRPr lang="sv-SE"/>
          </a:p>
        </p:txBody>
      </p:sp>
      <p:sp>
        <p:nvSpPr>
          <p:cNvPr id="38" name="Freeform: Shape 37">
            <a:extLst>
              <a:ext uri="{FF2B5EF4-FFF2-40B4-BE49-F238E27FC236}">
                <a16:creationId xmlns:a16="http://schemas.microsoft.com/office/drawing/2014/main" id="{03EC4ABA-8D8A-2694-42F4-5A8E5E57658A}"/>
              </a:ext>
            </a:extLst>
          </p:cNvPr>
          <p:cNvSpPr>
            <a:spLocks noChangeAspect="1"/>
          </p:cNvSpPr>
          <p:nvPr/>
        </p:nvSpPr>
        <p:spPr>
          <a:xfrm>
            <a:off x="1603444" y="1781024"/>
            <a:ext cx="76398" cy="144029"/>
          </a:xfrm>
          <a:custGeom>
            <a:avLst/>
            <a:gdLst/>
            <a:ahLst/>
            <a:cxnLst/>
            <a:rect l="0" t="0" r="0" b="0"/>
            <a:pathLst>
              <a:path w="103601" h="195312">
                <a:moveTo>
                  <a:pt x="9358" y="193790"/>
                </a:moveTo>
                <a:lnTo>
                  <a:pt x="101575" y="101574"/>
                </a:lnTo>
                <a:lnTo>
                  <a:pt x="103600" y="99549"/>
                </a:lnTo>
                <a:lnTo>
                  <a:pt x="103600" y="96266"/>
                </a:lnTo>
                <a:lnTo>
                  <a:pt x="101575" y="94241"/>
                </a:lnTo>
                <a:lnTo>
                  <a:pt x="9358" y="2025"/>
                </a:lnTo>
                <a:lnTo>
                  <a:pt x="7332" y="0"/>
                </a:lnTo>
                <a:lnTo>
                  <a:pt x="4049" y="0"/>
                </a:lnTo>
                <a:lnTo>
                  <a:pt x="2026" y="2025"/>
                </a:lnTo>
                <a:lnTo>
                  <a:pt x="0" y="4048"/>
                </a:lnTo>
                <a:lnTo>
                  <a:pt x="0" y="7331"/>
                </a:lnTo>
                <a:lnTo>
                  <a:pt x="2026" y="9357"/>
                </a:lnTo>
                <a:lnTo>
                  <a:pt x="90576" y="97907"/>
                </a:lnTo>
                <a:lnTo>
                  <a:pt x="2026" y="186459"/>
                </a:lnTo>
                <a:lnTo>
                  <a:pt x="0" y="188483"/>
                </a:lnTo>
                <a:lnTo>
                  <a:pt x="0" y="191766"/>
                </a:lnTo>
                <a:lnTo>
                  <a:pt x="2026" y="193790"/>
                </a:lnTo>
                <a:lnTo>
                  <a:pt x="3040" y="194805"/>
                </a:lnTo>
                <a:lnTo>
                  <a:pt x="4366" y="195311"/>
                </a:lnTo>
                <a:lnTo>
                  <a:pt x="5692" y="195311"/>
                </a:lnTo>
                <a:lnTo>
                  <a:pt x="7017" y="195311"/>
                </a:lnTo>
                <a:lnTo>
                  <a:pt x="8348" y="194805"/>
                </a:lnTo>
                <a:close/>
              </a:path>
            </a:pathLst>
          </a:cu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FFFFFF"/>
              </a:solidFill>
              <a:effectLst/>
              <a:uLnTx/>
              <a:uFillTx/>
              <a:ea typeface="+mn-ea"/>
              <a:cs typeface="+mn-cs"/>
            </a:endParaRPr>
          </a:p>
        </p:txBody>
      </p:sp>
      <p:sp>
        <p:nvSpPr>
          <p:cNvPr id="9" name="TextBox 8">
            <a:extLst>
              <a:ext uri="{FF2B5EF4-FFF2-40B4-BE49-F238E27FC236}">
                <a16:creationId xmlns:a16="http://schemas.microsoft.com/office/drawing/2014/main" id="{D299E85E-3431-3647-76E7-39247C59CA7E}"/>
              </a:ext>
            </a:extLst>
          </p:cNvPr>
          <p:cNvSpPr txBox="1">
            <a:spLocks/>
          </p:cNvSpPr>
          <p:nvPr>
            <p:custDataLst>
              <p:tags r:id="rId2"/>
            </p:custDataLst>
          </p:nvPr>
        </p:nvSpPr>
        <p:spPr>
          <a:xfrm>
            <a:off x="552139" y="1929357"/>
            <a:ext cx="3745730" cy="3754874"/>
          </a:xfrm>
          <a:prstGeom prst="rect">
            <a:avLst/>
          </a:prstGeom>
        </p:spPr>
        <p:txBody>
          <a:bodyPr vert="horz" wrap="square" lIns="0" tIns="0" rIns="0" bIns="0" rtlCol="0" anchor="t"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R="0" lvl="1" algn="l" defTabSz="914400" rtl="0" eaLnBrk="1" fontAlgn="base" latinLnBrk="0" hangingPunct="1">
              <a:lnSpc>
                <a:spcPct val="100000"/>
              </a:lnSpc>
              <a:spcBef>
                <a:spcPct val="10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Draw on specifics</a:t>
            </a:r>
          </a:p>
          <a:p>
            <a:pPr marR="0" lvl="1" algn="l" defTabSz="914400" rtl="0" eaLnBrk="1" fontAlgn="base"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Lead with strengths and strongest evidence</a:t>
            </a:r>
          </a:p>
          <a:p>
            <a:pPr marR="0" lvl="1" algn="l" defTabSz="914400" rtl="0" eaLnBrk="1" fontAlgn="base"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What stood out? What was missing?</a:t>
            </a:r>
          </a:p>
          <a:p>
            <a:pPr marR="0" lvl="2" algn="l" defTabSz="914400" rtl="0" eaLnBrk="1" fontAlgn="base"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a:t>
            </a:r>
            <a:r>
              <a:rPr kumimoji="0" lang="en-US" sz="1800" b="0" i="1" u="none" strike="noStrike" kern="1200" cap="none" spc="0" normalizeH="0" baseline="0" noProof="0">
                <a:ln>
                  <a:noFill/>
                </a:ln>
                <a:solidFill>
                  <a:srgbClr val="000000"/>
                </a:solidFill>
                <a:effectLst/>
                <a:uLnTx/>
                <a:uFillTx/>
                <a:ea typeface="+mn-ea"/>
                <a:cs typeface="+mn-cs"/>
              </a:rPr>
              <a:t>She showed strong evidence of X when doing Y, but I would have liked to see more evidence on Z</a:t>
            </a:r>
            <a:r>
              <a:rPr kumimoji="0" lang="en-US" sz="1800" b="0" i="0" u="none" strike="noStrike" kern="1200" cap="none" spc="0" normalizeH="0" baseline="0" noProof="0">
                <a:ln>
                  <a:noFill/>
                </a:ln>
                <a:solidFill>
                  <a:srgbClr val="000000"/>
                </a:solidFill>
                <a:effectLst/>
                <a:uLnTx/>
                <a:uFillTx/>
                <a:ea typeface="+mn-ea"/>
                <a:cs typeface="+mn-cs"/>
              </a:rPr>
              <a:t>”</a:t>
            </a:r>
          </a:p>
        </p:txBody>
      </p:sp>
      <p:sp>
        <p:nvSpPr>
          <p:cNvPr id="13" name="TextBox 12">
            <a:extLst>
              <a:ext uri="{FF2B5EF4-FFF2-40B4-BE49-F238E27FC236}">
                <a16:creationId xmlns:a16="http://schemas.microsoft.com/office/drawing/2014/main" id="{5E22B037-D662-516D-C536-65B9EFEA8BBD}"/>
              </a:ext>
            </a:extLst>
          </p:cNvPr>
          <p:cNvSpPr txBox="1">
            <a:spLocks/>
          </p:cNvSpPr>
          <p:nvPr/>
        </p:nvSpPr>
        <p:spPr>
          <a:xfrm>
            <a:off x="552139" y="1503717"/>
            <a:ext cx="3745730" cy="276999"/>
          </a:xfrm>
          <a:prstGeom prst="rect">
            <a:avLst/>
          </a:prstGeom>
        </p:spPr>
        <p:txBody>
          <a:bodyPr vert="horz" wrap="square" lIns="0" tIns="0" rIns="0" bIns="0" rtlCol="0" anchor="b"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None/>
              <a:tabLst/>
              <a:defRPr/>
            </a:pPr>
            <a:r>
              <a:rPr lang="en-US" sz="1800" b="1">
                <a:solidFill>
                  <a:srgbClr val="000000"/>
                </a:solidFill>
              </a:rPr>
              <a:t>Justify</a:t>
            </a:r>
            <a:r>
              <a:rPr kumimoji="0" lang="en-US" sz="1800" b="1" i="0" u="none" strike="noStrike" kern="1200" cap="none" spc="0" normalizeH="0" baseline="0" noProof="0">
                <a:ln>
                  <a:noFill/>
                </a:ln>
                <a:solidFill>
                  <a:srgbClr val="000000"/>
                </a:solidFill>
                <a:effectLst/>
                <a:uLnTx/>
                <a:uFillTx/>
                <a:ea typeface="+mn-ea"/>
                <a:cs typeface="Arial" panose="020B0604020202020204" pitchFamily="34" charset="0"/>
              </a:rPr>
              <a:t> your scoring</a:t>
            </a:r>
          </a:p>
        </p:txBody>
      </p:sp>
      <p:sp>
        <p:nvSpPr>
          <p:cNvPr id="14" name="TextBox 13">
            <a:extLst>
              <a:ext uri="{FF2B5EF4-FFF2-40B4-BE49-F238E27FC236}">
                <a16:creationId xmlns:a16="http://schemas.microsoft.com/office/drawing/2014/main" id="{85310D3F-0A79-FFFF-F527-EDE464DD9DE6}"/>
              </a:ext>
            </a:extLst>
          </p:cNvPr>
          <p:cNvSpPr txBox="1">
            <a:spLocks/>
          </p:cNvSpPr>
          <p:nvPr>
            <p:custDataLst>
              <p:tags r:id="rId3"/>
            </p:custDataLst>
          </p:nvPr>
        </p:nvSpPr>
        <p:spPr>
          <a:xfrm>
            <a:off x="5384313" y="1964207"/>
            <a:ext cx="6255549" cy="347787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R="0" lvl="1" algn="l" defTabSz="914400" rtl="0" eaLnBrk="1" fontAlgn="auto"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What actions or behaviors warranted that score?</a:t>
            </a:r>
          </a:p>
          <a:p>
            <a:pPr marR="0" lvl="1" algn="l" defTabSz="914400" rtl="0" eaLnBrk="1" fontAlgn="auto"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Did anyone else see an example that showcased this </a:t>
            </a:r>
            <a:r>
              <a:rPr lang="en-US" sz="1800">
                <a:solidFill>
                  <a:srgbClr val="000000"/>
                </a:solidFill>
              </a:rPr>
              <a:t>competency?</a:t>
            </a:r>
            <a:endParaRPr kumimoji="0" lang="en-US" sz="1800" b="0" i="0" u="none" strike="noStrike" kern="1200" cap="none" spc="0" normalizeH="0" baseline="0" noProof="0">
              <a:ln>
                <a:noFill/>
              </a:ln>
              <a:solidFill>
                <a:srgbClr val="000000"/>
              </a:solidFill>
              <a:effectLst/>
              <a:uLnTx/>
              <a:uFillTx/>
              <a:ea typeface="+mn-ea"/>
              <a:cs typeface="+mn-cs"/>
            </a:endParaRPr>
          </a:p>
          <a:p>
            <a:pPr marR="0" lvl="1" algn="l" defTabSz="914400" rtl="0" eaLnBrk="1" fontAlgn="auto"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Did your conversation cover X aspect of the </a:t>
            </a:r>
            <a:r>
              <a:rPr lang="en-US" sz="1800">
                <a:solidFill>
                  <a:srgbClr val="000000"/>
                </a:solidFill>
              </a:rPr>
              <a:t>competency</a:t>
            </a:r>
            <a:r>
              <a:rPr kumimoji="0" lang="en-US" sz="1800" b="0" i="0" u="none" strike="noStrike" kern="1200" cap="none" spc="0" normalizeH="0" baseline="0" noProof="0">
                <a:ln>
                  <a:noFill/>
                </a:ln>
                <a:solidFill>
                  <a:srgbClr val="000000"/>
                </a:solidFill>
                <a:effectLst/>
                <a:uLnTx/>
                <a:uFillTx/>
                <a:ea typeface="+mn-ea"/>
                <a:cs typeface="+mn-cs"/>
              </a:rPr>
              <a:t>? What evidence did they display?</a:t>
            </a:r>
          </a:p>
          <a:p>
            <a:pPr marR="0" lvl="1" algn="l" defTabSz="914400" rtl="0" eaLnBrk="1" fontAlgn="auto"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Why do you believe the candidate went above and beyond?</a:t>
            </a:r>
          </a:p>
          <a:p>
            <a:pPr marR="0" lvl="1" algn="l" defTabSz="914400" rtl="0" eaLnBrk="1" fontAlgn="auto" latinLnBrk="0" hangingPunct="1">
              <a:lnSpc>
                <a:spcPct val="100000"/>
              </a:lnSpc>
              <a:spcBef>
                <a:spcPct val="50000"/>
              </a:spcBef>
              <a:spcAft>
                <a:spcPts val="300"/>
              </a:spcAft>
              <a:buClrTx/>
              <a:buSzPct val="120000"/>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ea typeface="+mn-ea"/>
                <a:cs typeface="+mn-cs"/>
              </a:rPr>
              <a:t>What would you have liked to see to justify a higher </a:t>
            </a:r>
            <a:r>
              <a:rPr lang="en-US" sz="1800">
                <a:solidFill>
                  <a:srgbClr val="000000"/>
                </a:solidFill>
              </a:rPr>
              <a:t>score</a:t>
            </a:r>
            <a:r>
              <a:rPr kumimoji="0" lang="en-US" sz="1800" b="0" i="0" u="none" strike="noStrike" kern="1200" cap="none" spc="0" normalizeH="0" baseline="0" noProof="0">
                <a:ln>
                  <a:noFill/>
                </a:ln>
                <a:solidFill>
                  <a:srgbClr val="000000"/>
                </a:solidFill>
                <a:effectLst/>
                <a:uLnTx/>
                <a:uFillTx/>
                <a:ea typeface="+mn-ea"/>
                <a:cs typeface="+mn-cs"/>
              </a:rPr>
              <a:t>?</a:t>
            </a:r>
            <a:r>
              <a:rPr lang="en-US" sz="1800">
                <a:solidFill>
                  <a:srgbClr val="000000"/>
                </a:solidFill>
              </a:rPr>
              <a:t> Do you feel that is an area that is easily coachable or can be learned on the job?</a:t>
            </a:r>
            <a:endParaRPr kumimoji="0" lang="en-US" sz="1800" b="0" i="0" u="none" strike="noStrike" kern="1200" cap="none" spc="0" normalizeH="0" baseline="0" noProof="0">
              <a:ln>
                <a:noFill/>
              </a:ln>
              <a:solidFill>
                <a:srgbClr val="000000"/>
              </a:solidFill>
              <a:effectLst/>
              <a:uLnTx/>
              <a:uFillTx/>
              <a:ea typeface="+mn-ea"/>
              <a:cs typeface="+mn-cs"/>
            </a:endParaRPr>
          </a:p>
        </p:txBody>
      </p:sp>
      <p:sp>
        <p:nvSpPr>
          <p:cNvPr id="16" name="TextBox 15">
            <a:extLst>
              <a:ext uri="{FF2B5EF4-FFF2-40B4-BE49-F238E27FC236}">
                <a16:creationId xmlns:a16="http://schemas.microsoft.com/office/drawing/2014/main" id="{8D74A79F-1A14-7308-D495-D2E19E79EA51}"/>
              </a:ext>
            </a:extLst>
          </p:cNvPr>
          <p:cNvSpPr txBox="1">
            <a:spLocks/>
          </p:cNvSpPr>
          <p:nvPr/>
        </p:nvSpPr>
        <p:spPr>
          <a:xfrm>
            <a:off x="5384313" y="1489903"/>
            <a:ext cx="6255549" cy="295466"/>
          </a:xfrm>
          <a:prstGeom prst="rect">
            <a:avLst/>
          </a:prstGeom>
        </p:spPr>
        <p:txBody>
          <a:bodyPr vert="horz" wrap="square" lIns="0" tIns="0" rIns="0" bIns="18288" rtlCol="0" anchor="b">
            <a:no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800" b="1" i="0" u="none" strike="noStrike" kern="1200" cap="none" spc="0" normalizeH="0" baseline="0" noProof="0">
                <a:ln>
                  <a:noFill/>
                </a:ln>
                <a:solidFill>
                  <a:srgbClr val="000000"/>
                </a:solidFill>
                <a:effectLst/>
                <a:uLnTx/>
                <a:uFillTx/>
                <a:ea typeface="+mn-ea"/>
                <a:cs typeface="+mn-cs"/>
              </a:rPr>
              <a:t>Questions the Hiring Manager will ask</a:t>
            </a:r>
          </a:p>
        </p:txBody>
      </p:sp>
      <p:cxnSp>
        <p:nvCxnSpPr>
          <p:cNvPr id="18" name="Straight Connector 17">
            <a:extLst>
              <a:ext uri="{FF2B5EF4-FFF2-40B4-BE49-F238E27FC236}">
                <a16:creationId xmlns:a16="http://schemas.microsoft.com/office/drawing/2014/main" id="{729B487F-DA87-FDFF-EF9F-6A24BC3E0435}"/>
              </a:ext>
            </a:extLst>
          </p:cNvPr>
          <p:cNvCxnSpPr>
            <a:cxnSpLocks/>
          </p:cNvCxnSpPr>
          <p:nvPr/>
        </p:nvCxnSpPr>
        <p:spPr>
          <a:xfrm>
            <a:off x="554736" y="1796385"/>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D1619ECA-9EC9-91FD-732F-C1D47D48C190}"/>
              </a:ext>
            </a:extLst>
          </p:cNvPr>
          <p:cNvGrpSpPr/>
          <p:nvPr/>
        </p:nvGrpSpPr>
        <p:grpSpPr>
          <a:xfrm>
            <a:off x="554736" y="5801890"/>
            <a:ext cx="11082528" cy="355347"/>
            <a:chOff x="554736" y="5573289"/>
            <a:chExt cx="11082528" cy="355347"/>
          </a:xfrm>
        </p:grpSpPr>
        <p:cxnSp>
          <p:nvCxnSpPr>
            <p:cNvPr id="63" name="Straight Connector 62">
              <a:extLst>
                <a:ext uri="{FF2B5EF4-FFF2-40B4-BE49-F238E27FC236}">
                  <a16:creationId xmlns:a16="http://schemas.microsoft.com/office/drawing/2014/main" id="{E9235AD2-34AC-C2DE-2340-2F3280A249C4}"/>
                </a:ext>
              </a:extLst>
            </p:cNvPr>
            <p:cNvCxnSpPr>
              <a:cxnSpLocks/>
            </p:cNvCxnSpPr>
            <p:nvPr>
              <p:custDataLst>
                <p:tags r:id="rId5"/>
              </p:custDataLst>
            </p:nvPr>
          </p:nvCxnSpPr>
          <p:spPr>
            <a:xfrm>
              <a:off x="554736" y="5573289"/>
              <a:ext cx="11082528"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0CF031D-ADB8-02BE-7B71-6BDDD455A77C}"/>
                </a:ext>
              </a:extLst>
            </p:cNvPr>
            <p:cNvSpPr txBox="1">
              <a:spLocks/>
            </p:cNvSpPr>
            <p:nvPr/>
          </p:nvSpPr>
          <p:spPr>
            <a:xfrm>
              <a:off x="554736" y="5651637"/>
              <a:ext cx="11082528" cy="276999"/>
            </a:xfrm>
            <a:prstGeom prst="rect">
              <a:avLst/>
            </a:prstGeom>
          </p:spPr>
          <p:txBody>
            <a:bodyPr vert="horz" wrap="square" lIns="0" tIns="0" rIns="0" bIns="0" rtlCol="0" anchor="t" anchorCtr="0">
              <a:sp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EF411E"/>
                </a:buClr>
                <a:buSzPct val="100000"/>
                <a:buFont typeface="Segoe UI" panose="020B0502040204020203" pitchFamily="34" charset="0"/>
                <a:buNone/>
                <a:tabLst/>
                <a:defRPr/>
              </a:pPr>
              <a:r>
                <a:rPr lang="en-US" sz="1800" b="1">
                  <a:solidFill>
                    <a:srgbClr val="000000"/>
                  </a:solidFill>
                </a:rPr>
                <a:t>The Hiring Manager will probe until they </a:t>
              </a:r>
              <a:r>
                <a:rPr kumimoji="0" lang="en-US" sz="1800" b="1" i="0" u="none" strike="noStrike" kern="1200" cap="none" spc="0" normalizeH="0" baseline="0" noProof="0">
                  <a:ln>
                    <a:noFill/>
                  </a:ln>
                  <a:solidFill>
                    <a:srgbClr val="000000"/>
                  </a:solidFill>
                  <a:effectLst/>
                  <a:uLnTx/>
                  <a:uFillTx/>
                  <a:ea typeface="+mn-ea"/>
                  <a:cs typeface="Arial" panose="020B0604020202020204" pitchFamily="34" charset="0"/>
                </a:rPr>
                <a:t>have enough information to individually score the candidate</a:t>
              </a:r>
            </a:p>
          </p:txBody>
        </p:sp>
      </p:grpSp>
      <p:cxnSp>
        <p:nvCxnSpPr>
          <p:cNvPr id="27" name="Straight Connector 26">
            <a:extLst>
              <a:ext uri="{FF2B5EF4-FFF2-40B4-BE49-F238E27FC236}">
                <a16:creationId xmlns:a16="http://schemas.microsoft.com/office/drawing/2014/main" id="{08A7A2BD-096E-B95E-E83B-E1746917AC07}"/>
              </a:ext>
            </a:extLst>
          </p:cNvPr>
          <p:cNvCxnSpPr>
            <a:cxnSpLocks/>
          </p:cNvCxnSpPr>
          <p:nvPr/>
        </p:nvCxnSpPr>
        <p:spPr>
          <a:xfrm>
            <a:off x="4841091" y="1964207"/>
            <a:ext cx="0" cy="3477875"/>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9" name="ChevronWhite 146">
            <a:extLst>
              <a:ext uri="{FF2B5EF4-FFF2-40B4-BE49-F238E27FC236}">
                <a16:creationId xmlns:a16="http://schemas.microsoft.com/office/drawing/2014/main" id="{39539889-1F2F-4508-6241-D7E932EFF745}"/>
              </a:ext>
            </a:extLst>
          </p:cNvPr>
          <p:cNvGrpSpPr>
            <a:grpSpLocks noChangeAspect="1"/>
          </p:cNvGrpSpPr>
          <p:nvPr>
            <p:custDataLst>
              <p:tags r:id="rId4"/>
            </p:custDataLst>
          </p:nvPr>
        </p:nvGrpSpPr>
        <p:grpSpPr>
          <a:xfrm>
            <a:off x="4642977" y="1567979"/>
            <a:ext cx="396228" cy="396228"/>
            <a:chOff x="1016000" y="1016000"/>
            <a:chExt cx="396228" cy="396228"/>
          </a:xfrm>
        </p:grpSpPr>
        <p:sp>
          <p:nvSpPr>
            <p:cNvPr id="30" name="Oval 29">
              <a:extLst>
                <a:ext uri="{FF2B5EF4-FFF2-40B4-BE49-F238E27FC236}">
                  <a16:creationId xmlns:a16="http://schemas.microsoft.com/office/drawing/2014/main" id="{93897E37-F5F4-A5D2-0E61-1C82C58DF821}"/>
                </a:ext>
              </a:extLst>
            </p:cNvPr>
            <p:cNvSpPr/>
            <p:nvPr/>
          </p:nvSpPr>
          <p:spPr>
            <a:xfrm>
              <a:off x="1016000" y="1016000"/>
              <a:ext cx="396228" cy="396228"/>
            </a:xfrm>
            <a:prstGeom prst="ellipse">
              <a:avLst/>
            </a:prstGeom>
            <a:solidFill>
              <a:schemeClr val="bg1"/>
            </a:solidFill>
            <a:ln w="190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31" name="Graphic 30">
              <a:extLst>
                <a:ext uri="{FF2B5EF4-FFF2-40B4-BE49-F238E27FC236}">
                  <a16:creationId xmlns:a16="http://schemas.microsoft.com/office/drawing/2014/main" id="{27C504CB-3D3E-F2EE-8856-DFCE73E62D9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3614" y="1023614"/>
              <a:ext cx="381000" cy="381000"/>
            </a:xfrm>
            <a:prstGeom prst="rect">
              <a:avLst/>
            </a:prstGeom>
          </p:spPr>
        </p:pic>
      </p:grpSp>
    </p:spTree>
    <p:extLst>
      <p:ext uri="{BB962C8B-B14F-4D97-AF65-F5344CB8AC3E}">
        <p14:creationId xmlns:p14="http://schemas.microsoft.com/office/powerpoint/2010/main" val="1800142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635F7103-0874-F67E-F07A-B3F28AD0B8E9}"/>
              </a:ext>
            </a:extLst>
          </p:cNvPr>
          <p:cNvGraphicFramePr>
            <a:graphicFrameLocks noChangeAspect="1"/>
          </p:cNvGraphicFramePr>
          <p:nvPr>
            <p:custDataLst>
              <p:tags r:id="rId1"/>
            </p:custDataLst>
            <p:extLst>
              <p:ext uri="{D42A27DB-BD31-4B8C-83A1-F6EECF244321}">
                <p14:modId xmlns:p14="http://schemas.microsoft.com/office/powerpoint/2010/main" val="36989961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8" name="Object 17" hidden="1">
                        <a:extLst>
                          <a:ext uri="{FF2B5EF4-FFF2-40B4-BE49-F238E27FC236}">
                            <a16:creationId xmlns:a16="http://schemas.microsoft.com/office/drawing/2014/main" id="{635F7103-0874-F67E-F07A-B3F28AD0B8E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7" name="Text Placeholder 16">
            <a:extLst>
              <a:ext uri="{FF2B5EF4-FFF2-40B4-BE49-F238E27FC236}">
                <a16:creationId xmlns:a16="http://schemas.microsoft.com/office/drawing/2014/main" id="{4F89A36A-0E95-9DFC-B1B0-09618D901FA5}"/>
              </a:ext>
            </a:extLst>
          </p:cNvPr>
          <p:cNvSpPr>
            <a:spLocks noGrp="1"/>
          </p:cNvSpPr>
          <p:nvPr>
            <p:ph type="body" sz="quarter" idx="17"/>
          </p:nvPr>
        </p:nvSpPr>
        <p:spPr/>
        <p:txBody>
          <a:bodyPr/>
          <a:lstStyle/>
          <a:p>
            <a:endParaRPr lang="en-US"/>
          </a:p>
        </p:txBody>
      </p:sp>
      <p:sp>
        <p:nvSpPr>
          <p:cNvPr id="2" name="Title 1">
            <a:extLst>
              <a:ext uri="{FF2B5EF4-FFF2-40B4-BE49-F238E27FC236}">
                <a16:creationId xmlns:a16="http://schemas.microsoft.com/office/drawing/2014/main" id="{F6A74F42-1D37-10E9-5AAC-1044415E0D9A}"/>
              </a:ext>
            </a:extLst>
          </p:cNvPr>
          <p:cNvSpPr>
            <a:spLocks noGrp="1"/>
          </p:cNvSpPr>
          <p:nvPr>
            <p:ph type="title"/>
          </p:nvPr>
        </p:nvSpPr>
        <p:spPr>
          <a:xfrm>
            <a:off x="554736" y="182372"/>
            <a:ext cx="5065776" cy="731520"/>
          </a:xfrm>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a:t>Tips for debrief participation</a:t>
            </a:r>
          </a:p>
        </p:txBody>
      </p:sp>
      <p:sp>
        <p:nvSpPr>
          <p:cNvPr id="58" name="TextBox 57">
            <a:extLst>
              <a:ext uri="{FF2B5EF4-FFF2-40B4-BE49-F238E27FC236}">
                <a16:creationId xmlns:a16="http://schemas.microsoft.com/office/drawing/2014/main" id="{3F620D67-B19D-9BD9-F844-8D5EE7E27931}"/>
              </a:ext>
            </a:extLst>
          </p:cNvPr>
          <p:cNvSpPr txBox="1">
            <a:spLocks/>
          </p:cNvSpPr>
          <p:nvPr>
            <p:custDataLst>
              <p:tags r:id="rId2"/>
            </p:custDataLst>
          </p:nvPr>
        </p:nvSpPr>
        <p:spPr>
          <a:xfrm>
            <a:off x="6574536" y="2358953"/>
            <a:ext cx="5065776" cy="312393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mn-cs"/>
              </a:rPr>
              <a:t>Focus on </a:t>
            </a:r>
            <a:r>
              <a:rPr lang="en-US" sz="1800">
                <a:solidFill>
                  <a:srgbClr val="000000"/>
                </a:solidFill>
              </a:rPr>
              <a:t>the assessed competencies</a:t>
            </a:r>
            <a:r>
              <a:rPr kumimoji="0" lang="en-US" sz="1800" b="0" i="0" u="none" strike="noStrike" kern="1200" cap="none" spc="0" normalizeH="0" baseline="0" noProof="0">
                <a:ln>
                  <a:noFill/>
                </a:ln>
                <a:solidFill>
                  <a:srgbClr val="000000"/>
                </a:solidFill>
                <a:effectLst/>
                <a:uLnTx/>
                <a:uFillTx/>
                <a:ea typeface="+mn-ea"/>
                <a:cs typeface="+mn-cs"/>
              </a:rPr>
              <a:t> and avoid subjective commentary</a:t>
            </a:r>
          </a:p>
          <a:p>
            <a:pPr marL="228600" marR="0" lvl="1" indent="-228600" algn="l" defTabSz="914400" rtl="0" eaLnBrk="1" fontAlgn="auto"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mn-cs"/>
              </a:rPr>
              <a:t>Be transparent about what was not covered in the interview</a:t>
            </a:r>
          </a:p>
          <a:p>
            <a:pPr marL="228600" marR="0" lvl="1" indent="-228600" algn="l" defTabSz="914400" rtl="0" eaLnBrk="1" fontAlgn="auto" latinLnBrk="0" hangingPunct="1">
              <a:lnSpc>
                <a:spcPct val="100000"/>
              </a:lnSpc>
              <a:spcBef>
                <a:spcPct val="50000"/>
              </a:spcBef>
              <a:spcAft>
                <a:spcPts val="300"/>
              </a:spcAft>
              <a:buClrTx/>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mn-cs"/>
              </a:rPr>
              <a:t>Actively challenge potential bias</a:t>
            </a:r>
          </a:p>
          <a:p>
            <a:pPr lvl="1">
              <a:spcBef>
                <a:spcPct val="50000"/>
              </a:spcBef>
              <a:buClrTx/>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Be aware of tendencies to agree with the group or with more senior colleagues in the decision conversation</a:t>
            </a:r>
          </a:p>
        </p:txBody>
      </p:sp>
      <p:sp>
        <p:nvSpPr>
          <p:cNvPr id="22" name="TextBox 21">
            <a:extLst>
              <a:ext uri="{FF2B5EF4-FFF2-40B4-BE49-F238E27FC236}">
                <a16:creationId xmlns:a16="http://schemas.microsoft.com/office/drawing/2014/main" id="{8B6CC206-C222-38CB-B5FB-C33FFBB9729E}"/>
              </a:ext>
            </a:extLst>
          </p:cNvPr>
          <p:cNvSpPr txBox="1">
            <a:spLocks/>
          </p:cNvSpPr>
          <p:nvPr/>
        </p:nvSpPr>
        <p:spPr>
          <a:xfrm>
            <a:off x="554736" y="2358953"/>
            <a:ext cx="5065776" cy="31239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base" latinLnBrk="0" hangingPunct="1">
              <a:lnSpc>
                <a:spcPct val="100000"/>
              </a:lnSpc>
              <a:spcBef>
                <a:spcPct val="100000"/>
              </a:spcBef>
              <a:spcAft>
                <a:spcPts val="300"/>
              </a:spcAft>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Review the role’s criteria and competencies</a:t>
            </a:r>
          </a:p>
          <a:p>
            <a:pPr marL="228600" marR="0" lvl="1" indent="-228600" algn="l" defTabSz="914400" rtl="0" eaLnBrk="1" fontAlgn="base" latinLnBrk="0" hangingPunct="1">
              <a:lnSpc>
                <a:spcPct val="100000"/>
              </a:lnSpc>
              <a:spcBef>
                <a:spcPct val="100000"/>
              </a:spcBef>
              <a:spcAft>
                <a:spcPts val="300"/>
              </a:spcAft>
              <a:buSzPct val="11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ea typeface="+mn-ea"/>
                <a:cs typeface="Arial" panose="020B0604020202020204" pitchFamily="34" charset="0"/>
              </a:rPr>
              <a:t>Review your notes and organize key evidence</a:t>
            </a:r>
          </a:p>
        </p:txBody>
      </p:sp>
      <p:grpSp>
        <p:nvGrpSpPr>
          <p:cNvPr id="25" name="Group 24">
            <a:extLst>
              <a:ext uri="{FF2B5EF4-FFF2-40B4-BE49-F238E27FC236}">
                <a16:creationId xmlns:a16="http://schemas.microsoft.com/office/drawing/2014/main" id="{5DF945E6-9277-1716-C9AC-D0E2BD4785FD}"/>
              </a:ext>
            </a:extLst>
          </p:cNvPr>
          <p:cNvGrpSpPr>
            <a:grpSpLocks/>
          </p:cNvGrpSpPr>
          <p:nvPr/>
        </p:nvGrpSpPr>
        <p:grpSpPr>
          <a:xfrm>
            <a:off x="554736" y="1756894"/>
            <a:ext cx="5065776" cy="326244"/>
            <a:chOff x="799346" y="1778669"/>
            <a:chExt cx="2745520" cy="326244"/>
          </a:xfrm>
        </p:grpSpPr>
        <p:cxnSp>
          <p:nvCxnSpPr>
            <p:cNvPr id="23" name="AutoShape 249">
              <a:extLst>
                <a:ext uri="{FF2B5EF4-FFF2-40B4-BE49-F238E27FC236}">
                  <a16:creationId xmlns:a16="http://schemas.microsoft.com/office/drawing/2014/main" id="{63D5A929-7043-6D03-E17F-2174E1972DB6}"/>
                </a:ext>
              </a:extLst>
            </p:cNvPr>
            <p:cNvCxnSpPr>
              <a:cxnSpLocks noChangeShapeType="1"/>
            </p:cNvCxnSpPr>
            <p:nvPr/>
          </p:nvCxnSpPr>
          <p:spPr bwMode="auto">
            <a:xfrm>
              <a:off x="799346" y="2104913"/>
              <a:ext cx="2745520" cy="0"/>
            </a:xfrm>
            <a:prstGeom prst="straightConnector1">
              <a:avLst/>
            </a:prstGeom>
            <a:noFill/>
            <a:ln w="12700">
              <a:solidFill>
                <a:srgbClr val="7F7F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a:extLst>
                <a:ext uri="{FF2B5EF4-FFF2-40B4-BE49-F238E27FC236}">
                  <a16:creationId xmlns:a16="http://schemas.microsoft.com/office/drawing/2014/main" id="{652EF615-6FDB-95D8-4D90-BA5534621A68}"/>
                </a:ext>
              </a:extLst>
            </p:cNvPr>
            <p:cNvSpPr txBox="1">
              <a:spLocks/>
            </p:cNvSpPr>
            <p:nvPr/>
          </p:nvSpPr>
          <p:spPr>
            <a:xfrm>
              <a:off x="799346" y="1778669"/>
              <a:ext cx="2745520" cy="276999"/>
            </a:xfrm>
            <a:prstGeom prst="rect">
              <a:avLst/>
            </a:prstGeom>
          </p:spPr>
          <p:txBody>
            <a:bodyPr vert="horz" wrap="square" lIns="0" tIns="0" rIns="0" bIns="0" rtlCol="0" anchor="b"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How to prepare</a:t>
              </a:r>
            </a:p>
          </p:txBody>
        </p:sp>
      </p:grpSp>
      <p:grpSp>
        <p:nvGrpSpPr>
          <p:cNvPr id="29" name="Group 28">
            <a:extLst>
              <a:ext uri="{FF2B5EF4-FFF2-40B4-BE49-F238E27FC236}">
                <a16:creationId xmlns:a16="http://schemas.microsoft.com/office/drawing/2014/main" id="{F1A91190-5BC6-C152-D08B-A65A6608E42E}"/>
              </a:ext>
            </a:extLst>
          </p:cNvPr>
          <p:cNvGrpSpPr>
            <a:grpSpLocks/>
          </p:cNvGrpSpPr>
          <p:nvPr/>
        </p:nvGrpSpPr>
        <p:grpSpPr>
          <a:xfrm>
            <a:off x="6574536" y="1756894"/>
            <a:ext cx="5065776" cy="326244"/>
            <a:chOff x="799346" y="1778669"/>
            <a:chExt cx="2745520" cy="326244"/>
          </a:xfrm>
        </p:grpSpPr>
        <p:cxnSp>
          <p:nvCxnSpPr>
            <p:cNvPr id="30" name="AutoShape 249">
              <a:extLst>
                <a:ext uri="{FF2B5EF4-FFF2-40B4-BE49-F238E27FC236}">
                  <a16:creationId xmlns:a16="http://schemas.microsoft.com/office/drawing/2014/main" id="{DADF39E3-8487-8BBC-67CB-18375052D59A}"/>
                </a:ext>
              </a:extLst>
            </p:cNvPr>
            <p:cNvCxnSpPr>
              <a:cxnSpLocks noChangeShapeType="1"/>
            </p:cNvCxnSpPr>
            <p:nvPr/>
          </p:nvCxnSpPr>
          <p:spPr bwMode="auto">
            <a:xfrm>
              <a:off x="799346" y="2104913"/>
              <a:ext cx="2745520" cy="0"/>
            </a:xfrm>
            <a:prstGeom prst="straightConnector1">
              <a:avLst/>
            </a:prstGeom>
            <a:noFill/>
            <a:ln w="12700">
              <a:solidFill>
                <a:srgbClr val="7F7F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Box 30">
              <a:extLst>
                <a:ext uri="{FF2B5EF4-FFF2-40B4-BE49-F238E27FC236}">
                  <a16:creationId xmlns:a16="http://schemas.microsoft.com/office/drawing/2014/main" id="{76C31D25-8CEF-88B7-B531-35A30B367ACA}"/>
                </a:ext>
              </a:extLst>
            </p:cNvPr>
            <p:cNvSpPr txBox="1">
              <a:spLocks/>
            </p:cNvSpPr>
            <p:nvPr/>
          </p:nvSpPr>
          <p:spPr>
            <a:xfrm>
              <a:off x="799346" y="1778669"/>
              <a:ext cx="2745520" cy="276999"/>
            </a:xfrm>
            <a:prstGeom prst="rect">
              <a:avLst/>
            </a:prstGeom>
          </p:spPr>
          <p:txBody>
            <a:bodyPr vert="horz" wrap="square" lIns="0" tIns="0" rIns="0" bIns="0" rtlCol="0" anchor="b" anchorCtr="0">
              <a:noAutofit/>
            </a:bodyPr>
            <a:lstStyle>
              <a:lvl1pPr marL="0" lvl="0" indent="0" defTabSz="914400" eaLnBrk="1" latinLnBrk="0" hangingPunct="1">
                <a:lnSpc>
                  <a:spcPct val="100000"/>
                </a:lnSpc>
                <a:spcBef>
                  <a:spcPts val="300"/>
                </a:spcBef>
                <a:spcAft>
                  <a:spcPts val="300"/>
                </a:spcAft>
                <a:buClr>
                  <a:schemeClr val="accent1"/>
                </a:buClr>
                <a:buSzPct val="100000"/>
                <a:buFont typeface="Segoe UI" panose="020B0502040204020203" pitchFamily="34" charset="0"/>
                <a:buChar char="​"/>
                <a:defRPr lang="en-US" sz="1600" dirty="0">
                  <a:latin typeface="+mn-lt"/>
                  <a:cs typeface="Arial" panose="020B0604020202020204" pitchFamily="34" charset="0"/>
                </a:defRPr>
              </a:lvl1pPr>
              <a:lvl2pPr marL="228600" lvl="1" indent="-228600" defTabSz="91440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mn-lt"/>
                </a:defRPr>
              </a:lvl2pPr>
              <a:lvl3pPr marL="438912" lvl="2" indent="-210312" defTabSz="91440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dirty="0">
                  <a:latin typeface="+mn-lt"/>
                </a:defRPr>
              </a:lvl3pPr>
              <a:lvl4pPr marL="594360" lvl="3" indent="-155448"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4pPr>
              <a:lvl5pPr marL="813816" lvl="4" indent="-146304" defTabSz="91440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dirty="0">
                  <a:latin typeface="+mn-lt"/>
                </a:defRPr>
              </a:lvl5pPr>
              <a:lvl6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6pPr>
              <a:lvl7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7pPr>
              <a:lvl8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8pPr>
              <a:lvl9pPr marL="1085850" indent="-171450" defTabSz="914400">
                <a:lnSpc>
                  <a:spcPct val="100000"/>
                </a:lnSpc>
                <a:spcBef>
                  <a:spcPts val="0"/>
                </a:spcBef>
                <a:spcAft>
                  <a:spcPts val="300"/>
                </a:spcAft>
                <a:buSzPct val="100000"/>
                <a:buFont typeface="Arial" panose="020B0604020202020204" pitchFamily="34" charset="0"/>
                <a:buChar char="▫"/>
                <a:defRPr sz="1600">
                  <a:latin typeface="+mn-lt"/>
                  <a:cs typeface="Arial" panose="020B0604020202020204" pitchFamily="34" charset="0"/>
                </a:defRPr>
              </a:lvl9pPr>
            </a:lstStyle>
            <a:p>
              <a:pPr marL="0" marR="0" lvl="0" indent="0" algn="l" defTabSz="914400" rtl="0" eaLnBrk="1" fontAlgn="base"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2000" b="1" i="0" u="none" strike="noStrike" kern="1200" cap="none" spc="0" normalizeH="0" baseline="0" noProof="0">
                  <a:ln>
                    <a:noFill/>
                  </a:ln>
                  <a:solidFill>
                    <a:srgbClr val="000000"/>
                  </a:solidFill>
                  <a:effectLst/>
                  <a:uLnTx/>
                  <a:uFillTx/>
                  <a:ea typeface="+mn-ea"/>
                  <a:cs typeface="Arial" panose="020B0604020202020204" pitchFamily="34" charset="0"/>
                </a:rPr>
                <a:t>Additional reminders</a:t>
              </a:r>
            </a:p>
          </p:txBody>
        </p:sp>
      </p:grpSp>
    </p:spTree>
    <p:extLst>
      <p:ext uri="{BB962C8B-B14F-4D97-AF65-F5344CB8AC3E}">
        <p14:creationId xmlns:p14="http://schemas.microsoft.com/office/powerpoint/2010/main" val="2405122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A4EAD6A7-E8B3-408F-95C9-8A6BA24459E6}"/>
              </a:ext>
            </a:extLst>
          </p:cNvPr>
          <p:cNvGraphicFramePr>
            <a:graphicFrameLocks noChangeAspect="1"/>
          </p:cNvGraphicFramePr>
          <p:nvPr>
            <p:custDataLst>
              <p:tags r:id="rId1"/>
            </p:custDataLst>
            <p:extLst>
              <p:ext uri="{D42A27DB-BD31-4B8C-83A1-F6EECF244321}">
                <p14:modId xmlns:p14="http://schemas.microsoft.com/office/powerpoint/2010/main" val="3214123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44" imgH="345" progId="TCLayout.ActiveDocument.1">
                  <p:embed/>
                </p:oleObj>
              </mc:Choice>
              <mc:Fallback>
                <p:oleObj name="think-cell Slide" r:id="rId25" imgW="344" imgH="345" progId="TCLayout.ActiveDocument.1">
                  <p:embed/>
                  <p:pic>
                    <p:nvPicPr>
                      <p:cNvPr id="5" name="Object 2" hidden="1">
                        <a:extLst>
                          <a:ext uri="{FF2B5EF4-FFF2-40B4-BE49-F238E27FC236}">
                            <a16:creationId xmlns:a16="http://schemas.microsoft.com/office/drawing/2014/main" id="{A4EAD6A7-E8B3-408F-95C9-8A6BA24459E6}"/>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CF1136EC-A093-4AF6-BEB5-6BAC54368F7F}"/>
              </a:ext>
            </a:extLst>
          </p:cNvPr>
          <p:cNvSpPr>
            <a:spLocks noGrp="1"/>
          </p:cNvSpPr>
          <p:nvPr>
            <p:ph type="title"/>
            <p:custDataLst>
              <p:tags r:id="rId2"/>
            </p:custDataLst>
          </p:nvPr>
        </p:nvSpPr>
        <p:spPr>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dirty="0"/>
              <a:t>How to redirect subjective statements back to evidence</a:t>
            </a:r>
            <a:r>
              <a:rPr lang="en-US"/>
              <a:t> during debrief</a:t>
            </a:r>
            <a:endParaRPr lang="en-US" dirty="0"/>
          </a:p>
        </p:txBody>
      </p:sp>
      <p:sp>
        <p:nvSpPr>
          <p:cNvPr id="31" name="Text Placeholder 30">
            <a:extLst>
              <a:ext uri="{FF2B5EF4-FFF2-40B4-BE49-F238E27FC236}">
                <a16:creationId xmlns:a16="http://schemas.microsoft.com/office/drawing/2014/main" id="{C248461E-7BB2-13D0-94C1-7E8172C8A8D7}"/>
              </a:ext>
            </a:extLst>
          </p:cNvPr>
          <p:cNvSpPr>
            <a:spLocks noGrp="1"/>
          </p:cNvSpPr>
          <p:nvPr>
            <p:ph type="body" sz="quarter" idx="18"/>
          </p:nvPr>
        </p:nvSpPr>
        <p:spPr/>
        <p:txBody>
          <a:bodyPr/>
          <a:lstStyle/>
          <a:p>
            <a:endParaRPr lang="en-US"/>
          </a:p>
        </p:txBody>
      </p:sp>
      <p:cxnSp>
        <p:nvCxnSpPr>
          <p:cNvPr id="25" name="Straight Connector 24">
            <a:extLst>
              <a:ext uri="{FF2B5EF4-FFF2-40B4-BE49-F238E27FC236}">
                <a16:creationId xmlns:a16="http://schemas.microsoft.com/office/drawing/2014/main" id="{AEAF0DA2-0572-297F-8E18-6BBD86FA0550}"/>
              </a:ext>
            </a:extLst>
          </p:cNvPr>
          <p:cNvCxnSpPr>
            <a:cxnSpLocks/>
          </p:cNvCxnSpPr>
          <p:nvPr>
            <p:custDataLst>
              <p:tags r:id="rId3"/>
            </p:custDataLst>
          </p:nvPr>
        </p:nvCxnSpPr>
        <p:spPr>
          <a:xfrm>
            <a:off x="554735" y="1989750"/>
            <a:ext cx="6967728" cy="0"/>
          </a:xfrm>
          <a:prstGeom prst="line">
            <a:avLst/>
          </a:prstGeom>
          <a:noFill/>
          <a:ln w="12700" cap="flat" cmpd="sng" algn="ctr">
            <a:solidFill>
              <a:srgbClr val="7F7F7F"/>
            </a:solidFill>
            <a:prstDash val="solid"/>
          </a:ln>
          <a:effectLst/>
        </p:spPr>
      </p:cxnSp>
      <p:sp>
        <p:nvSpPr>
          <p:cNvPr id="23" name="TextBox 22">
            <a:extLst>
              <a:ext uri="{FF2B5EF4-FFF2-40B4-BE49-F238E27FC236}">
                <a16:creationId xmlns:a16="http://schemas.microsoft.com/office/drawing/2014/main" id="{70A8E182-D47A-C7E8-F98D-FCF80314B7B4}"/>
              </a:ext>
            </a:extLst>
          </p:cNvPr>
          <p:cNvSpPr txBox="1">
            <a:spLocks/>
          </p:cNvSpPr>
          <p:nvPr>
            <p:custDataLst>
              <p:tags r:id="rId4"/>
            </p:custDataLst>
          </p:nvPr>
        </p:nvSpPr>
        <p:spPr>
          <a:xfrm>
            <a:off x="3510842" y="1694284"/>
            <a:ext cx="4011622" cy="295466"/>
          </a:xfrm>
          <a:prstGeom prst="rect">
            <a:avLst/>
          </a:prstGeom>
        </p:spPr>
        <p:txBody>
          <a:bodyPr vert="horz" wrap="square" lIns="0" tIns="0" rIns="0" bIns="18288" rtlCol="0" anchor="b">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800" b="1" i="0" u="none" strike="noStrike" kern="0" cap="none" spc="0" normalizeH="0" baseline="0" noProof="0">
                <a:ln>
                  <a:noFill/>
                </a:ln>
                <a:solidFill>
                  <a:srgbClr val="000000"/>
                </a:solidFill>
                <a:effectLst/>
                <a:uLnTx/>
                <a:uFillTx/>
                <a:ea typeface="+mn-ea"/>
                <a:cs typeface="+mn-cs"/>
              </a:rPr>
              <a:t>Example statement</a:t>
            </a:r>
          </a:p>
        </p:txBody>
      </p:sp>
      <p:sp>
        <p:nvSpPr>
          <p:cNvPr id="35" name="TextBox 34">
            <a:extLst>
              <a:ext uri="{FF2B5EF4-FFF2-40B4-BE49-F238E27FC236}">
                <a16:creationId xmlns:a16="http://schemas.microsoft.com/office/drawing/2014/main" id="{23F471E4-EE6D-AD53-3684-AB32BD54690A}"/>
              </a:ext>
            </a:extLst>
          </p:cNvPr>
          <p:cNvSpPr txBox="1">
            <a:spLocks/>
          </p:cNvSpPr>
          <p:nvPr>
            <p:custDataLst>
              <p:tags r:id="rId5"/>
            </p:custDataLst>
          </p:nvPr>
        </p:nvSpPr>
        <p:spPr>
          <a:xfrm>
            <a:off x="554736" y="1417286"/>
            <a:ext cx="2560423" cy="572464"/>
          </a:xfrm>
          <a:prstGeom prst="rect">
            <a:avLst/>
          </a:prstGeom>
        </p:spPr>
        <p:txBody>
          <a:bodyPr vert="horz" wrap="square" lIns="0" tIns="0" rIns="0" bIns="18288" rtlCol="0" anchor="b">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800" b="1" i="0" u="none" strike="noStrike" kern="0" cap="none" spc="0" normalizeH="0" baseline="0" noProof="0">
                <a:ln>
                  <a:noFill/>
                </a:ln>
                <a:solidFill>
                  <a:srgbClr val="000000"/>
                </a:solidFill>
                <a:effectLst/>
                <a:uLnTx/>
                <a:uFillTx/>
                <a:ea typeface="+mn-ea"/>
                <a:cs typeface="+mn-cs"/>
              </a:rPr>
              <a:t>Interviewer impression of candidate’s…</a:t>
            </a:r>
          </a:p>
        </p:txBody>
      </p:sp>
      <p:grpSp>
        <p:nvGrpSpPr>
          <p:cNvPr id="28" name="Group 27">
            <a:extLst>
              <a:ext uri="{FF2B5EF4-FFF2-40B4-BE49-F238E27FC236}">
                <a16:creationId xmlns:a16="http://schemas.microsoft.com/office/drawing/2014/main" id="{7FD2ED57-03FB-C0FE-DE19-E26FE6DAC61B}"/>
              </a:ext>
            </a:extLst>
          </p:cNvPr>
          <p:cNvGrpSpPr/>
          <p:nvPr/>
        </p:nvGrpSpPr>
        <p:grpSpPr>
          <a:xfrm>
            <a:off x="554735" y="5143105"/>
            <a:ext cx="6967729" cy="902568"/>
            <a:chOff x="554735" y="5143105"/>
            <a:chExt cx="6967729" cy="902568"/>
          </a:xfrm>
        </p:grpSpPr>
        <p:cxnSp>
          <p:nvCxnSpPr>
            <p:cNvPr id="33" name="Straight Connector 32">
              <a:extLst>
                <a:ext uri="{FF2B5EF4-FFF2-40B4-BE49-F238E27FC236}">
                  <a16:creationId xmlns:a16="http://schemas.microsoft.com/office/drawing/2014/main" id="{1570CDE2-704C-E9B7-507A-C0B2469B43CF}"/>
                </a:ext>
              </a:extLst>
            </p:cNvPr>
            <p:cNvCxnSpPr>
              <a:cxnSpLocks/>
            </p:cNvCxnSpPr>
            <p:nvPr>
              <p:custDataLst>
                <p:tags r:id="rId20"/>
              </p:custDataLst>
            </p:nvPr>
          </p:nvCxnSpPr>
          <p:spPr>
            <a:xfrm>
              <a:off x="554735" y="5143105"/>
              <a:ext cx="6967728" cy="0"/>
            </a:xfrm>
            <a:prstGeom prst="line">
              <a:avLst/>
            </a:prstGeom>
            <a:noFill/>
            <a:ln w="6350" cap="flat" cmpd="sng" algn="ctr">
              <a:solidFill>
                <a:srgbClr val="808080"/>
              </a:solidFill>
              <a:prstDash val="solid"/>
            </a:ln>
            <a:effectLst/>
          </p:spPr>
        </p:cxnSp>
        <p:grpSp>
          <p:nvGrpSpPr>
            <p:cNvPr id="21" name="Group 20">
              <a:extLst>
                <a:ext uri="{FF2B5EF4-FFF2-40B4-BE49-F238E27FC236}">
                  <a16:creationId xmlns:a16="http://schemas.microsoft.com/office/drawing/2014/main" id="{F24197CC-B086-C01A-6DB6-5F5734102C74}"/>
                </a:ext>
              </a:extLst>
            </p:cNvPr>
            <p:cNvGrpSpPr/>
            <p:nvPr/>
          </p:nvGrpSpPr>
          <p:grpSpPr>
            <a:xfrm>
              <a:off x="554736" y="5307009"/>
              <a:ext cx="6967728" cy="738664"/>
              <a:chOff x="554736" y="5307009"/>
              <a:chExt cx="6967728" cy="738664"/>
            </a:xfrm>
          </p:grpSpPr>
          <p:sp>
            <p:nvSpPr>
              <p:cNvPr id="40" name="TextBox 39">
                <a:extLst>
                  <a:ext uri="{FF2B5EF4-FFF2-40B4-BE49-F238E27FC236}">
                    <a16:creationId xmlns:a16="http://schemas.microsoft.com/office/drawing/2014/main" id="{0D158783-D8DD-2D23-F58E-179A8ABEA871}"/>
                  </a:ext>
                </a:extLst>
              </p:cNvPr>
              <p:cNvSpPr txBox="1">
                <a:spLocks/>
              </p:cNvSpPr>
              <p:nvPr>
                <p:custDataLst>
                  <p:tags r:id="rId21"/>
                </p:custDataLst>
              </p:nvPr>
            </p:nvSpPr>
            <p:spPr>
              <a:xfrm>
                <a:off x="3510842" y="5307009"/>
                <a:ext cx="4011622" cy="738664"/>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“They were very enthusiastic”</a:t>
                </a: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endParaRPr kumimoji="0" lang="en-US" sz="1600" b="0" i="0" u="none" strike="noStrike" kern="0" cap="none" spc="0" normalizeH="0" baseline="0" noProof="0">
                  <a:ln>
                    <a:noFill/>
                  </a:ln>
                  <a:solidFill>
                    <a:srgbClr val="000000"/>
                  </a:solidFill>
                  <a:effectLst/>
                  <a:uLnTx/>
                  <a:uFillTx/>
                  <a:ea typeface="+mn-ea"/>
                  <a:cs typeface="+mn-cs"/>
                </a:endParaRP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“They didn’t seem very excited”</a:t>
                </a:r>
              </a:p>
            </p:txBody>
          </p:sp>
          <p:sp>
            <p:nvSpPr>
              <p:cNvPr id="42" name="TextBox 41">
                <a:extLst>
                  <a:ext uri="{FF2B5EF4-FFF2-40B4-BE49-F238E27FC236}">
                    <a16:creationId xmlns:a16="http://schemas.microsoft.com/office/drawing/2014/main" id="{2F6C2B33-AA7B-B9C1-B091-4962A0AF4203}"/>
                  </a:ext>
                </a:extLst>
              </p:cNvPr>
              <p:cNvSpPr txBox="1">
                <a:spLocks/>
              </p:cNvSpPr>
              <p:nvPr>
                <p:custDataLst>
                  <p:tags r:id="rId22"/>
                </p:custDataLst>
              </p:nvPr>
            </p:nvSpPr>
            <p:spPr>
              <a:xfrm>
                <a:off x="554736" y="5307009"/>
                <a:ext cx="2560423" cy="246221"/>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1" i="0" u="none" strike="noStrike" kern="0" cap="none" spc="0" normalizeH="0" baseline="0" noProof="0">
                    <a:ln>
                      <a:noFill/>
                    </a:ln>
                    <a:solidFill>
                      <a:srgbClr val="000000"/>
                    </a:solidFill>
                    <a:effectLst/>
                    <a:uLnTx/>
                    <a:uFillTx/>
                    <a:ea typeface="+mn-ea"/>
                    <a:cs typeface="+mn-cs"/>
                  </a:rPr>
                  <a:t>Personality / energy</a:t>
                </a:r>
              </a:p>
            </p:txBody>
          </p:sp>
        </p:grpSp>
      </p:grpSp>
      <p:grpSp>
        <p:nvGrpSpPr>
          <p:cNvPr id="17" name="Group 16">
            <a:extLst>
              <a:ext uri="{FF2B5EF4-FFF2-40B4-BE49-F238E27FC236}">
                <a16:creationId xmlns:a16="http://schemas.microsoft.com/office/drawing/2014/main" id="{E1CE21DD-0712-4C32-79C8-E60BFF87CEDA}"/>
              </a:ext>
            </a:extLst>
          </p:cNvPr>
          <p:cNvGrpSpPr/>
          <p:nvPr/>
        </p:nvGrpSpPr>
        <p:grpSpPr>
          <a:xfrm>
            <a:off x="554736" y="2107583"/>
            <a:ext cx="6967728" cy="738664"/>
            <a:chOff x="554736" y="2107583"/>
            <a:chExt cx="6967728" cy="738664"/>
          </a:xfrm>
        </p:grpSpPr>
        <p:sp>
          <p:nvSpPr>
            <p:cNvPr id="47" name="TextBox 46">
              <a:extLst>
                <a:ext uri="{FF2B5EF4-FFF2-40B4-BE49-F238E27FC236}">
                  <a16:creationId xmlns:a16="http://schemas.microsoft.com/office/drawing/2014/main" id="{E948B7FE-92E4-A184-0635-CA2D0CA655D6}"/>
                </a:ext>
              </a:extLst>
            </p:cNvPr>
            <p:cNvSpPr txBox="1">
              <a:spLocks/>
            </p:cNvSpPr>
            <p:nvPr>
              <p:custDataLst>
                <p:tags r:id="rId18"/>
              </p:custDataLst>
            </p:nvPr>
          </p:nvSpPr>
          <p:spPr>
            <a:xfrm>
              <a:off x="3510842" y="2107583"/>
              <a:ext cx="4011622" cy="738664"/>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“They would succeed here”</a:t>
              </a: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endParaRPr kumimoji="0" lang="en-US" sz="1600" b="0" i="0" u="none" strike="noStrike" kern="0" cap="none" spc="0" normalizeH="0" baseline="0" noProof="0">
                <a:ln>
                  <a:noFill/>
                </a:ln>
                <a:solidFill>
                  <a:srgbClr val="000000"/>
                </a:solidFill>
                <a:effectLst/>
                <a:uLnTx/>
                <a:uFillTx/>
                <a:ea typeface="+mn-ea"/>
                <a:cs typeface="+mn-cs"/>
              </a:endParaRP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“I don’t think they’re a good fit”</a:t>
              </a:r>
            </a:p>
          </p:txBody>
        </p:sp>
        <p:sp>
          <p:nvSpPr>
            <p:cNvPr id="55" name="TextBox 54">
              <a:extLst>
                <a:ext uri="{FF2B5EF4-FFF2-40B4-BE49-F238E27FC236}">
                  <a16:creationId xmlns:a16="http://schemas.microsoft.com/office/drawing/2014/main" id="{DC8152E4-48C8-CF38-9C49-48D5162BECE0}"/>
                </a:ext>
              </a:extLst>
            </p:cNvPr>
            <p:cNvSpPr txBox="1">
              <a:spLocks/>
            </p:cNvSpPr>
            <p:nvPr>
              <p:custDataLst>
                <p:tags r:id="rId19"/>
              </p:custDataLst>
            </p:nvPr>
          </p:nvSpPr>
          <p:spPr>
            <a:xfrm>
              <a:off x="554736" y="2107583"/>
              <a:ext cx="2560423" cy="246221"/>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1" i="0" u="none" strike="noStrike" kern="0" cap="none" spc="0" normalizeH="0" baseline="0" noProof="0">
                  <a:ln>
                    <a:noFill/>
                  </a:ln>
                  <a:solidFill>
                    <a:srgbClr val="000000"/>
                  </a:solidFill>
                  <a:effectLst/>
                  <a:uLnTx/>
                  <a:uFillTx/>
                  <a:ea typeface="+mn-ea"/>
                  <a:cs typeface="+mn-cs"/>
                </a:rPr>
                <a:t>Fit</a:t>
              </a:r>
            </a:p>
          </p:txBody>
        </p:sp>
      </p:grpSp>
      <p:grpSp>
        <p:nvGrpSpPr>
          <p:cNvPr id="22" name="Group 21">
            <a:extLst>
              <a:ext uri="{FF2B5EF4-FFF2-40B4-BE49-F238E27FC236}">
                <a16:creationId xmlns:a16="http://schemas.microsoft.com/office/drawing/2014/main" id="{1F4B72C9-C9A9-401B-F1CA-0803CAC2AD65}"/>
              </a:ext>
            </a:extLst>
          </p:cNvPr>
          <p:cNvGrpSpPr/>
          <p:nvPr/>
        </p:nvGrpSpPr>
        <p:grpSpPr>
          <a:xfrm>
            <a:off x="554735" y="3010153"/>
            <a:ext cx="6967729" cy="902570"/>
            <a:chOff x="554735" y="3010153"/>
            <a:chExt cx="6967729" cy="902570"/>
          </a:xfrm>
        </p:grpSpPr>
        <p:cxnSp>
          <p:nvCxnSpPr>
            <p:cNvPr id="26" name="Straight Connector 25">
              <a:extLst>
                <a:ext uri="{FF2B5EF4-FFF2-40B4-BE49-F238E27FC236}">
                  <a16:creationId xmlns:a16="http://schemas.microsoft.com/office/drawing/2014/main" id="{75C1C95E-548F-DC62-9330-1F248F932FE5}"/>
                </a:ext>
              </a:extLst>
            </p:cNvPr>
            <p:cNvCxnSpPr>
              <a:cxnSpLocks/>
            </p:cNvCxnSpPr>
            <p:nvPr>
              <p:custDataLst>
                <p:tags r:id="rId15"/>
              </p:custDataLst>
            </p:nvPr>
          </p:nvCxnSpPr>
          <p:spPr>
            <a:xfrm>
              <a:off x="554735" y="3010153"/>
              <a:ext cx="6967728" cy="0"/>
            </a:xfrm>
            <a:prstGeom prst="line">
              <a:avLst/>
            </a:prstGeom>
            <a:noFill/>
            <a:ln w="6350" cap="flat" cmpd="sng" algn="ctr">
              <a:solidFill>
                <a:srgbClr val="808080"/>
              </a:solidFill>
              <a:prstDash val="solid"/>
            </a:ln>
            <a:effectLst/>
          </p:spPr>
        </p:cxnSp>
        <p:grpSp>
          <p:nvGrpSpPr>
            <p:cNvPr id="19" name="Group 18">
              <a:extLst>
                <a:ext uri="{FF2B5EF4-FFF2-40B4-BE49-F238E27FC236}">
                  <a16:creationId xmlns:a16="http://schemas.microsoft.com/office/drawing/2014/main" id="{28E4893F-D5C6-32B9-3630-39212DA1B0B7}"/>
                </a:ext>
              </a:extLst>
            </p:cNvPr>
            <p:cNvGrpSpPr/>
            <p:nvPr/>
          </p:nvGrpSpPr>
          <p:grpSpPr>
            <a:xfrm>
              <a:off x="554736" y="3174059"/>
              <a:ext cx="6967728" cy="738664"/>
              <a:chOff x="554736" y="3174059"/>
              <a:chExt cx="6967728" cy="738664"/>
            </a:xfrm>
          </p:grpSpPr>
          <p:sp>
            <p:nvSpPr>
              <p:cNvPr id="75" name="TextBox 74">
                <a:extLst>
                  <a:ext uri="{FF2B5EF4-FFF2-40B4-BE49-F238E27FC236}">
                    <a16:creationId xmlns:a16="http://schemas.microsoft.com/office/drawing/2014/main" id="{EB6CA633-17AB-D417-D48D-8F983D8E5513}"/>
                  </a:ext>
                </a:extLst>
              </p:cNvPr>
              <p:cNvSpPr txBox="1">
                <a:spLocks/>
              </p:cNvSpPr>
              <p:nvPr>
                <p:custDataLst>
                  <p:tags r:id="rId16"/>
                </p:custDataLst>
              </p:nvPr>
            </p:nvSpPr>
            <p:spPr>
              <a:xfrm>
                <a:off x="3510842" y="3174059"/>
                <a:ext cx="4011622" cy="738664"/>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“I’d want to have coffee with them”</a:t>
                </a: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endParaRPr kumimoji="0" lang="en-US" sz="1600" b="0" i="0" u="none" strike="noStrike" kern="0" cap="none" spc="0" normalizeH="0" baseline="0" noProof="0">
                  <a:ln>
                    <a:noFill/>
                  </a:ln>
                  <a:solidFill>
                    <a:srgbClr val="000000"/>
                  </a:solidFill>
                  <a:effectLst/>
                  <a:uLnTx/>
                  <a:uFillTx/>
                  <a:ea typeface="+mn-ea"/>
                  <a:cs typeface="+mn-cs"/>
                </a:endParaRP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“I wouldn’t want to work with them”</a:t>
                </a:r>
              </a:p>
            </p:txBody>
          </p:sp>
          <p:sp>
            <p:nvSpPr>
              <p:cNvPr id="77" name="TextBox 76">
                <a:extLst>
                  <a:ext uri="{FF2B5EF4-FFF2-40B4-BE49-F238E27FC236}">
                    <a16:creationId xmlns:a16="http://schemas.microsoft.com/office/drawing/2014/main" id="{4A59BAB9-A5DD-8117-6F51-18EFD06B9867}"/>
                  </a:ext>
                </a:extLst>
              </p:cNvPr>
              <p:cNvSpPr txBox="1">
                <a:spLocks/>
              </p:cNvSpPr>
              <p:nvPr>
                <p:custDataLst>
                  <p:tags r:id="rId17"/>
                </p:custDataLst>
              </p:nvPr>
            </p:nvSpPr>
            <p:spPr>
              <a:xfrm>
                <a:off x="554736" y="3174059"/>
                <a:ext cx="2560423" cy="246221"/>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1" i="0" u="none" strike="noStrike" kern="0" cap="none" spc="0" normalizeH="0" baseline="0" noProof="0">
                    <a:ln>
                      <a:noFill/>
                    </a:ln>
                    <a:solidFill>
                      <a:srgbClr val="000000"/>
                    </a:solidFill>
                    <a:effectLst/>
                    <a:uLnTx/>
                    <a:uFillTx/>
                    <a:ea typeface="+mn-ea"/>
                    <a:cs typeface="+mn-cs"/>
                  </a:rPr>
                  <a:t>Likeability</a:t>
                </a:r>
              </a:p>
            </p:txBody>
          </p:sp>
        </p:grpSp>
      </p:grpSp>
      <p:grpSp>
        <p:nvGrpSpPr>
          <p:cNvPr id="27" name="Group 26">
            <a:extLst>
              <a:ext uri="{FF2B5EF4-FFF2-40B4-BE49-F238E27FC236}">
                <a16:creationId xmlns:a16="http://schemas.microsoft.com/office/drawing/2014/main" id="{6946DC97-361B-C598-7B02-488CBD69F9F9}"/>
              </a:ext>
            </a:extLst>
          </p:cNvPr>
          <p:cNvGrpSpPr/>
          <p:nvPr/>
        </p:nvGrpSpPr>
        <p:grpSpPr>
          <a:xfrm>
            <a:off x="554735" y="4076629"/>
            <a:ext cx="6967729" cy="902570"/>
            <a:chOff x="554735" y="4076629"/>
            <a:chExt cx="6967729" cy="902570"/>
          </a:xfrm>
        </p:grpSpPr>
        <p:cxnSp>
          <p:nvCxnSpPr>
            <p:cNvPr id="32" name="Straight Connector 31">
              <a:extLst>
                <a:ext uri="{FF2B5EF4-FFF2-40B4-BE49-F238E27FC236}">
                  <a16:creationId xmlns:a16="http://schemas.microsoft.com/office/drawing/2014/main" id="{C62EACE7-113F-68BF-5CA9-323C8D1676EC}"/>
                </a:ext>
              </a:extLst>
            </p:cNvPr>
            <p:cNvCxnSpPr>
              <a:cxnSpLocks/>
            </p:cNvCxnSpPr>
            <p:nvPr>
              <p:custDataLst>
                <p:tags r:id="rId12"/>
              </p:custDataLst>
            </p:nvPr>
          </p:nvCxnSpPr>
          <p:spPr>
            <a:xfrm>
              <a:off x="554735" y="4076629"/>
              <a:ext cx="6967728" cy="0"/>
            </a:xfrm>
            <a:prstGeom prst="line">
              <a:avLst/>
            </a:prstGeom>
            <a:noFill/>
            <a:ln w="6350" cap="flat" cmpd="sng" algn="ctr">
              <a:solidFill>
                <a:srgbClr val="808080"/>
              </a:solidFill>
              <a:prstDash val="solid"/>
            </a:ln>
            <a:effectLst/>
          </p:spPr>
        </p:cxnSp>
        <p:grpSp>
          <p:nvGrpSpPr>
            <p:cNvPr id="20" name="Group 19">
              <a:extLst>
                <a:ext uri="{FF2B5EF4-FFF2-40B4-BE49-F238E27FC236}">
                  <a16:creationId xmlns:a16="http://schemas.microsoft.com/office/drawing/2014/main" id="{97DFA35D-F848-FEA5-737E-CD516DCCEC60}"/>
                </a:ext>
              </a:extLst>
            </p:cNvPr>
            <p:cNvGrpSpPr/>
            <p:nvPr/>
          </p:nvGrpSpPr>
          <p:grpSpPr>
            <a:xfrm>
              <a:off x="554736" y="4240535"/>
              <a:ext cx="6967728" cy="738664"/>
              <a:chOff x="554736" y="4240535"/>
              <a:chExt cx="6967728" cy="738664"/>
            </a:xfrm>
          </p:grpSpPr>
          <p:sp>
            <p:nvSpPr>
              <p:cNvPr id="82" name="TextBox 81">
                <a:extLst>
                  <a:ext uri="{FF2B5EF4-FFF2-40B4-BE49-F238E27FC236}">
                    <a16:creationId xmlns:a16="http://schemas.microsoft.com/office/drawing/2014/main" id="{4A96D04C-40AE-1803-F356-37C685C9D261}"/>
                  </a:ext>
                </a:extLst>
              </p:cNvPr>
              <p:cNvSpPr txBox="1">
                <a:spLocks/>
              </p:cNvSpPr>
              <p:nvPr>
                <p:custDataLst>
                  <p:tags r:id="rId13"/>
                </p:custDataLst>
              </p:nvPr>
            </p:nvSpPr>
            <p:spPr>
              <a:xfrm>
                <a:off x="3510842" y="4240535"/>
                <a:ext cx="4011622" cy="738664"/>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“They seemed composed and poised”</a:t>
                </a: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endParaRPr kumimoji="0" lang="en-US" sz="1600" b="0" i="0" u="none" strike="noStrike" kern="0" cap="none" spc="0" normalizeH="0" baseline="0" noProof="0">
                  <a:ln>
                    <a:noFill/>
                  </a:ln>
                  <a:solidFill>
                    <a:srgbClr val="000000"/>
                  </a:solidFill>
                  <a:effectLst/>
                  <a:uLnTx/>
                  <a:uFillTx/>
                  <a:ea typeface="+mn-ea"/>
                  <a:cs typeface="+mn-cs"/>
                </a:endParaRPr>
              </a:p>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0" i="0" u="none" strike="noStrike" kern="0" cap="none" spc="0" normalizeH="0" baseline="0" noProof="0">
                    <a:ln>
                      <a:noFill/>
                    </a:ln>
                    <a:solidFill>
                      <a:srgbClr val="000000"/>
                    </a:solidFill>
                    <a:effectLst/>
                    <a:uLnTx/>
                    <a:uFillTx/>
                    <a:ea typeface="+mn-ea"/>
                    <a:cs typeface="+mn-cs"/>
                  </a:rPr>
                  <a:t>“I could tell they were nervous”</a:t>
                </a:r>
              </a:p>
            </p:txBody>
          </p:sp>
          <p:sp>
            <p:nvSpPr>
              <p:cNvPr id="84" name="TextBox 83">
                <a:extLst>
                  <a:ext uri="{FF2B5EF4-FFF2-40B4-BE49-F238E27FC236}">
                    <a16:creationId xmlns:a16="http://schemas.microsoft.com/office/drawing/2014/main" id="{8BFB24CB-A989-B88C-12E9-37E125383A9E}"/>
                  </a:ext>
                </a:extLst>
              </p:cNvPr>
              <p:cNvSpPr txBox="1">
                <a:spLocks/>
              </p:cNvSpPr>
              <p:nvPr>
                <p:custDataLst>
                  <p:tags r:id="rId14"/>
                </p:custDataLst>
              </p:nvPr>
            </p:nvSpPr>
            <p:spPr>
              <a:xfrm>
                <a:off x="554736" y="4240535"/>
                <a:ext cx="2560423" cy="246221"/>
              </a:xfrm>
              <a:prstGeom prst="rect">
                <a:avLst/>
              </a:prstGeom>
            </p:spPr>
            <p:txBody>
              <a:bodyPr vert="horz" wrap="square" lIns="0" tIns="0" rIns="0" bIns="0" rtlCol="0" anchor="t">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1600" b="1" i="0" u="none" strike="noStrike" kern="0" cap="none" spc="0" normalizeH="0" baseline="0" noProof="0">
                    <a:ln>
                      <a:noFill/>
                    </a:ln>
                    <a:solidFill>
                      <a:srgbClr val="000000"/>
                    </a:solidFill>
                    <a:effectLst/>
                    <a:uLnTx/>
                    <a:uFillTx/>
                    <a:ea typeface="+mn-ea"/>
                    <a:cs typeface="+mn-cs"/>
                  </a:rPr>
                  <a:t>Confidence</a:t>
                </a:r>
              </a:p>
            </p:txBody>
          </p:sp>
        </p:grpSp>
      </p:grpSp>
      <p:grpSp>
        <p:nvGrpSpPr>
          <p:cNvPr id="30" name="Group 29">
            <a:extLst>
              <a:ext uri="{FF2B5EF4-FFF2-40B4-BE49-F238E27FC236}">
                <a16:creationId xmlns:a16="http://schemas.microsoft.com/office/drawing/2014/main" id="{DEE2ED46-2F5A-AC7B-E39B-72184FC47A0B}"/>
              </a:ext>
            </a:extLst>
          </p:cNvPr>
          <p:cNvGrpSpPr/>
          <p:nvPr/>
        </p:nvGrpSpPr>
        <p:grpSpPr>
          <a:xfrm>
            <a:off x="8230130" y="1663507"/>
            <a:ext cx="3574794" cy="3320743"/>
            <a:chOff x="8230130" y="1663507"/>
            <a:chExt cx="3574794" cy="3320743"/>
          </a:xfrm>
        </p:grpSpPr>
        <p:sp>
          <p:nvSpPr>
            <p:cNvPr id="24" name="TextBox 23">
              <a:extLst>
                <a:ext uri="{FF2B5EF4-FFF2-40B4-BE49-F238E27FC236}">
                  <a16:creationId xmlns:a16="http://schemas.microsoft.com/office/drawing/2014/main" id="{CBA303B8-2C02-2E7F-F547-C40C859721A3}"/>
                </a:ext>
              </a:extLst>
            </p:cNvPr>
            <p:cNvSpPr txBox="1">
              <a:spLocks/>
            </p:cNvSpPr>
            <p:nvPr>
              <p:custDataLst>
                <p:tags r:id="rId6"/>
              </p:custDataLst>
            </p:nvPr>
          </p:nvSpPr>
          <p:spPr>
            <a:xfrm>
              <a:off x="8230130" y="1663507"/>
              <a:ext cx="3574793" cy="326243"/>
            </a:xfrm>
            <a:prstGeom prst="rect">
              <a:avLst/>
            </a:prstGeom>
          </p:spPr>
          <p:txBody>
            <a:bodyPr vert="horz" wrap="square" lIns="0" tIns="0" rIns="0" bIns="18288" rtlCol="0" anchor="b">
              <a:spAutoFit/>
            </a:bodyPr>
            <a:lstStyle>
              <a:lvl1pPr lvl="0" indent="0" defTabSz="1218026" fontAlgn="base">
                <a:spcBef>
                  <a:spcPct val="0"/>
                </a:spcBef>
                <a:spcAft>
                  <a:spcPct val="0"/>
                </a:spcAft>
                <a:buClr>
                  <a:schemeClr val="tx2"/>
                </a:buClr>
                <a:buSzPct val="100000"/>
                <a:defRPr lang="x-none" sz="1600" baseline="0"/>
              </a:lvl1pPr>
              <a:lvl2pPr marL="192024" lvl="1" indent="-192024"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17513" lvl="2" indent="-225425"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775" lvl="3" indent="-203200" defTabSz="1218026" fontAlgn="base">
                <a:spcBef>
                  <a:spcPct val="0"/>
                </a:spcBef>
                <a:spcAft>
                  <a:spcPct val="0"/>
                </a:spcAft>
                <a:buClr>
                  <a:schemeClr val="tx2"/>
                </a:buClr>
                <a:buSzPct val="100000"/>
                <a:buFont typeface="Avenir LT Pro 45 Book" panose="020B0502020203020204" pitchFamily="34" charset="0"/>
                <a:buChar char="–"/>
                <a:defRPr lang="x-none" sz="1600" baseline="0"/>
              </a:lvl4pPr>
              <a:lvl5pPr marL="779463" lvl="4" indent="-166688" defTabSz="1218026" fontAlgn="base">
                <a:spcBef>
                  <a:spcPct val="0"/>
                </a:spcBef>
                <a:spcAft>
                  <a:spcPct val="0"/>
                </a:spcAft>
                <a:buClr>
                  <a:schemeClr val="tx2"/>
                </a:buClr>
                <a:buSzPct val="89000"/>
                <a:buFont typeface="Arial"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marL="0" marR="0" lvl="0" indent="0" algn="l" defTabSz="1218026" rtl="0" eaLnBrk="1" fontAlgn="base" latinLnBrk="0" hangingPunct="1">
                <a:lnSpc>
                  <a:spcPct val="100000"/>
                </a:lnSpc>
                <a:spcBef>
                  <a:spcPct val="0"/>
                </a:spcBef>
                <a:spcAft>
                  <a:spcPct val="0"/>
                </a:spcAft>
                <a:buClr>
                  <a:srgbClr val="EF411E"/>
                </a:buClr>
                <a:buSzPct val="100000"/>
                <a:buFontTx/>
                <a:buNone/>
                <a:tabLst/>
                <a:defRPr/>
              </a:pPr>
              <a:r>
                <a:rPr kumimoji="0" lang="en-US" sz="2000" b="1" i="0" u="none" strike="noStrike" kern="0" cap="none" spc="0" normalizeH="0" baseline="0" noProof="0">
                  <a:ln>
                    <a:noFill/>
                  </a:ln>
                  <a:solidFill>
                    <a:srgbClr val="000000"/>
                  </a:solidFill>
                  <a:effectLst/>
                  <a:uLnTx/>
                  <a:uFillTx/>
                  <a:ea typeface="+mn-ea"/>
                  <a:cs typeface="+mn-cs"/>
                </a:rPr>
                <a:t>Redirect back to…</a:t>
              </a:r>
            </a:p>
          </p:txBody>
        </p:sp>
        <p:cxnSp>
          <p:nvCxnSpPr>
            <p:cNvPr id="90" name="Straight Connector 89">
              <a:extLst>
                <a:ext uri="{FF2B5EF4-FFF2-40B4-BE49-F238E27FC236}">
                  <a16:creationId xmlns:a16="http://schemas.microsoft.com/office/drawing/2014/main" id="{A757F294-45EF-A6E9-F11B-6A3480617723}"/>
                </a:ext>
              </a:extLst>
            </p:cNvPr>
            <p:cNvCxnSpPr>
              <a:cxnSpLocks/>
            </p:cNvCxnSpPr>
            <p:nvPr>
              <p:custDataLst>
                <p:tags r:id="rId7"/>
              </p:custDataLst>
            </p:nvPr>
          </p:nvCxnSpPr>
          <p:spPr>
            <a:xfrm>
              <a:off x="8230130" y="1989750"/>
              <a:ext cx="3574793" cy="0"/>
            </a:xfrm>
            <a:prstGeom prst="line">
              <a:avLst/>
            </a:prstGeom>
            <a:noFill/>
            <a:ln w="12700" cap="flat" cmpd="sng" algn="ctr">
              <a:solidFill>
                <a:srgbClr val="7F7F7F"/>
              </a:solidFill>
              <a:prstDash val="solid"/>
            </a:ln>
            <a:effectLst/>
          </p:spPr>
        </p:cxnSp>
        <p:sp>
          <p:nvSpPr>
            <p:cNvPr id="9" name="TextBox 8">
              <a:extLst>
                <a:ext uri="{FF2B5EF4-FFF2-40B4-BE49-F238E27FC236}">
                  <a16:creationId xmlns:a16="http://schemas.microsoft.com/office/drawing/2014/main" id="{3CCD9347-CCDE-10AA-2332-08305622B191}"/>
                </a:ext>
              </a:extLst>
            </p:cNvPr>
            <p:cNvSpPr txBox="1"/>
            <p:nvPr/>
          </p:nvSpPr>
          <p:spPr>
            <a:xfrm>
              <a:off x="8230131" y="2107583"/>
              <a:ext cx="3574793" cy="27699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1" i="0" u="none" strike="noStrike" kern="1200" cap="none" spc="0" normalizeH="0" baseline="0" noProof="0" dirty="0">
                  <a:ln>
                    <a:noFill/>
                  </a:ln>
                  <a:solidFill>
                    <a:srgbClr val="000000"/>
                  </a:solidFill>
                  <a:effectLst/>
                  <a:uLnTx/>
                  <a:uFillTx/>
                  <a:ea typeface="+mn-ea"/>
                  <a:cs typeface="Arial" panose="020B0604020202020204" pitchFamily="34" charset="0"/>
                  <a:sym typeface=""/>
                </a:rPr>
                <a:t>Competencies </a:t>
              </a:r>
            </a:p>
          </p:txBody>
        </p:sp>
        <p:grpSp>
          <p:nvGrpSpPr>
            <p:cNvPr id="7" name="QuotationMarksBlue 7">
              <a:extLst>
                <a:ext uri="{FF2B5EF4-FFF2-40B4-BE49-F238E27FC236}">
                  <a16:creationId xmlns:a16="http://schemas.microsoft.com/office/drawing/2014/main" id="{7C5CE867-25A2-54CC-3A42-272F09331D32}"/>
                </a:ext>
              </a:extLst>
            </p:cNvPr>
            <p:cNvGrpSpPr>
              <a:grpSpLocks noChangeAspect="1"/>
            </p:cNvGrpSpPr>
            <p:nvPr>
              <p:custDataLst>
                <p:tags r:id="rId8"/>
              </p:custDataLst>
            </p:nvPr>
          </p:nvGrpSpPr>
          <p:grpSpPr>
            <a:xfrm>
              <a:off x="8230130" y="2478945"/>
              <a:ext cx="396228" cy="396228"/>
              <a:chOff x="1016000" y="1016000"/>
              <a:chExt cx="396228" cy="396228"/>
            </a:xfrm>
          </p:grpSpPr>
          <p:sp>
            <p:nvSpPr>
              <p:cNvPr id="3" name="Oval 2">
                <a:extLst>
                  <a:ext uri="{FF2B5EF4-FFF2-40B4-BE49-F238E27FC236}">
                    <a16:creationId xmlns:a16="http://schemas.microsoft.com/office/drawing/2014/main" id="{A8EDCA85-6A28-CF19-0E25-E4B8104DD1F7}"/>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6" name="Graphic 5">
                <a:extLst>
                  <a:ext uri="{FF2B5EF4-FFF2-40B4-BE49-F238E27FC236}">
                    <a16:creationId xmlns:a16="http://schemas.microsoft.com/office/drawing/2014/main" id="{F93136DE-0C64-43AA-1562-CCA65C3BAFE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sp>
          <p:nvSpPr>
            <p:cNvPr id="10" name="TextBox 9">
              <a:extLst>
                <a:ext uri="{FF2B5EF4-FFF2-40B4-BE49-F238E27FC236}">
                  <a16:creationId xmlns:a16="http://schemas.microsoft.com/office/drawing/2014/main" id="{B90313AB-7EA5-A184-7A34-799493CFD131}"/>
                </a:ext>
              </a:extLst>
            </p:cNvPr>
            <p:cNvSpPr txBox="1"/>
            <p:nvPr/>
          </p:nvSpPr>
          <p:spPr>
            <a:xfrm>
              <a:off x="8738315" y="2478945"/>
              <a:ext cx="3066609" cy="4924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b="0" i="1" u="none" strike="noStrike" kern="1200" cap="none" spc="0" normalizeH="0" baseline="0" noProof="0">
                  <a:ln>
                    <a:noFill/>
                  </a:ln>
                  <a:solidFill>
                    <a:srgbClr val="000000"/>
                  </a:solidFill>
                  <a:effectLst/>
                  <a:uLnTx/>
                  <a:uFillTx/>
                  <a:ea typeface="+mn-ea"/>
                  <a:cs typeface="Arial" panose="020B0604020202020204" pitchFamily="34" charset="0"/>
                  <a:sym typeface=""/>
                </a:rPr>
                <a:t>What did they say that showcased X </a:t>
              </a:r>
              <a:r>
                <a:rPr lang="en-US" i="1">
                  <a:solidFill>
                    <a:srgbClr val="000000"/>
                  </a:solidFill>
                  <a:sym typeface=""/>
                </a:rPr>
                <a:t>competency</a:t>
              </a:r>
              <a:r>
                <a:rPr kumimoji="0" lang="en-US" b="0" i="1" u="none" strike="noStrike" kern="1200" cap="none" spc="0" normalizeH="0" baseline="0" noProof="0">
                  <a:ln>
                    <a:noFill/>
                  </a:ln>
                  <a:solidFill>
                    <a:srgbClr val="000000"/>
                  </a:solidFill>
                  <a:effectLst/>
                  <a:uLnTx/>
                  <a:uFillTx/>
                  <a:ea typeface="+mn-ea"/>
                  <a:cs typeface="Arial" panose="020B0604020202020204" pitchFamily="34" charset="0"/>
                  <a:sym typeface=""/>
                </a:rPr>
                <a:t>?</a:t>
              </a:r>
            </a:p>
          </p:txBody>
        </p:sp>
        <p:sp>
          <p:nvSpPr>
            <p:cNvPr id="11" name="TextBox 10">
              <a:extLst>
                <a:ext uri="{FF2B5EF4-FFF2-40B4-BE49-F238E27FC236}">
                  <a16:creationId xmlns:a16="http://schemas.microsoft.com/office/drawing/2014/main" id="{989294F3-65E2-E905-585F-D6AD17000D97}"/>
                </a:ext>
              </a:extLst>
            </p:cNvPr>
            <p:cNvSpPr txBox="1"/>
            <p:nvPr/>
          </p:nvSpPr>
          <p:spPr>
            <a:xfrm>
              <a:off x="8230131" y="3381782"/>
              <a:ext cx="3574793" cy="27699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EF411E"/>
                </a:buClr>
                <a:buSzPct val="100000"/>
                <a:buFont typeface="Segoe UI" panose="020B0502040204020203" pitchFamily="34" charset="0"/>
                <a:buChar char="​"/>
                <a:tabLst/>
                <a:defRPr/>
              </a:pPr>
              <a:r>
                <a:rPr kumimoji="0" lang="en-US" sz="1800" b="1" i="0" u="none" strike="noStrike" kern="1200" cap="none" spc="0" normalizeH="0" baseline="0" noProof="0">
                  <a:ln>
                    <a:noFill/>
                  </a:ln>
                  <a:solidFill>
                    <a:srgbClr val="000000"/>
                  </a:solidFill>
                  <a:effectLst/>
                  <a:uLnTx/>
                  <a:uFillTx/>
                  <a:ea typeface="+mn-ea"/>
                  <a:cs typeface="Arial" panose="020B0604020202020204" pitchFamily="34" charset="0"/>
                  <a:sym typeface=""/>
                </a:rPr>
                <a:t>Specific experiences</a:t>
              </a:r>
            </a:p>
          </p:txBody>
        </p:sp>
        <p:sp>
          <p:nvSpPr>
            <p:cNvPr id="12" name="TextBox 11">
              <a:extLst>
                <a:ext uri="{FF2B5EF4-FFF2-40B4-BE49-F238E27FC236}">
                  <a16:creationId xmlns:a16="http://schemas.microsoft.com/office/drawing/2014/main" id="{83C0A463-B7C8-115C-64AB-9A4C5F6EFEFF}"/>
                </a:ext>
              </a:extLst>
            </p:cNvPr>
            <p:cNvSpPr txBox="1"/>
            <p:nvPr/>
          </p:nvSpPr>
          <p:spPr>
            <a:xfrm>
              <a:off x="8738315" y="3753144"/>
              <a:ext cx="3066609" cy="12311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accent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EF411E"/>
                </a:buClr>
                <a:buSzPct val="100000"/>
                <a:buFont typeface="Segoe UI" panose="020B0502040204020203" pitchFamily="34" charset="0"/>
                <a:buChar char="​"/>
                <a:tabLst/>
                <a:defRPr/>
              </a:pPr>
              <a:r>
                <a:rPr kumimoji="0" lang="en-US" b="0" i="1" u="none" strike="noStrike" kern="1200" cap="none" spc="0" normalizeH="0" baseline="0" noProof="0">
                  <a:ln>
                    <a:noFill/>
                  </a:ln>
                  <a:solidFill>
                    <a:srgbClr val="000000"/>
                  </a:solidFill>
                  <a:effectLst/>
                  <a:uLnTx/>
                  <a:uFillTx/>
                  <a:sym typeface=""/>
                </a:rPr>
                <a:t>Let’s not assume what the candidate was thinking or feeling</a:t>
              </a:r>
              <a:endParaRPr lang="en-US" i="1">
                <a:solidFill>
                  <a:srgbClr val="000000"/>
                </a:solidFill>
                <a:sym typeface=""/>
              </a:endParaRPr>
            </a:p>
            <a:p>
              <a:pPr marL="0" marR="0" lvl="0" indent="0" algn="l" defTabSz="914400" rtl="0" eaLnBrk="1" fontAlgn="auto" latinLnBrk="0" hangingPunct="1">
                <a:lnSpc>
                  <a:spcPct val="100000"/>
                </a:lnSpc>
                <a:spcBef>
                  <a:spcPts val="0"/>
                </a:spcBef>
                <a:spcAft>
                  <a:spcPts val="0"/>
                </a:spcAft>
                <a:buClr>
                  <a:srgbClr val="EF411E"/>
                </a:buClr>
                <a:buSzPct val="100000"/>
                <a:buFont typeface="Segoe UI" panose="020B0502040204020203" pitchFamily="34" charset="0"/>
                <a:buChar char="​"/>
                <a:tabLst/>
                <a:defRPr/>
              </a:pPr>
              <a:endParaRPr kumimoji="0" lang="en-US" b="0" i="1" u="none" strike="noStrike" kern="1200" cap="none" spc="0" normalizeH="0" baseline="0" noProof="0">
                <a:ln>
                  <a:noFill/>
                </a:ln>
                <a:solidFill>
                  <a:srgbClr val="000000"/>
                </a:solidFill>
                <a:effectLst/>
                <a:uLnTx/>
                <a:uFillTx/>
                <a:sym typeface=""/>
              </a:endParaRPr>
            </a:p>
            <a:p>
              <a:pPr marL="0" marR="0" lvl="0" indent="0" algn="l" defTabSz="914400" rtl="0" eaLnBrk="1" fontAlgn="auto" latinLnBrk="0" hangingPunct="1">
                <a:lnSpc>
                  <a:spcPct val="100000"/>
                </a:lnSpc>
                <a:spcBef>
                  <a:spcPts val="0"/>
                </a:spcBef>
                <a:spcAft>
                  <a:spcPts val="0"/>
                </a:spcAft>
                <a:buClr>
                  <a:srgbClr val="EF411E"/>
                </a:buClr>
                <a:buSzPct val="100000"/>
                <a:buNone/>
                <a:tabLst/>
                <a:defRPr/>
              </a:pPr>
              <a:r>
                <a:rPr kumimoji="0" lang="en-US" b="0" i="1" u="none" strike="noStrike" kern="1200" cap="none" spc="0" normalizeH="0" baseline="0" noProof="0">
                  <a:ln>
                    <a:noFill/>
                  </a:ln>
                  <a:solidFill>
                    <a:srgbClr val="000000"/>
                  </a:solidFill>
                  <a:effectLst/>
                  <a:uLnTx/>
                  <a:uFillTx/>
                  <a:sym typeface=""/>
                </a:rPr>
                <a:t>Can you offer specific things they did that indicate their skill level?</a:t>
              </a:r>
            </a:p>
          </p:txBody>
        </p:sp>
        <p:grpSp>
          <p:nvGrpSpPr>
            <p:cNvPr id="13" name="QuotationMarksBlue 7">
              <a:extLst>
                <a:ext uri="{FF2B5EF4-FFF2-40B4-BE49-F238E27FC236}">
                  <a16:creationId xmlns:a16="http://schemas.microsoft.com/office/drawing/2014/main" id="{C55EF74D-2FA3-87AE-4DFE-548FA66DCBDA}"/>
                </a:ext>
              </a:extLst>
            </p:cNvPr>
            <p:cNvGrpSpPr>
              <a:grpSpLocks noChangeAspect="1"/>
            </p:cNvGrpSpPr>
            <p:nvPr>
              <p:custDataLst>
                <p:tags r:id="rId9"/>
              </p:custDataLst>
            </p:nvPr>
          </p:nvGrpSpPr>
          <p:grpSpPr>
            <a:xfrm>
              <a:off x="8230130" y="3753144"/>
              <a:ext cx="396228" cy="396228"/>
              <a:chOff x="1016000" y="1016000"/>
              <a:chExt cx="396228" cy="396228"/>
            </a:xfrm>
          </p:grpSpPr>
          <p:sp>
            <p:nvSpPr>
              <p:cNvPr id="14" name="Oval 13">
                <a:extLst>
                  <a:ext uri="{FF2B5EF4-FFF2-40B4-BE49-F238E27FC236}">
                    <a16:creationId xmlns:a16="http://schemas.microsoft.com/office/drawing/2014/main" id="{D9EA3CD6-B0F7-8523-E1D1-26E7CEF66C64}"/>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15" name="Graphic 14">
                <a:extLst>
                  <a:ext uri="{FF2B5EF4-FFF2-40B4-BE49-F238E27FC236}">
                    <a16:creationId xmlns:a16="http://schemas.microsoft.com/office/drawing/2014/main" id="{7B17ABD7-45FD-F722-508A-AD2F61FF57E3}"/>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cxnSp>
          <p:nvCxnSpPr>
            <p:cNvPr id="18" name="Straight Connector 17">
              <a:extLst>
                <a:ext uri="{FF2B5EF4-FFF2-40B4-BE49-F238E27FC236}">
                  <a16:creationId xmlns:a16="http://schemas.microsoft.com/office/drawing/2014/main" id="{E828BE23-F564-5EF9-CDB6-7FFFCD80F4A1}"/>
                </a:ext>
              </a:extLst>
            </p:cNvPr>
            <p:cNvCxnSpPr>
              <a:cxnSpLocks/>
            </p:cNvCxnSpPr>
            <p:nvPr>
              <p:custDataLst>
                <p:tags r:id="rId10"/>
              </p:custDataLst>
            </p:nvPr>
          </p:nvCxnSpPr>
          <p:spPr>
            <a:xfrm>
              <a:off x="8230130" y="3287419"/>
              <a:ext cx="3574794" cy="0"/>
            </a:xfrm>
            <a:prstGeom prst="line">
              <a:avLst/>
            </a:prstGeom>
            <a:noFill/>
            <a:ln w="6350" cap="flat" cmpd="sng" algn="ctr">
              <a:solidFill>
                <a:srgbClr val="808080"/>
              </a:solidFill>
              <a:prstDash val="solid"/>
            </a:ln>
            <a:effectLst/>
          </p:spPr>
        </p:cxnSp>
        <p:grpSp>
          <p:nvGrpSpPr>
            <p:cNvPr id="4" name="QuotationMarksBlue 7">
              <a:extLst>
                <a:ext uri="{FF2B5EF4-FFF2-40B4-BE49-F238E27FC236}">
                  <a16:creationId xmlns:a16="http://schemas.microsoft.com/office/drawing/2014/main" id="{B64E008F-7112-1523-BC0F-CEE1F8A34EED}"/>
                </a:ext>
              </a:extLst>
            </p:cNvPr>
            <p:cNvGrpSpPr>
              <a:grpSpLocks noChangeAspect="1"/>
            </p:cNvGrpSpPr>
            <p:nvPr>
              <p:custDataLst>
                <p:tags r:id="rId11"/>
              </p:custDataLst>
            </p:nvPr>
          </p:nvGrpSpPr>
          <p:grpSpPr>
            <a:xfrm>
              <a:off x="8230130" y="4491808"/>
              <a:ext cx="396228" cy="396228"/>
              <a:chOff x="1016000" y="1016000"/>
              <a:chExt cx="396228" cy="396228"/>
            </a:xfrm>
          </p:grpSpPr>
          <p:sp>
            <p:nvSpPr>
              <p:cNvPr id="8" name="Oval 7">
                <a:extLst>
                  <a:ext uri="{FF2B5EF4-FFF2-40B4-BE49-F238E27FC236}">
                    <a16:creationId xmlns:a16="http://schemas.microsoft.com/office/drawing/2014/main" id="{4F75D90D-1724-B166-4B62-481E24A4C347}"/>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16" name="Graphic 15">
                <a:extLst>
                  <a:ext uri="{FF2B5EF4-FFF2-40B4-BE49-F238E27FC236}">
                    <a16:creationId xmlns:a16="http://schemas.microsoft.com/office/drawing/2014/main" id="{E8213914-FD52-80C7-3A83-A1E000D5FAC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spTree>
    <p:extLst>
      <p:ext uri="{BB962C8B-B14F-4D97-AF65-F5344CB8AC3E}">
        <p14:creationId xmlns:p14="http://schemas.microsoft.com/office/powerpoint/2010/main" val="18911154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EMPLATELASTEDITED" val="2024-05-30 01:34 PM"/>
  <p:tag name="THINKCELLPRESENTATIONDONOTDELETE" val="&lt;?xml version=&quot;1.0&quot; encoding=&quot;UTF-16&quot; standalone=&quot;yes&quot;?&gt;&lt;root reqver=&quot;28224&quot;&gt;&lt;version val=&quot;3555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ICONENCLOSURE" val="Fals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Grid"/>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NAME" val="Moon"/>
</p:tagLst>
</file>

<file path=ppt/tags/tag125.xml><?xml version="1.0" encoding="utf-8"?>
<p:tagLst xmlns:a="http://schemas.openxmlformats.org/drawingml/2006/main" xmlns:r="http://schemas.openxmlformats.org/officeDocument/2006/relationships" xmlns:p="http://schemas.openxmlformats.org/presentationml/2006/main">
  <p:tag name="NAME" val="Moon"/>
</p:tagLst>
</file>

<file path=ppt/tags/tag126.xml><?xml version="1.0" encoding="utf-8"?>
<p:tagLst xmlns:a="http://schemas.openxmlformats.org/drawingml/2006/main" xmlns:r="http://schemas.openxmlformats.org/officeDocument/2006/relationships" xmlns:p="http://schemas.openxmlformats.org/presentationml/2006/main">
  <p:tag name="NAME" val="Moon"/>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ANGLE" val="5"/>
</p:tagLst>
</file>

<file path=ppt/tags/tag130.xml><?xml version="1.0" encoding="utf-8"?>
<p:tagLst xmlns:a="http://schemas.openxmlformats.org/drawingml/2006/main" xmlns:r="http://schemas.openxmlformats.org/officeDocument/2006/relationships" xmlns:p="http://schemas.openxmlformats.org/presentationml/2006/main">
  <p:tag name="ANGLE" val="5"/>
</p:tagLst>
</file>

<file path=ppt/tags/tag131.xml><?xml version="1.0" encoding="utf-8"?>
<p:tagLst xmlns:a="http://schemas.openxmlformats.org/drawingml/2006/main" xmlns:r="http://schemas.openxmlformats.org/officeDocument/2006/relationships" xmlns:p="http://schemas.openxmlformats.org/presentationml/2006/main">
  <p:tag name="ANGLE" val="4"/>
</p:tagLst>
</file>

<file path=ppt/tags/tag132.xml><?xml version="1.0" encoding="utf-8"?>
<p:tagLst xmlns:a="http://schemas.openxmlformats.org/drawingml/2006/main" xmlns:r="http://schemas.openxmlformats.org/officeDocument/2006/relationships" xmlns:p="http://schemas.openxmlformats.org/presentationml/2006/main">
  <p:tag name="ANGLE" val="4"/>
</p:tagLst>
</file>

<file path=ppt/tags/tag133.xml><?xml version="1.0" encoding="utf-8"?>
<p:tagLst xmlns:a="http://schemas.openxmlformats.org/drawingml/2006/main" xmlns:r="http://schemas.openxmlformats.org/officeDocument/2006/relationships" xmlns:p="http://schemas.openxmlformats.org/presentationml/2006/main">
  <p:tag name="ANGLE" val="3"/>
</p:tagLst>
</file>

<file path=ppt/tags/tag134.xml><?xml version="1.0" encoding="utf-8"?>
<p:tagLst xmlns:a="http://schemas.openxmlformats.org/drawingml/2006/main" xmlns:r="http://schemas.openxmlformats.org/officeDocument/2006/relationships" xmlns:p="http://schemas.openxmlformats.org/presentationml/2006/main">
  <p:tag name="ANGLE" val="3"/>
</p:tagLst>
</file>

<file path=ppt/tags/tag135.xml><?xml version="1.0" encoding="utf-8"?>
<p:tagLst xmlns:a="http://schemas.openxmlformats.org/drawingml/2006/main" xmlns:r="http://schemas.openxmlformats.org/officeDocument/2006/relationships" xmlns:p="http://schemas.openxmlformats.org/presentationml/2006/main">
  <p:tag name="ANGLE" val="2"/>
</p:tagLst>
</file>

<file path=ppt/tags/tag136.xml><?xml version="1.0" encoding="utf-8"?>
<p:tagLst xmlns:a="http://schemas.openxmlformats.org/drawingml/2006/main" xmlns:r="http://schemas.openxmlformats.org/officeDocument/2006/relationships" xmlns:p="http://schemas.openxmlformats.org/presentationml/2006/main">
  <p:tag name="ANGLE" val="2"/>
</p:tagLst>
</file>

<file path=ppt/tags/tag137.xml><?xml version="1.0" encoding="utf-8"?>
<p:tagLst xmlns:a="http://schemas.openxmlformats.org/drawingml/2006/main" xmlns:r="http://schemas.openxmlformats.org/officeDocument/2006/relationships" xmlns:p="http://schemas.openxmlformats.org/presentationml/2006/main">
  <p:tag name="ANGLE" val="1"/>
</p:tagLst>
</file>

<file path=ppt/tags/tag138.xml><?xml version="1.0" encoding="utf-8"?>
<p:tagLst xmlns:a="http://schemas.openxmlformats.org/drawingml/2006/main" xmlns:r="http://schemas.openxmlformats.org/officeDocument/2006/relationships" xmlns:p="http://schemas.openxmlformats.org/presentationml/2006/main">
  <p:tag name="ANGLE" val="1"/>
</p:tagLst>
</file>

<file path=ppt/tags/tag139.xml><?xml version="1.0" encoding="utf-8"?>
<p:tagLst xmlns:a="http://schemas.openxmlformats.org/drawingml/2006/main" xmlns:r="http://schemas.openxmlformats.org/officeDocument/2006/relationships" xmlns:p="http://schemas.openxmlformats.org/presentationml/2006/main">
  <p:tag name="BACKGROUNDCOLOR" val="med"/>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4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4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44.xml><?xml version="1.0" encoding="utf-8"?>
<p:tagLst xmlns:a="http://schemas.openxmlformats.org/drawingml/2006/main" xmlns:r="http://schemas.openxmlformats.org/officeDocument/2006/relationships" xmlns:p="http://schemas.openxmlformats.org/presentationml/2006/main">
  <p:tag name="SHAPENAME" val="Subtitle"/>
</p:tagLst>
</file>

<file path=ppt/tags/tag145.xml><?xml version="1.0" encoding="utf-8"?>
<p:tagLst xmlns:a="http://schemas.openxmlformats.org/drawingml/2006/main" xmlns:r="http://schemas.openxmlformats.org/officeDocument/2006/relationships" xmlns:p="http://schemas.openxmlformats.org/presentationml/2006/main">
  <p:tag name="SHAPENAME" val="Title"/>
</p:tagLst>
</file>

<file path=ppt/tags/tag14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7.xml><?xml version="1.0" encoding="utf-8"?>
<p:tagLst xmlns:a="http://schemas.openxmlformats.org/drawingml/2006/main" xmlns:r="http://schemas.openxmlformats.org/officeDocument/2006/relationships" xmlns:p="http://schemas.openxmlformats.org/presentationml/2006/main">
  <p:tag name="NAME" val="_new_logoimag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5. Sourc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7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19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9.xml><?xml version="1.0" encoding="utf-8"?>
<p:tagLst xmlns:a="http://schemas.openxmlformats.org/drawingml/2006/main" xmlns:r="http://schemas.openxmlformats.org/officeDocument/2006/relationships" xmlns:p="http://schemas.openxmlformats.org/presentationml/2006/main">
  <p:tag name="SHAPENAME" val="5. Source"/>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5. Sourc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5. Source"/>
</p:tagLst>
</file>

<file path=ppt/tags/tag2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5.xml><?xml version="1.0" encoding="utf-8"?>
<p:tagLst xmlns:a="http://schemas.openxmlformats.org/drawingml/2006/main" xmlns:r="http://schemas.openxmlformats.org/officeDocument/2006/relationships" xmlns:p="http://schemas.openxmlformats.org/presentationml/2006/main">
  <p:tag name="SHAPENAME" val="5. Sourc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BACKGROUNDCOLOR" val="med"/>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NAME" val="_new_logoimage"/>
</p:tagLst>
</file>

<file path=ppt/tags/tag260.xml><?xml version="1.0" encoding="utf-8"?>
<p:tagLst xmlns:a="http://schemas.openxmlformats.org/drawingml/2006/main" xmlns:r="http://schemas.openxmlformats.org/officeDocument/2006/relationships" xmlns:p="http://schemas.openxmlformats.org/presentationml/2006/main">
  <p:tag name="SHAPENAME" val="5. Sourc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2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4.xml><?xml version="1.0" encoding="utf-8"?>
<p:tagLst xmlns:a="http://schemas.openxmlformats.org/drawingml/2006/main" xmlns:r="http://schemas.openxmlformats.org/officeDocument/2006/relationships" xmlns:p="http://schemas.openxmlformats.org/presentationml/2006/main">
  <p:tag name="SHAPENAME" val="4. Footnote"/>
</p:tagLst>
</file>

<file path=ppt/tags/tag2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6.xml><?xml version="1.0" encoding="utf-8"?>
<p:tagLst xmlns:a="http://schemas.openxmlformats.org/drawingml/2006/main" xmlns:r="http://schemas.openxmlformats.org/officeDocument/2006/relationships" xmlns:p="http://schemas.openxmlformats.org/presentationml/2006/main">
  <p:tag name="SHAPENAME" val="Grid"/>
</p:tagLst>
</file>

<file path=ppt/tags/tag267.xml><?xml version="1.0" encoding="utf-8"?>
<p:tagLst xmlns:a="http://schemas.openxmlformats.org/drawingml/2006/main" xmlns:r="http://schemas.openxmlformats.org/officeDocument/2006/relationships" xmlns:p="http://schemas.openxmlformats.org/presentationml/2006/main">
  <p:tag name="NAME" val="Moon"/>
</p:tagLst>
</file>

<file path=ppt/tags/tag268.xml><?xml version="1.0" encoding="utf-8"?>
<p:tagLst xmlns:a="http://schemas.openxmlformats.org/drawingml/2006/main" xmlns:r="http://schemas.openxmlformats.org/officeDocument/2006/relationships" xmlns:p="http://schemas.openxmlformats.org/presentationml/2006/main">
  <p:tag name="NAME" val="Moon"/>
</p:tagLst>
</file>

<file path=ppt/tags/tag269.xml><?xml version="1.0" encoding="utf-8"?>
<p:tagLst xmlns:a="http://schemas.openxmlformats.org/drawingml/2006/main" xmlns:r="http://schemas.openxmlformats.org/officeDocument/2006/relationships" xmlns:p="http://schemas.openxmlformats.org/presentationml/2006/main">
  <p:tag name="NAME" val="Moon"/>
</p:tagLst>
</file>

<file path=ppt/tags/tag270.xml><?xml version="1.0" encoding="utf-8"?>
<p:tagLst xmlns:a="http://schemas.openxmlformats.org/drawingml/2006/main" xmlns:r="http://schemas.openxmlformats.org/officeDocument/2006/relationships" xmlns:p="http://schemas.openxmlformats.org/presentationml/2006/main">
  <p:tag name="NAME" val="Moon"/>
</p:tagLst>
</file>

<file path=ppt/tags/tag271.xml><?xml version="1.0" encoding="utf-8"?>
<p:tagLst xmlns:a="http://schemas.openxmlformats.org/drawingml/2006/main" xmlns:r="http://schemas.openxmlformats.org/officeDocument/2006/relationships" xmlns:p="http://schemas.openxmlformats.org/presentationml/2006/main">
  <p:tag name="NAME" val="Moon"/>
</p:tagLst>
</file>

<file path=ppt/tags/tag272.xml><?xml version="1.0" encoding="utf-8"?>
<p:tagLst xmlns:a="http://schemas.openxmlformats.org/drawingml/2006/main" xmlns:r="http://schemas.openxmlformats.org/officeDocument/2006/relationships" xmlns:p="http://schemas.openxmlformats.org/presentationml/2006/main">
  <p:tag name="ANGLE" val="5"/>
</p:tagLst>
</file>

<file path=ppt/tags/tag273.xml><?xml version="1.0" encoding="utf-8"?>
<p:tagLst xmlns:a="http://schemas.openxmlformats.org/drawingml/2006/main" xmlns:r="http://schemas.openxmlformats.org/officeDocument/2006/relationships" xmlns:p="http://schemas.openxmlformats.org/presentationml/2006/main">
  <p:tag name="ANGLE" val="5"/>
</p:tagLst>
</file>

<file path=ppt/tags/tag274.xml><?xml version="1.0" encoding="utf-8"?>
<p:tagLst xmlns:a="http://schemas.openxmlformats.org/drawingml/2006/main" xmlns:r="http://schemas.openxmlformats.org/officeDocument/2006/relationships" xmlns:p="http://schemas.openxmlformats.org/presentationml/2006/main">
  <p:tag name="ANGLE" val="4"/>
</p:tagLst>
</file>

<file path=ppt/tags/tag275.xml><?xml version="1.0" encoding="utf-8"?>
<p:tagLst xmlns:a="http://schemas.openxmlformats.org/drawingml/2006/main" xmlns:r="http://schemas.openxmlformats.org/officeDocument/2006/relationships" xmlns:p="http://schemas.openxmlformats.org/presentationml/2006/main">
  <p:tag name="ANGLE" val="4"/>
</p:tagLst>
</file>

<file path=ppt/tags/tag276.xml><?xml version="1.0" encoding="utf-8"?>
<p:tagLst xmlns:a="http://schemas.openxmlformats.org/drawingml/2006/main" xmlns:r="http://schemas.openxmlformats.org/officeDocument/2006/relationships" xmlns:p="http://schemas.openxmlformats.org/presentationml/2006/main">
  <p:tag name="ANGLE" val="3"/>
</p:tagLst>
</file>

<file path=ppt/tags/tag277.xml><?xml version="1.0" encoding="utf-8"?>
<p:tagLst xmlns:a="http://schemas.openxmlformats.org/drawingml/2006/main" xmlns:r="http://schemas.openxmlformats.org/officeDocument/2006/relationships" xmlns:p="http://schemas.openxmlformats.org/presentationml/2006/main">
  <p:tag name="ANGLE" val="3"/>
</p:tagLst>
</file>

<file path=ppt/tags/tag278.xml><?xml version="1.0" encoding="utf-8"?>
<p:tagLst xmlns:a="http://schemas.openxmlformats.org/drawingml/2006/main" xmlns:r="http://schemas.openxmlformats.org/officeDocument/2006/relationships" xmlns:p="http://schemas.openxmlformats.org/presentationml/2006/main">
  <p:tag name="ANGLE" val="2"/>
</p:tagLst>
</file>

<file path=ppt/tags/tag279.xml><?xml version="1.0" encoding="utf-8"?>
<p:tagLst xmlns:a="http://schemas.openxmlformats.org/drawingml/2006/main" xmlns:r="http://schemas.openxmlformats.org/officeDocument/2006/relationships" xmlns:p="http://schemas.openxmlformats.org/presentationml/2006/main">
  <p:tag name="ANGLE" val="2"/>
</p:tagLst>
</file>

<file path=ppt/tags/tag280.xml><?xml version="1.0" encoding="utf-8"?>
<p:tagLst xmlns:a="http://schemas.openxmlformats.org/drawingml/2006/main" xmlns:r="http://schemas.openxmlformats.org/officeDocument/2006/relationships" xmlns:p="http://schemas.openxmlformats.org/presentationml/2006/main">
  <p:tag name="ANGLE" val="1"/>
</p:tagLst>
</file>

<file path=ppt/tags/tag281.xml><?xml version="1.0" encoding="utf-8"?>
<p:tagLst xmlns:a="http://schemas.openxmlformats.org/drawingml/2006/main" xmlns:r="http://schemas.openxmlformats.org/officeDocument/2006/relationships" xmlns:p="http://schemas.openxmlformats.org/presentationml/2006/main">
  <p:tag name="ANGLE" val="1"/>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84.xml><?xml version="1.0" encoding="utf-8"?>
<p:tagLst xmlns:a="http://schemas.openxmlformats.org/drawingml/2006/main" xmlns:r="http://schemas.openxmlformats.org/officeDocument/2006/relationships" xmlns:p="http://schemas.openxmlformats.org/presentationml/2006/main">
  <p:tag name="SHAPENAME" val="LogoImage"/>
</p:tagLst>
</file>

<file path=ppt/tags/tag285.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7.xml><?xml version="1.0" encoding="utf-8"?>
<p:tagLst xmlns:a="http://schemas.openxmlformats.org/drawingml/2006/main" xmlns:r="http://schemas.openxmlformats.org/officeDocument/2006/relationships" xmlns:p="http://schemas.openxmlformats.org/presentationml/2006/main">
  <p:tag name="SHAPENAME" val="Subtitle"/>
</p:tagLst>
</file>

<file path=ppt/tags/tag288.xml><?xml version="1.0" encoding="utf-8"?>
<p:tagLst xmlns:a="http://schemas.openxmlformats.org/drawingml/2006/main" xmlns:r="http://schemas.openxmlformats.org/officeDocument/2006/relationships" xmlns:p="http://schemas.openxmlformats.org/presentationml/2006/main">
  <p:tag name="SHAPENAME" val="Title"/>
</p:tagLst>
</file>

<file path=ppt/tags/tag289.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2.xml><?xml version="1.0" encoding="utf-8"?>
<p:tagLst xmlns:a="http://schemas.openxmlformats.org/drawingml/2006/main" xmlns:r="http://schemas.openxmlformats.org/officeDocument/2006/relationships" xmlns:p="http://schemas.openxmlformats.org/presentationml/2006/main">
  <p:tag name="SHAPENAME" val="5. Source"/>
</p:tagLst>
</file>

<file path=ppt/tags/tag2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29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1.xml><?xml version="1.0" encoding="utf-8"?>
<p:tagLst xmlns:a="http://schemas.openxmlformats.org/drawingml/2006/main" xmlns:r="http://schemas.openxmlformats.org/officeDocument/2006/relationships" xmlns:p="http://schemas.openxmlformats.org/presentationml/2006/main">
  <p:tag name="SHAPENAME" val="5. Source"/>
</p:tagLst>
</file>

<file path=ppt/tags/tag3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30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8.xml><?xml version="1.0" encoding="utf-8"?>
<p:tagLst xmlns:a="http://schemas.openxmlformats.org/drawingml/2006/main" xmlns:r="http://schemas.openxmlformats.org/officeDocument/2006/relationships" xmlns:p="http://schemas.openxmlformats.org/presentationml/2006/main">
  <p:tag name="SHAPENAME" val="5. Source"/>
</p:tagLst>
</file>

<file path=ppt/tags/tag3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dYhlT7lGQomWkE8tnMs3lw"/>
</p:tagLst>
</file>

<file path=ppt/tags/tag314.xml><?xml version="1.0" encoding="utf-8"?>
<p:tagLst xmlns:a="http://schemas.openxmlformats.org/drawingml/2006/main" xmlns:r="http://schemas.openxmlformats.org/officeDocument/2006/relationships" xmlns:p="http://schemas.openxmlformats.org/presentationml/2006/main">
  <p:tag name="SHAPENAME" val="Title"/>
</p:tagLst>
</file>

<file path=ppt/tags/tag31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16.xml><?xml version="1.0" encoding="utf-8"?>
<p:tagLst xmlns:a="http://schemas.openxmlformats.org/drawingml/2006/main" xmlns:r="http://schemas.openxmlformats.org/officeDocument/2006/relationships" xmlns:p="http://schemas.openxmlformats.org/presentationml/2006/main">
  <p:tag name="SHAPENAME" val="Subtitle"/>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52Giz3x0bqYGpRF3yAmUBA"/>
</p:tagLst>
</file>

<file path=ppt/tags/tag3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2.xml><?xml version="1.0" encoding="utf-8"?>
<p:tagLst xmlns:a="http://schemas.openxmlformats.org/drawingml/2006/main" xmlns:r="http://schemas.openxmlformats.org/officeDocument/2006/relationships" xmlns:p="http://schemas.openxmlformats.org/presentationml/2006/main">
  <p:tag name="SYMBOLNAME" val="Checkmark"/>
  <p:tag name="CIRCLESTATUS" val="Blue"/>
</p:tagLst>
</file>

<file path=ppt/tags/tag323.xml><?xml version="1.0" encoding="utf-8"?>
<p:tagLst xmlns:a="http://schemas.openxmlformats.org/drawingml/2006/main" xmlns:r="http://schemas.openxmlformats.org/officeDocument/2006/relationships" xmlns:p="http://schemas.openxmlformats.org/presentationml/2006/main">
  <p:tag name="SYMBOLNAME" val="X"/>
  <p:tag name="CIRCLESTATUS" val="Blue"/>
</p:tagLst>
</file>

<file path=ppt/tags/tag324.xml><?xml version="1.0" encoding="utf-8"?>
<p:tagLst xmlns:a="http://schemas.openxmlformats.org/drawingml/2006/main" xmlns:r="http://schemas.openxmlformats.org/officeDocument/2006/relationships" xmlns:p="http://schemas.openxmlformats.org/presentationml/2006/main">
  <p:tag name="1LEVEL" val="0.6"/>
  <p:tag name="2LEVEL" val="0.3"/>
  <p:tag name="3LEVEL" val="0.15"/>
  <p:tag name="4LEVEL" val="0.08"/>
  <p:tag name="5LEVEL" val="0.04"/>
</p:tagLst>
</file>

<file path=ppt/tags/tag325.xml><?xml version="1.0" encoding="utf-8"?>
<p:tagLst xmlns:a="http://schemas.openxmlformats.org/drawingml/2006/main" xmlns:r="http://schemas.openxmlformats.org/officeDocument/2006/relationships" xmlns:p="http://schemas.openxmlformats.org/presentationml/2006/main">
  <p:tag name="1LEVEL" val="0.6"/>
  <p:tag name="2LEVEL" val="0.3"/>
  <p:tag name="3LEVEL" val="0.15"/>
  <p:tag name="4LEVEL" val="0.08"/>
  <p:tag name="5LEVEL" val="0.04"/>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u1rtXufIb_o4g1V9wNL1Wg"/>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E6T3qwte2s_1lfGY4e6NPw"/>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SVvgAgWLf6WVqMFSo4hvrQ"/>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poYRqSNdfwxL9BtZ.dSoTw"/>
</p:tagLst>
</file>

<file path=ppt/tags/tag3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qQHYseyyN6edwcTe1zGZZg"/>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CUKXXKe3OoMHSIIf3GC3UQ"/>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o.SkTA00MO8QSTYIKQO74w"/>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xT4yA6ldAWgi0fDt7cFUWA"/>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yCTShiF8piOlMD78OF9skA"/>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pfiXlNtJoXWZEA3tZLnosw"/>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WRE7JbJoTle9dFZPJrsDrA"/>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GadzPX.b_J2bEi09SnVURw"/>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Aydk6QrWm2WqMK_c68Sw0Q"/>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WT3uxWao352jLC5FQtnb4Q"/>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jm_.vgN5Y5Cag_w71KlDrA"/>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z3PdOpGExyamspUuaAvBZA"/>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CTpPvzvT7WfgY6Ph8.ocwA"/>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LiVA4FQ_RW9ovrZeURSztg"/>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3OQK9Tl5yhT7_RxJQqsOxg"/>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oN0ET9lYekecldVJbBsftw"/>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uroojyZhlq4_mbHuHowH4w"/>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bfFK9GWLTx1uzbjF54sSOA"/>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SXr63ca8xmoVUSpHsjoOMw"/>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tQyTqiZ.cf9NZYcui05acA"/>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YO9Jnr1LcFXaaalZLhv5jA"/>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xJzqb10DmNuY5QmQSz7d6Q"/>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8kSV1LZYvWZfJHxnGWBG_w"/>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_fwVeluVj8Sm49COOSRlEA"/>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9WdAeSQ9trQXBvQgJRuyX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PCTAfde3hOcQ6HRqKbcuaQ"/>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ouZZDF8fDVgPs5nE.gQ.1w"/>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St_rVuAZHcNAxN1tnfUJQg"/>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_mXBgxLDECiwhmgLGDdz6w"/>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amXMzFGh3B20jIleCrSdzg"/>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k8x0fbxeok_zVYhI1Ovw8Q"/>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Cr4LmCf_mm9MAGLsA4flGQ"/>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xUKThZ7QHh5QvJUAtOhuPQ"/>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ZkkYxNT_3fKMtvpduViE4g"/>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eLPl55HxkFf.A4DchI11Bw"/>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E2QnlZnU7hsFb0mdy8cF7g"/>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52zMx1NTcHeuzpIfVoptOw"/>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_SuvyArlJV_u89HqGIn3Vw"/>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F1ni5BmcjEwbE706Eqoy3Q"/>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Ct3ONpQQYz2G6UOINdeqyw"/>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LpXt.Lbo3cPCm8wCv.BlSQ"/>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yt9WrCP3Zi23XYIJALskMw"/>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2IulfXCy5mFiqgt2sDPqBQ"/>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07LrjjzfzH7lJ_qXGD4Myg"/>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XwMARu43.xJ0o1MPmy7VIw"/>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j9r8n7BidHvGu3lp9KppGw"/>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wW6WZ2FEnJyC.etKFs3SbA"/>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Pd1dVvjfjwqqHdFLCsY1YQ"/>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54cWmVvr2GL3ipyMBkBQ2Q"/>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9EnnLysZOkMzLLmwaQjRdA"/>
</p:tagLst>
</file>

<file path=ppt/tags/tag38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386.xml><?xml version="1.0" encoding="utf-8"?>
<p:tagLst xmlns:a="http://schemas.openxmlformats.org/drawingml/2006/main" xmlns:r="http://schemas.openxmlformats.org/officeDocument/2006/relationships" xmlns:p="http://schemas.openxmlformats.org/presentationml/2006/main">
  <p:tag name="5LEVEL" val="0.12"/>
  <p:tag name="1LEVEL" val="2"/>
  <p:tag name="2LEVEL" val="1"/>
  <p:tag name="3LEVEL" val="0.5"/>
  <p:tag name="4LEVEL" val="0.25"/>
</p:tagLst>
</file>

<file path=ppt/tags/tag387.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45"/>
  <p:tag name="TOP" val="110"/>
  <p:tag name="HEIGHT" val="19.38748"/>
</p:tagLst>
</file>

<file path=ppt/tags/tag39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341.6667"/>
  <p:tag name="TOP" val="110"/>
  <p:tag name="HEIGHT" val="19.38748"/>
</p:tagLst>
</file>

<file path=ppt/tags/tag39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638.3333"/>
  <p:tag name="TOP" val="110"/>
  <p:tag name="HEIGHT" val="19.38748"/>
</p:tagLst>
</file>

<file path=ppt/tags/tag393.xml><?xml version="1.0" encoding="utf-8"?>
<p:tagLst xmlns:a="http://schemas.openxmlformats.org/drawingml/2006/main" xmlns:r="http://schemas.openxmlformats.org/officeDocument/2006/relationships" xmlns:p="http://schemas.openxmlformats.org/presentationml/2006/main">
  <p:tag name="MTTABLE" val="HTitleDiv"/>
  <p:tag name="MTNUMBER" val="0.495564154580033"/>
</p:tagLst>
</file>

<file path=ppt/tags/tag394.xml><?xml version="1.0" encoding="utf-8"?>
<p:tagLst xmlns:a="http://schemas.openxmlformats.org/drawingml/2006/main" xmlns:r="http://schemas.openxmlformats.org/officeDocument/2006/relationships" xmlns:p="http://schemas.openxmlformats.org/presentationml/2006/main">
  <p:tag name="MTTABLE" val="HTitleDiv"/>
  <p:tag name="MTNUMBER" val="0.495564154580033"/>
</p:tagLst>
</file>

<file path=ppt/tags/tag395.xml><?xml version="1.0" encoding="utf-8"?>
<p:tagLst xmlns:a="http://schemas.openxmlformats.org/drawingml/2006/main" xmlns:r="http://schemas.openxmlformats.org/officeDocument/2006/relationships" xmlns:p="http://schemas.openxmlformats.org/presentationml/2006/main">
  <p:tag name="MTTABLE" val="HTitleDiv"/>
  <p:tag name="MTNUMBER" val="0.495564154580033"/>
</p:tagLst>
</file>

<file path=ppt/tags/tag396.xml><?xml version="1.0" encoding="utf-8"?>
<p:tagLst xmlns:a="http://schemas.openxmlformats.org/drawingml/2006/main" xmlns:r="http://schemas.openxmlformats.org/officeDocument/2006/relationships" xmlns:p="http://schemas.openxmlformats.org/presentationml/2006/main">
  <p:tag name="MTTABLE" val="HDiv"/>
  <p:tag name="MTNUMBER" val="0.495564154580033"/>
</p:tagLst>
</file>

<file path=ppt/tags/tag397.xml><?xml version="1.0" encoding="utf-8"?>
<p:tagLst xmlns:a="http://schemas.openxmlformats.org/drawingml/2006/main" xmlns:r="http://schemas.openxmlformats.org/officeDocument/2006/relationships" xmlns:p="http://schemas.openxmlformats.org/presentationml/2006/main">
  <p:tag name="MTTABLE" val="HDiv"/>
  <p:tag name="MTNUMBER" val="0.495564154580033"/>
</p:tagLst>
</file>

<file path=ppt/tags/tag398.xml><?xml version="1.0" encoding="utf-8"?>
<p:tagLst xmlns:a="http://schemas.openxmlformats.org/drawingml/2006/main" xmlns:r="http://schemas.openxmlformats.org/officeDocument/2006/relationships" xmlns:p="http://schemas.openxmlformats.org/presentationml/2006/main">
  <p:tag name="MTTABLE" val="HDiv"/>
  <p:tag name="MTNUMBER" val="0.495564154580033"/>
</p:tagLst>
</file>

<file path=ppt/tags/tag39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45"/>
  <p:tag name="TOP" val="379.8469"/>
  <p:tag name="HEIGHT" val="70.15315"/>
</p:tagLst>
</file>

<file path=ppt/tags/tag40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341.6667"/>
  <p:tag name="TOP" val="379.8469"/>
  <p:tag name="HEIGHT" val="70.15313"/>
</p:tagLst>
</file>

<file path=ppt/tags/tag40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638.3333"/>
  <p:tag name="TOP" val="379.8469"/>
  <p:tag name="HEIGHT" val="70.15313"/>
</p:tagLst>
</file>

<file path=ppt/tags/tag402.xml><?xml version="1.0" encoding="utf-8"?>
<p:tagLst xmlns:a="http://schemas.openxmlformats.org/drawingml/2006/main" xmlns:r="http://schemas.openxmlformats.org/officeDocument/2006/relationships" xmlns:p="http://schemas.openxmlformats.org/presentationml/2006/main">
  <p:tag name="NAME" val="TrackerAlphaBlue"/>
</p:tagLst>
</file>

<file path=ppt/tags/tag40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45"/>
  <p:tag name="TOP" val="299.6938"/>
  <p:tag name="HEIGHT" val="70.15315"/>
</p:tagLst>
</file>

<file path=ppt/tags/tag40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341.6667"/>
  <p:tag name="TOP" val="299.6938"/>
  <p:tag name="HEIGHT" val="70.15313"/>
</p:tagLst>
</file>

<file path=ppt/tags/tag405.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638.3333"/>
  <p:tag name="TOP" val="299.6938"/>
  <p:tag name="HEIGHT" val="70.15313"/>
</p:tagLst>
</file>

<file path=ppt/tags/tag406.xml><?xml version="1.0" encoding="utf-8"?>
<p:tagLst xmlns:a="http://schemas.openxmlformats.org/drawingml/2006/main" xmlns:r="http://schemas.openxmlformats.org/officeDocument/2006/relationships" xmlns:p="http://schemas.openxmlformats.org/presentationml/2006/main">
  <p:tag name="NAME" val="TrackerAlphaBlue"/>
</p:tagLst>
</file>

<file path=ppt/tags/tag407.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45"/>
  <p:tag name="TOP" val="219.5406"/>
  <p:tag name="HEIGHT" val="70.15315"/>
</p:tagLst>
</file>

<file path=ppt/tags/tag408.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341.6667"/>
  <p:tag name="TOP" val="219.5406"/>
  <p:tag name="HEIGHT" val="70.15313"/>
</p:tagLst>
</file>

<file path=ppt/tags/tag40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638.3333"/>
  <p:tag name="TOP" val="219.5406"/>
  <p:tag name="HEIGHT" val="70.15313"/>
</p:tagLst>
</file>

<file path=ppt/tags/tag410.xml><?xml version="1.0" encoding="utf-8"?>
<p:tagLst xmlns:a="http://schemas.openxmlformats.org/drawingml/2006/main" xmlns:r="http://schemas.openxmlformats.org/officeDocument/2006/relationships" xmlns:p="http://schemas.openxmlformats.org/presentationml/2006/main">
  <p:tag name="NAME" val="TrackerAlphaBlue"/>
</p:tagLst>
</file>

<file path=ppt/tags/tag41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45"/>
  <p:tag name="TOP" val="139.3875"/>
  <p:tag name="HEIGHT" val="70.15315"/>
</p:tagLst>
</file>

<file path=ppt/tags/tag41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341.6667"/>
  <p:tag name="TOP" val="139.3875"/>
  <p:tag name="HEIGHT" val="70.15313"/>
</p:tagLst>
</file>

<file path=ppt/tags/tag41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495564154580033"/>
  <p:tag name="LEFT" val="638.3333"/>
  <p:tag name="TOP" val="139.3875"/>
  <p:tag name="HEIGHT" val="70.15313"/>
</p:tagLst>
</file>

<file path=ppt/tags/tag414.xml><?xml version="1.0" encoding="utf-8"?>
<p:tagLst xmlns:a="http://schemas.openxmlformats.org/drawingml/2006/main" xmlns:r="http://schemas.openxmlformats.org/officeDocument/2006/relationships" xmlns:p="http://schemas.openxmlformats.org/presentationml/2006/main">
  <p:tag name="NAME" val="TrackerAlphaBlue"/>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1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1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2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2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22.xml><?xml version="1.0" encoding="utf-8"?>
<p:tagLst xmlns:a="http://schemas.openxmlformats.org/drawingml/2006/main" xmlns:r="http://schemas.openxmlformats.org/officeDocument/2006/relationships" xmlns:p="http://schemas.openxmlformats.org/presentationml/2006/main">
  <p:tag name="NAME" val="CustomIcon"/>
</p:tagLst>
</file>

<file path=ppt/tags/tag423.xml><?xml version="1.0" encoding="utf-8"?>
<p:tagLst xmlns:a="http://schemas.openxmlformats.org/drawingml/2006/main" xmlns:r="http://schemas.openxmlformats.org/officeDocument/2006/relationships" xmlns:p="http://schemas.openxmlformats.org/presentationml/2006/main">
  <p:tag name="NAME" val="CustomIcon"/>
</p:tagLst>
</file>

<file path=ppt/tags/tag424.xml><?xml version="1.0" encoding="utf-8"?>
<p:tagLst xmlns:a="http://schemas.openxmlformats.org/drawingml/2006/main" xmlns:r="http://schemas.openxmlformats.org/officeDocument/2006/relationships" xmlns:p="http://schemas.openxmlformats.org/presentationml/2006/main">
  <p:tag name="NAME" val="CustomIcon"/>
</p:tagLst>
</file>

<file path=ppt/tags/tag425.xml><?xml version="1.0" encoding="utf-8"?>
<p:tagLst xmlns:a="http://schemas.openxmlformats.org/drawingml/2006/main" xmlns:r="http://schemas.openxmlformats.org/officeDocument/2006/relationships" xmlns:p="http://schemas.openxmlformats.org/presentationml/2006/main">
  <p:tag name="NAME" val="CustomIcon"/>
</p:tagLst>
</file>

<file path=ppt/tags/tag426.xml><?xml version="1.0" encoding="utf-8"?>
<p:tagLst xmlns:a="http://schemas.openxmlformats.org/drawingml/2006/main" xmlns:r="http://schemas.openxmlformats.org/officeDocument/2006/relationships" xmlns:p="http://schemas.openxmlformats.org/presentationml/2006/main">
  <p:tag name="NAME" val="CustomIcon"/>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3fdDEq.Qdnt3Y5YYVM1qeQ"/>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0H.DOsZFGT1hpw8wF_vZmA"/>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2RBQxfYzSn8R0l.Qdra8tw"/>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sZyCt5VySTfINxWsCvhTWg"/>
</p:tagLst>
</file>

<file path=ppt/tags/tag4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3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37.xml><?xml version="1.0" encoding="utf-8"?>
<p:tagLst xmlns:a="http://schemas.openxmlformats.org/drawingml/2006/main" xmlns:r="http://schemas.openxmlformats.org/officeDocument/2006/relationships" xmlns:p="http://schemas.openxmlformats.org/presentationml/2006/main">
  <p:tag name="NAME" val="CustomIcon"/>
</p:tagLst>
</file>

<file path=ppt/tags/tag4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4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41.xml><?xml version="1.0" encoding="utf-8"?>
<p:tagLst xmlns:a="http://schemas.openxmlformats.org/drawingml/2006/main" xmlns:r="http://schemas.openxmlformats.org/officeDocument/2006/relationships" xmlns:p="http://schemas.openxmlformats.org/presentationml/2006/main">
  <p:tag name="NAME" val="CustomIcon"/>
</p:tagLst>
</file>

<file path=ppt/tags/tag442.xml><?xml version="1.0" encoding="utf-8"?>
<p:tagLst xmlns:a="http://schemas.openxmlformats.org/drawingml/2006/main" xmlns:r="http://schemas.openxmlformats.org/officeDocument/2006/relationships" xmlns:p="http://schemas.openxmlformats.org/presentationml/2006/main">
  <p:tag name="NAME" val="CustomIcon"/>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5.xml><?xml version="1.0" encoding="utf-8"?>
<p:tagLst xmlns:a="http://schemas.openxmlformats.org/drawingml/2006/main" xmlns:r="http://schemas.openxmlformats.org/officeDocument/2006/relationships" xmlns:p="http://schemas.openxmlformats.org/presentationml/2006/main">
  <p:tag name="1LEVEL" val="1"/>
  <p:tag name="2LEVEL" val="0.5"/>
  <p:tag name="3LEVEL" val="0.25"/>
  <p:tag name="4LEVEL" val="0.12"/>
  <p:tag name="5LEVEL" val="0.06"/>
</p:tagLst>
</file>

<file path=ppt/tags/tag446.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447.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448.xml><?xml version="1.0" encoding="utf-8"?>
<p:tagLst xmlns:a="http://schemas.openxmlformats.org/drawingml/2006/main" xmlns:r="http://schemas.openxmlformats.org/officeDocument/2006/relationships" xmlns:p="http://schemas.openxmlformats.org/presentationml/2006/main">
  <p:tag name="NAME" val="CustomIcon"/>
</p:tagLst>
</file>

<file path=ppt/tags/tag449.xml><?xml version="1.0" encoding="utf-8"?>
<p:tagLst xmlns:a="http://schemas.openxmlformats.org/drawingml/2006/main" xmlns:r="http://schemas.openxmlformats.org/officeDocument/2006/relationships" xmlns:p="http://schemas.openxmlformats.org/presentationml/2006/main">
  <p:tag name="NAME" val="CustomIcon"/>
</p:tagLst>
</file>

<file path=ppt/tags/tag450.xml><?xml version="1.0" encoding="utf-8"?>
<p:tagLst xmlns:a="http://schemas.openxmlformats.org/drawingml/2006/main" xmlns:r="http://schemas.openxmlformats.org/officeDocument/2006/relationships" xmlns:p="http://schemas.openxmlformats.org/presentationml/2006/main">
  <p:tag name="NAME" val="CustomIcon"/>
</p:tagLst>
</file>

<file path=ppt/tags/tag451.xml><?xml version="1.0" encoding="utf-8"?>
<p:tagLst xmlns:a="http://schemas.openxmlformats.org/drawingml/2006/main" xmlns:r="http://schemas.openxmlformats.org/officeDocument/2006/relationships" xmlns:p="http://schemas.openxmlformats.org/presentationml/2006/main">
  <p:tag name="NAME" val="CustomIcon"/>
</p:tagLst>
</file>

<file path=ppt/tags/tag452.xml><?xml version="1.0" encoding="utf-8"?>
<p:tagLst xmlns:a="http://schemas.openxmlformats.org/drawingml/2006/main" xmlns:r="http://schemas.openxmlformats.org/officeDocument/2006/relationships" xmlns:p="http://schemas.openxmlformats.org/presentationml/2006/main">
  <p:tag name="NAME" val="CustomIcon"/>
</p:tagLst>
</file>

<file path=ppt/tags/tag453.xml><?xml version="1.0" encoding="utf-8"?>
<p:tagLst xmlns:a="http://schemas.openxmlformats.org/drawingml/2006/main" xmlns:r="http://schemas.openxmlformats.org/officeDocument/2006/relationships" xmlns:p="http://schemas.openxmlformats.org/presentationml/2006/main">
  <p:tag name="NAME" val="CustomIcon"/>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6.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457.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458.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459.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460.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461.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462.xml><?xml version="1.0" encoding="utf-8"?>
<p:tagLst xmlns:a="http://schemas.openxmlformats.org/drawingml/2006/main" xmlns:r="http://schemas.openxmlformats.org/officeDocument/2006/relationships" xmlns:p="http://schemas.openxmlformats.org/presentationml/2006/main">
  <p:tag name="NAME" val="CustomIcon"/>
</p:tagLst>
</file>

<file path=ppt/tags/tag463.xml><?xml version="1.0" encoding="utf-8"?>
<p:tagLst xmlns:a="http://schemas.openxmlformats.org/drawingml/2006/main" xmlns:r="http://schemas.openxmlformats.org/officeDocument/2006/relationships" xmlns:p="http://schemas.openxmlformats.org/presentationml/2006/main">
  <p:tag name="NAME" val="CustomIcon"/>
</p:tagLst>
</file>

<file path=ppt/tags/tag464.xml><?xml version="1.0" encoding="utf-8"?>
<p:tagLst xmlns:a="http://schemas.openxmlformats.org/drawingml/2006/main" xmlns:r="http://schemas.openxmlformats.org/officeDocument/2006/relationships" xmlns:p="http://schemas.openxmlformats.org/presentationml/2006/main">
  <p:tag name="NAME" val="CustomIcon"/>
</p:tagLst>
</file>

<file path=ppt/tags/tag465.xml><?xml version="1.0" encoding="utf-8"?>
<p:tagLst xmlns:a="http://schemas.openxmlformats.org/drawingml/2006/main" xmlns:r="http://schemas.openxmlformats.org/officeDocument/2006/relationships" xmlns:p="http://schemas.openxmlformats.org/presentationml/2006/main">
  <p:tag name="NAME" val="CustomIcon"/>
</p:tagLst>
</file>

<file path=ppt/tags/tag466.xml><?xml version="1.0" encoding="utf-8"?>
<p:tagLst xmlns:a="http://schemas.openxmlformats.org/drawingml/2006/main" xmlns:r="http://schemas.openxmlformats.org/officeDocument/2006/relationships" xmlns:p="http://schemas.openxmlformats.org/presentationml/2006/main">
  <p:tag name="NAME" val="CustomIcon"/>
</p:tagLst>
</file>

<file path=ppt/tags/tag467.xml><?xml version="1.0" encoding="utf-8"?>
<p:tagLst xmlns:a="http://schemas.openxmlformats.org/drawingml/2006/main" xmlns:r="http://schemas.openxmlformats.org/officeDocument/2006/relationships" xmlns:p="http://schemas.openxmlformats.org/presentationml/2006/main">
  <p:tag name="NAME" val="CustomIcon"/>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tF.BwqcY_LyUtzr6Gss1Tw"/>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g0qYtJtW2lMLdLXgQE_NKQ"/>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KPq49mCnOriL3AT3Egy_qg"/>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tbiB63n0zVHUdy6dTYbWxrw"/>
</p:tagLst>
</file>

<file path=ppt/tags/tag4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R3_97czCSOKLTjymaP1AAQ"/>
</p:tagLst>
</file>

<file path=ppt/tags/tag477.xml><?xml version="1.0" encoding="utf-8"?>
<p:tagLst xmlns:a="http://schemas.openxmlformats.org/drawingml/2006/main" xmlns:r="http://schemas.openxmlformats.org/officeDocument/2006/relationships" xmlns:p="http://schemas.openxmlformats.org/presentationml/2006/main">
  <p:tag name="SHAPENAME" val="2. Slide Title"/>
  <p:tag name="1LEVEL" val="1"/>
  <p:tag name="2LEVEL" val="0.5"/>
  <p:tag name="3LEVEL" val="0.25"/>
  <p:tag name="4LEVEL" val="0.12"/>
  <p:tag name="5LEVEL" val="0.06"/>
</p:tagLst>
</file>

<file path=ppt/tags/tag478.xml><?xml version="1.0" encoding="utf-8"?>
<p:tagLst xmlns:a="http://schemas.openxmlformats.org/drawingml/2006/main" xmlns:r="http://schemas.openxmlformats.org/officeDocument/2006/relationships" xmlns:p="http://schemas.openxmlformats.org/presentationml/2006/main">
  <p:tag name="1LEVEL" val="1"/>
  <p:tag name="2LEVEL" val="0.5"/>
  <p:tag name="3LEVEL" val="0.25"/>
  <p:tag name="4LEVEL" val="0.12"/>
  <p:tag name="5LEVEL" val="0.06"/>
</p:tagLst>
</file>

<file path=ppt/tags/tag479.xml><?xml version="1.0" encoding="utf-8"?>
<p:tagLst xmlns:a="http://schemas.openxmlformats.org/drawingml/2006/main" xmlns:r="http://schemas.openxmlformats.org/officeDocument/2006/relationships" xmlns:p="http://schemas.openxmlformats.org/presentationml/2006/main">
  <p:tag name="NAME" val="SingleBoat"/>
  <p:tag name="1LEVEL" val="1"/>
  <p:tag name="2LEVEL" val="0.5"/>
  <p:tag name="3LEVEL" val="0.25"/>
  <p:tag name="4LEVEL" val="0.12"/>
  <p:tag name="5LEVEL" val="0.06"/>
</p:tagLst>
</file>

<file path=ppt/tags/tag480.xml><?xml version="1.0" encoding="utf-8"?>
<p:tagLst xmlns:a="http://schemas.openxmlformats.org/drawingml/2006/main" xmlns:r="http://schemas.openxmlformats.org/officeDocument/2006/relationships" xmlns:p="http://schemas.openxmlformats.org/presentationml/2006/main">
  <p:tag name="NAME" val="SingleBoat"/>
</p:tagLst>
</file>

<file path=ppt/tags/tag481.xml><?xml version="1.0" encoding="utf-8"?>
<p:tagLst xmlns:a="http://schemas.openxmlformats.org/drawingml/2006/main" xmlns:r="http://schemas.openxmlformats.org/officeDocument/2006/relationships" xmlns:p="http://schemas.openxmlformats.org/presentationml/2006/main">
  <p:tag name="NAME" val="SingleBoat"/>
</p:tagLst>
</file>

<file path=ppt/tags/tag482.xml><?xml version="1.0" encoding="utf-8"?>
<p:tagLst xmlns:a="http://schemas.openxmlformats.org/drawingml/2006/main" xmlns:r="http://schemas.openxmlformats.org/officeDocument/2006/relationships" xmlns:p="http://schemas.openxmlformats.org/presentationml/2006/main">
  <p:tag name="NAME" val="SingleBoatShape"/>
</p:tagLst>
</file>

<file path=ppt/tags/tag483.xml><?xml version="1.0" encoding="utf-8"?>
<p:tagLst xmlns:a="http://schemas.openxmlformats.org/drawingml/2006/main" xmlns:r="http://schemas.openxmlformats.org/officeDocument/2006/relationships" xmlns:p="http://schemas.openxmlformats.org/presentationml/2006/main">
  <p:tag name="NAME" val="SingleBoatText"/>
</p:tagLst>
</file>

<file path=ppt/tags/tag484.xml><?xml version="1.0" encoding="utf-8"?>
<p:tagLst xmlns:a="http://schemas.openxmlformats.org/drawingml/2006/main" xmlns:r="http://schemas.openxmlformats.org/officeDocument/2006/relationships" xmlns:p="http://schemas.openxmlformats.org/presentationml/2006/main">
  <p:tag name="NAME" val="SingleBoatShape"/>
</p:tagLst>
</file>

<file path=ppt/tags/tag485.xml><?xml version="1.0" encoding="utf-8"?>
<p:tagLst xmlns:a="http://schemas.openxmlformats.org/drawingml/2006/main" xmlns:r="http://schemas.openxmlformats.org/officeDocument/2006/relationships" xmlns:p="http://schemas.openxmlformats.org/presentationml/2006/main">
  <p:tag name="NAME" val="SingleBoatText"/>
</p:tagLst>
</file>

<file path=ppt/tags/tag486.xml><?xml version="1.0" encoding="utf-8"?>
<p:tagLst xmlns:a="http://schemas.openxmlformats.org/drawingml/2006/main" xmlns:r="http://schemas.openxmlformats.org/officeDocument/2006/relationships" xmlns:p="http://schemas.openxmlformats.org/presentationml/2006/main">
  <p:tag name="NAME" val="SingleBoatShape"/>
</p:tagLst>
</file>

<file path=ppt/tags/tag487.xml><?xml version="1.0" encoding="utf-8"?>
<p:tagLst xmlns:a="http://schemas.openxmlformats.org/drawingml/2006/main" xmlns:r="http://schemas.openxmlformats.org/officeDocument/2006/relationships" xmlns:p="http://schemas.openxmlformats.org/presentationml/2006/main">
  <p:tag name="NAME" val="SingleBoatText"/>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R3_97czCSOKLTjymaP1AAQ"/>
</p:tagLst>
</file>

<file path=ppt/tags/tag4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1.xml><?xml version="1.0" encoding="utf-8"?>
<p:tagLst xmlns:a="http://schemas.openxmlformats.org/drawingml/2006/main" xmlns:r="http://schemas.openxmlformats.org/officeDocument/2006/relationships" xmlns:p="http://schemas.openxmlformats.org/presentationml/2006/main">
  <p:tag name="1LEVEL" val="1"/>
  <p:tag name="2LEVEL" val="0.5"/>
  <p:tag name="3LEVEL" val="0.25"/>
  <p:tag name="4LEVEL" val="0.12"/>
  <p:tag name="5LEVEL" val="0.06"/>
</p:tagLst>
</file>

<file path=ppt/tags/tag492.xml><?xml version="1.0" encoding="utf-8"?>
<p:tagLst xmlns:a="http://schemas.openxmlformats.org/drawingml/2006/main" xmlns:r="http://schemas.openxmlformats.org/officeDocument/2006/relationships" xmlns:p="http://schemas.openxmlformats.org/presentationml/2006/main">
  <p:tag name="NAME" val="SingleBoat"/>
</p:tagLst>
</file>

<file path=ppt/tags/tag493.xml><?xml version="1.0" encoding="utf-8"?>
<p:tagLst xmlns:a="http://schemas.openxmlformats.org/drawingml/2006/main" xmlns:r="http://schemas.openxmlformats.org/officeDocument/2006/relationships" xmlns:p="http://schemas.openxmlformats.org/presentationml/2006/main">
  <p:tag name="NAME" val="SingleBoat"/>
</p:tagLst>
</file>

<file path=ppt/tags/tag494.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5.xml><?xml version="1.0" encoding="utf-8"?>
<p:tagLst xmlns:a="http://schemas.openxmlformats.org/drawingml/2006/main" xmlns:r="http://schemas.openxmlformats.org/officeDocument/2006/relationships" xmlns:p="http://schemas.openxmlformats.org/presentationml/2006/main">
  <p:tag name="NAME" val="SingleBoatText"/>
</p:tagLst>
</file>

<file path=ppt/tags/tag496.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7.xml><?xml version="1.0" encoding="utf-8"?>
<p:tagLst xmlns:a="http://schemas.openxmlformats.org/drawingml/2006/main" xmlns:r="http://schemas.openxmlformats.org/officeDocument/2006/relationships" xmlns:p="http://schemas.openxmlformats.org/presentationml/2006/main">
  <p:tag name="NAME" val="SingleBoatText"/>
</p:tagLst>
</file>

<file path=ppt/tags/tag498.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9.xml><?xml version="1.0" encoding="utf-8"?>
<p:tagLst xmlns:a="http://schemas.openxmlformats.org/drawingml/2006/main" xmlns:r="http://schemas.openxmlformats.org/officeDocument/2006/relationships" xmlns:p="http://schemas.openxmlformats.org/presentationml/2006/main">
  <p:tag name="NAME" val="SingleBoatText"/>
</p:tagLst>
</file>

<file path=ppt/tags/tag500.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504.xml><?xml version="1.0" encoding="utf-8"?>
<p:tagLst xmlns:a="http://schemas.openxmlformats.org/drawingml/2006/main" xmlns:r="http://schemas.openxmlformats.org/officeDocument/2006/relationships" xmlns:p="http://schemas.openxmlformats.org/presentationml/2006/main">
  <p:tag name="NAME" val="CustomIcon"/>
</p:tagLst>
</file>

<file path=ppt/tags/tag505.xml><?xml version="1.0" encoding="utf-8"?>
<p:tagLst xmlns:a="http://schemas.openxmlformats.org/drawingml/2006/main" xmlns:r="http://schemas.openxmlformats.org/officeDocument/2006/relationships" xmlns:p="http://schemas.openxmlformats.org/presentationml/2006/main">
  <p:tag name="NAME" val="CustomIcon"/>
</p:tagLst>
</file>

<file path=ppt/tags/tag506.xml><?xml version="1.0" encoding="utf-8"?>
<p:tagLst xmlns:a="http://schemas.openxmlformats.org/drawingml/2006/main" xmlns:r="http://schemas.openxmlformats.org/officeDocument/2006/relationships" xmlns:p="http://schemas.openxmlformats.org/presentationml/2006/main">
  <p:tag name="NAME" val="CustomIcon"/>
</p:tagLst>
</file>

<file path=ppt/tags/tag50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508.xml><?xml version="1.0" encoding="utf-8"?>
<p:tagLst xmlns:a="http://schemas.openxmlformats.org/drawingml/2006/main" xmlns:r="http://schemas.openxmlformats.org/officeDocument/2006/relationships" xmlns:p="http://schemas.openxmlformats.org/presentationml/2006/main">
  <p:tag name="NAME" val="TrackerNumWhite"/>
</p:tagLst>
</file>

<file path=ppt/tags/tag509.xml><?xml version="1.0" encoding="utf-8"?>
<p:tagLst xmlns:a="http://schemas.openxmlformats.org/drawingml/2006/main" xmlns:r="http://schemas.openxmlformats.org/officeDocument/2006/relationships" xmlns:p="http://schemas.openxmlformats.org/presentationml/2006/main">
  <p:tag name="NAME" val="TrackerNumWhite"/>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m_xz1CdZS7Slagyk8HISrA"/>
</p:tagLst>
</file>

<file path=ppt/tags/tag512.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513.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514.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515.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516.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EYWY0L8HmvpYdTrn4t.GAQ"/>
</p:tagLst>
</file>

<file path=ppt/tags/tag5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0.xml><?xml version="1.0" encoding="utf-8"?>
<p:tagLst xmlns:a="http://schemas.openxmlformats.org/drawingml/2006/main" xmlns:r="http://schemas.openxmlformats.org/officeDocument/2006/relationships" xmlns:p="http://schemas.openxmlformats.org/presentationml/2006/main">
  <p:tag name="MTTABLE" val="HTitleDiv"/>
  <p:tag name="MTNUMBER" val="0.735644111752344"/>
</p:tagLst>
</file>

<file path=ppt/tags/tag521.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735644111752344"/>
  <p:tag name="LEFT" val="485.875"/>
  <p:tag name="TOP" val="109.3875"/>
  <p:tag name="HEIGHT" val="103.5375"/>
  <p:tag name="1LEVEL" val="0.5"/>
  <p:tag name="2LEVEL" val="0.25"/>
  <p:tag name="3LEVEL" val="0.12"/>
  <p:tag name="4LEVEL" val="0.06"/>
  <p:tag name="5LEVEL" val="0.03"/>
</p:tagLst>
</file>

<file path=ppt/tags/tag522.xml><?xml version="1.0" encoding="utf-8"?>
<p:tagLst xmlns:a="http://schemas.openxmlformats.org/drawingml/2006/main" xmlns:r="http://schemas.openxmlformats.org/officeDocument/2006/relationships" xmlns:p="http://schemas.openxmlformats.org/presentationml/2006/main">
  <p:tag name="NAME" val="CustomIcon"/>
</p:tagLst>
</file>

<file path=ppt/tags/tag523.xml><?xml version="1.0" encoding="utf-8"?>
<p:tagLst xmlns:a="http://schemas.openxmlformats.org/drawingml/2006/main" xmlns:r="http://schemas.openxmlformats.org/officeDocument/2006/relationships" xmlns:p="http://schemas.openxmlformats.org/presentationml/2006/main">
  <p:tag name="NAME" val="CustomIcon"/>
</p:tagLst>
</file>

<file path=ppt/tags/tag524.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7.xml><?xml version="1.0" encoding="utf-8"?>
<p:tagLst xmlns:a="http://schemas.openxmlformats.org/drawingml/2006/main" xmlns:r="http://schemas.openxmlformats.org/officeDocument/2006/relationships" xmlns:p="http://schemas.openxmlformats.org/presentationml/2006/main">
  <p:tag name="MTTABLE" val="HTitleDiv"/>
  <p:tag name="MTNUMBER" val="0.491946997815718"/>
</p:tagLst>
</file>

<file path=ppt/tags/tag528.xml><?xml version="1.0" encoding="utf-8"?>
<p:tagLst xmlns:a="http://schemas.openxmlformats.org/drawingml/2006/main" xmlns:r="http://schemas.openxmlformats.org/officeDocument/2006/relationships" xmlns:p="http://schemas.openxmlformats.org/presentationml/2006/main">
  <p:tag name="MTTABLE" val="HDiv"/>
  <p:tag name="MTNUMBER" val="0.491946997815718"/>
</p:tagLst>
</file>

<file path=ppt/tags/tag529.xml><?xml version="1.0" encoding="utf-8"?>
<p:tagLst xmlns:a="http://schemas.openxmlformats.org/drawingml/2006/main" xmlns:r="http://schemas.openxmlformats.org/officeDocument/2006/relationships" xmlns:p="http://schemas.openxmlformats.org/presentationml/2006/main">
  <p:tag name="MTTABLE" val="HDiv"/>
  <p:tag name="MTNUMBER" val="0.491946997815718"/>
</p:tagLst>
</file>

<file path=ppt/tags/tag530.xml><?xml version="1.0" encoding="utf-8"?>
<p:tagLst xmlns:a="http://schemas.openxmlformats.org/drawingml/2006/main" xmlns:r="http://schemas.openxmlformats.org/officeDocument/2006/relationships" xmlns:p="http://schemas.openxmlformats.org/presentationml/2006/main">
  <p:tag name="MTTABLE" val="HDiv"/>
  <p:tag name="MTNUMBER" val="0.491946997815718"/>
</p:tagLst>
</file>

<file path=ppt/tags/tag531.xml><?xml version="1.0" encoding="utf-8"?>
<p:tagLst xmlns:a="http://schemas.openxmlformats.org/drawingml/2006/main" xmlns:r="http://schemas.openxmlformats.org/officeDocument/2006/relationships" xmlns:p="http://schemas.openxmlformats.org/presentationml/2006/main">
  <p:tag name="MTTABLE" val="HDiv"/>
  <p:tag name="MTNUMBER" val="0.491946997815718"/>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3.xml><?xml version="1.0" encoding="utf-8"?>
<p:tagLst xmlns:a="http://schemas.openxmlformats.org/drawingml/2006/main" xmlns:r="http://schemas.openxmlformats.org/officeDocument/2006/relationships" xmlns:p="http://schemas.openxmlformats.org/presentationml/2006/main">
  <p:tag name="THINKCELLSHAPEDONOTDELETE" val="tt6T6RXYWSnZsVqXKUrlbFA"/>
</p:tagLst>
</file>

<file path=ppt/tags/tag534.xml><?xml version="1.0" encoding="utf-8"?>
<p:tagLst xmlns:a="http://schemas.openxmlformats.org/drawingml/2006/main" xmlns:r="http://schemas.openxmlformats.org/officeDocument/2006/relationships" xmlns:p="http://schemas.openxmlformats.org/presentationml/2006/main">
  <p:tag name="THINKCELLSHAPEDONOTDELETE" val="tl1RzRT3fj6Ah3bka9yyvzQ"/>
</p:tagLst>
</file>

<file path=ppt/tags/tag535.xml><?xml version="1.0" encoding="utf-8"?>
<p:tagLst xmlns:a="http://schemas.openxmlformats.org/drawingml/2006/main" xmlns:r="http://schemas.openxmlformats.org/officeDocument/2006/relationships" xmlns:p="http://schemas.openxmlformats.org/presentationml/2006/main">
  <p:tag name="THINKCELLSHAPEDONOTDELETE" val="tSDSxfmzgp3GddQFqx4qB0g"/>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tT3IYIYLJYrGvDD1z0fxthA"/>
</p:tagLst>
</file>

<file path=ppt/tags/tag5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0.xml><?xml version="1.0" encoding="utf-8"?>
<p:tagLst xmlns:a="http://schemas.openxmlformats.org/drawingml/2006/main" xmlns:r="http://schemas.openxmlformats.org/officeDocument/2006/relationships" xmlns:p="http://schemas.openxmlformats.org/presentationml/2006/main">
  <p:tag name="THINKCELLSHAPEDONOTDELETE" val="tK5owMgHqRP.U0JVtl3_7pA"/>
</p:tagLst>
</file>

<file path=ppt/tags/tag5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2.xml><?xml version="1.0" encoding="utf-8"?>
<p:tagLst xmlns:a="http://schemas.openxmlformats.org/drawingml/2006/main" xmlns:r="http://schemas.openxmlformats.org/officeDocument/2006/relationships" xmlns:p="http://schemas.openxmlformats.org/presentationml/2006/main">
  <p:tag name="NAME" val="SingleBoat"/>
</p:tagLst>
</file>

<file path=ppt/tags/tag543.xml><?xml version="1.0" encoding="utf-8"?>
<p:tagLst xmlns:a="http://schemas.openxmlformats.org/drawingml/2006/main" xmlns:r="http://schemas.openxmlformats.org/officeDocument/2006/relationships" xmlns:p="http://schemas.openxmlformats.org/presentationml/2006/main">
  <p:tag name="NAME" val="SingleBoat"/>
</p:tagLst>
</file>

<file path=ppt/tags/tag544.xml><?xml version="1.0" encoding="utf-8"?>
<p:tagLst xmlns:a="http://schemas.openxmlformats.org/drawingml/2006/main" xmlns:r="http://schemas.openxmlformats.org/officeDocument/2006/relationships" xmlns:p="http://schemas.openxmlformats.org/presentationml/2006/main">
  <p:tag name="NAME" val="SingleBoat"/>
</p:tagLst>
</file>

<file path=ppt/tags/tag545.xml><?xml version="1.0" encoding="utf-8"?>
<p:tagLst xmlns:a="http://schemas.openxmlformats.org/drawingml/2006/main" xmlns:r="http://schemas.openxmlformats.org/officeDocument/2006/relationships" xmlns:p="http://schemas.openxmlformats.org/presentationml/2006/main">
  <p:tag name="SYMBOLNAME" val="Chevron"/>
  <p:tag name="CIRCLESTATUS" val="White"/>
  <p:tag name="NAME" val="ChevronWhite"/>
</p:tagLst>
</file>

<file path=ppt/tags/tag546.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547.xml><?xml version="1.0" encoding="utf-8"?>
<p:tagLst xmlns:a="http://schemas.openxmlformats.org/drawingml/2006/main" xmlns:r="http://schemas.openxmlformats.org/officeDocument/2006/relationships" xmlns:p="http://schemas.openxmlformats.org/presentationml/2006/main">
  <p:tag name="NAME" val="CustomIcon"/>
</p:tagLst>
</file>

<file path=ppt/tags/tag548.xml><?xml version="1.0" encoding="utf-8"?>
<p:tagLst xmlns:a="http://schemas.openxmlformats.org/drawingml/2006/main" xmlns:r="http://schemas.openxmlformats.org/officeDocument/2006/relationships" xmlns:p="http://schemas.openxmlformats.org/presentationml/2006/main">
  <p:tag name="NAME" val="CustomIcon"/>
</p:tagLst>
</file>

<file path=ppt/tags/tag549.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550.xml><?xml version="1.0" encoding="utf-8"?>
<p:tagLst xmlns:a="http://schemas.openxmlformats.org/drawingml/2006/main" xmlns:r="http://schemas.openxmlformats.org/officeDocument/2006/relationships" xmlns:p="http://schemas.openxmlformats.org/presentationml/2006/main">
  <p:tag name="NAME" val="CustomIcon"/>
</p:tagLst>
</file>

<file path=ppt/tags/tag551.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552.xml><?xml version="1.0" encoding="utf-8"?>
<p:tagLst xmlns:a="http://schemas.openxmlformats.org/drawingml/2006/main" xmlns:r="http://schemas.openxmlformats.org/officeDocument/2006/relationships" xmlns:p="http://schemas.openxmlformats.org/presentationml/2006/main">
  <p:tag name="NAME" val="SingleBoatShape"/>
</p:tagLst>
</file>

<file path=ppt/tags/tag553.xml><?xml version="1.0" encoding="utf-8"?>
<p:tagLst xmlns:a="http://schemas.openxmlformats.org/drawingml/2006/main" xmlns:r="http://schemas.openxmlformats.org/officeDocument/2006/relationships" xmlns:p="http://schemas.openxmlformats.org/presentationml/2006/main">
  <p:tag name="NAME" val="SingleBoatText"/>
</p:tagLst>
</file>

<file path=ppt/tags/tag554.xml><?xml version="1.0" encoding="utf-8"?>
<p:tagLst xmlns:a="http://schemas.openxmlformats.org/drawingml/2006/main" xmlns:r="http://schemas.openxmlformats.org/officeDocument/2006/relationships" xmlns:p="http://schemas.openxmlformats.org/presentationml/2006/main">
  <p:tag name="NAME" val="SingleBoatShape"/>
</p:tagLst>
</file>

<file path=ppt/tags/tag555.xml><?xml version="1.0" encoding="utf-8"?>
<p:tagLst xmlns:a="http://schemas.openxmlformats.org/drawingml/2006/main" xmlns:r="http://schemas.openxmlformats.org/officeDocument/2006/relationships" xmlns:p="http://schemas.openxmlformats.org/presentationml/2006/main">
  <p:tag name="NAME" val="SingleBoatText"/>
</p:tagLst>
</file>

<file path=ppt/tags/tag556.xml><?xml version="1.0" encoding="utf-8"?>
<p:tagLst xmlns:a="http://schemas.openxmlformats.org/drawingml/2006/main" xmlns:r="http://schemas.openxmlformats.org/officeDocument/2006/relationships" xmlns:p="http://schemas.openxmlformats.org/presentationml/2006/main">
  <p:tag name="NAME" val="SingleBoatShape"/>
</p:tagLst>
</file>

<file path=ppt/tags/tag557.xml><?xml version="1.0" encoding="utf-8"?>
<p:tagLst xmlns:a="http://schemas.openxmlformats.org/drawingml/2006/main" xmlns:r="http://schemas.openxmlformats.org/officeDocument/2006/relationships" xmlns:p="http://schemas.openxmlformats.org/presentationml/2006/main">
  <p:tag name="NAME" val="SingleBoatText"/>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9.xml><?xml version="1.0" encoding="utf-8"?>
<p:tagLst xmlns:a="http://schemas.openxmlformats.org/drawingml/2006/main" xmlns:r="http://schemas.openxmlformats.org/officeDocument/2006/relationships" xmlns:p="http://schemas.openxmlformats.org/presentationml/2006/main">
  <p:tag name="THINKCELLSHAPEDONOTDELETE" val="tR3_97czCSOKLTjymaP1AAQ"/>
</p:tagLst>
</file>

<file path=ppt/tags/tag560.xml><?xml version="1.0" encoding="utf-8"?>
<p:tagLst xmlns:a="http://schemas.openxmlformats.org/drawingml/2006/main" xmlns:r="http://schemas.openxmlformats.org/officeDocument/2006/relationships" xmlns:p="http://schemas.openxmlformats.org/presentationml/2006/main">
  <p:tag name="SHAPENAME" val="2. Slide Title"/>
  <p:tag name="1LEVEL" val="1"/>
  <p:tag name="2LEVEL" val="0.5"/>
  <p:tag name="3LEVEL" val="0.25"/>
  <p:tag name="4LEVEL" val="0.12"/>
  <p:tag name="5LEVEL" val="0.06"/>
</p:tagLst>
</file>

<file path=ppt/tags/tag561.xml><?xml version="1.0" encoding="utf-8"?>
<p:tagLst xmlns:a="http://schemas.openxmlformats.org/drawingml/2006/main" xmlns:r="http://schemas.openxmlformats.org/officeDocument/2006/relationships" xmlns:p="http://schemas.openxmlformats.org/presentationml/2006/main">
  <p:tag name="1LEVEL" val="1"/>
  <p:tag name="2LEVEL" val="0.5"/>
  <p:tag name="3LEVEL" val="0.25"/>
  <p:tag name="4LEVEL" val="0.12"/>
  <p:tag name="5LEVEL" val="0.06"/>
</p:tagLst>
</file>

<file path=ppt/tags/tag562.xml><?xml version="1.0" encoding="utf-8"?>
<p:tagLst xmlns:a="http://schemas.openxmlformats.org/drawingml/2006/main" xmlns:r="http://schemas.openxmlformats.org/officeDocument/2006/relationships" xmlns:p="http://schemas.openxmlformats.org/presentationml/2006/main">
  <p:tag name="NAME" val="SingleBoat"/>
  <p:tag name="1LEVEL" val="1"/>
  <p:tag name="2LEVEL" val="0.5"/>
  <p:tag name="3LEVEL" val="0.25"/>
  <p:tag name="4LEVEL" val="0.12"/>
  <p:tag name="5LEVEL" val="0.06"/>
</p:tagLst>
</file>

<file path=ppt/tags/tag563.xml><?xml version="1.0" encoding="utf-8"?>
<p:tagLst xmlns:a="http://schemas.openxmlformats.org/drawingml/2006/main" xmlns:r="http://schemas.openxmlformats.org/officeDocument/2006/relationships" xmlns:p="http://schemas.openxmlformats.org/presentationml/2006/main">
  <p:tag name="NAME" val="SingleBoat"/>
</p:tagLst>
</file>

<file path=ppt/tags/tag564.xml><?xml version="1.0" encoding="utf-8"?>
<p:tagLst xmlns:a="http://schemas.openxmlformats.org/drawingml/2006/main" xmlns:r="http://schemas.openxmlformats.org/officeDocument/2006/relationships" xmlns:p="http://schemas.openxmlformats.org/presentationml/2006/main">
  <p:tag name="NAME" val="SingleBoatShape"/>
</p:tagLst>
</file>

<file path=ppt/tags/tag565.xml><?xml version="1.0" encoding="utf-8"?>
<p:tagLst xmlns:a="http://schemas.openxmlformats.org/drawingml/2006/main" xmlns:r="http://schemas.openxmlformats.org/officeDocument/2006/relationships" xmlns:p="http://schemas.openxmlformats.org/presentationml/2006/main">
  <p:tag name="NAME" val="SingleBoatText"/>
</p:tagLst>
</file>

<file path=ppt/tags/tag566.xml><?xml version="1.0" encoding="utf-8"?>
<p:tagLst xmlns:a="http://schemas.openxmlformats.org/drawingml/2006/main" xmlns:r="http://schemas.openxmlformats.org/officeDocument/2006/relationships" xmlns:p="http://schemas.openxmlformats.org/presentationml/2006/main">
  <p:tag name="NAME" val="SingleBoatShape"/>
</p:tagLst>
</file>

<file path=ppt/tags/tag567.xml><?xml version="1.0" encoding="utf-8"?>
<p:tagLst xmlns:a="http://schemas.openxmlformats.org/drawingml/2006/main" xmlns:r="http://schemas.openxmlformats.org/officeDocument/2006/relationships" xmlns:p="http://schemas.openxmlformats.org/presentationml/2006/main">
  <p:tag name="NAME" val="SingleBoatText"/>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9.xml><?xml version="1.0" encoding="utf-8"?>
<p:tagLst xmlns:a="http://schemas.openxmlformats.org/drawingml/2006/main" xmlns:r="http://schemas.openxmlformats.org/officeDocument/2006/relationships" xmlns:p="http://schemas.openxmlformats.org/presentationml/2006/main">
  <p:tag name="3LEVEL" val="0.5"/>
  <p:tag name="1LEVEL" val="2"/>
  <p:tag name="4LEVEL" val="0.25"/>
  <p:tag name="2LEVEL" val="1"/>
  <p:tag name="5LEVEL" val="0.12"/>
</p:tagLst>
</file>

<file path=ppt/tags/tag570.xml><?xml version="1.0" encoding="utf-8"?>
<p:tagLst xmlns:a="http://schemas.openxmlformats.org/drawingml/2006/main" xmlns:r="http://schemas.openxmlformats.org/officeDocument/2006/relationships" xmlns:p="http://schemas.openxmlformats.org/presentationml/2006/main">
  <p:tag name="1LEVEL" val="1"/>
  <p:tag name="2LEVEL" val="0.5"/>
  <p:tag name="3LEVEL" val="0.25"/>
  <p:tag name="4LEVEL" val="0.12"/>
  <p:tag name="5LEVEL" val="0.06"/>
</p:tagLst>
</file>

<file path=ppt/tags/tag571.xml><?xml version="1.0" encoding="utf-8"?>
<p:tagLst xmlns:a="http://schemas.openxmlformats.org/drawingml/2006/main" xmlns:r="http://schemas.openxmlformats.org/officeDocument/2006/relationships" xmlns:p="http://schemas.openxmlformats.org/presentationml/2006/main">
  <p:tag name="SYMBOLNAME" val="Chevron"/>
  <p:tag name="CIRCLESTATUS" val="White"/>
  <p:tag name="NAME" val="ChevronWhite"/>
</p:tagLst>
</file>

<file path=ppt/tags/tag572.xml><?xml version="1.0" encoding="utf-8"?>
<p:tagLst xmlns:a="http://schemas.openxmlformats.org/drawingml/2006/main" xmlns:r="http://schemas.openxmlformats.org/officeDocument/2006/relationships" xmlns:p="http://schemas.openxmlformats.org/presentationml/2006/main">
  <p:tag name="MTTABLE" val="HDiv"/>
  <p:tag name="MTNUMBER" val="0.521257471070279"/>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4.xml><?xml version="1.0" encoding="utf-8"?>
<p:tagLst xmlns:a="http://schemas.openxmlformats.org/drawingml/2006/main" xmlns:r="http://schemas.openxmlformats.org/officeDocument/2006/relationships" xmlns:p="http://schemas.openxmlformats.org/presentationml/2006/main">
  <p:tag name="1LEVEL" val="1"/>
  <p:tag name="2LEVEL" val="0.5"/>
  <p:tag name="3LEVEL" val="0.25"/>
  <p:tag name="4LEVEL" val="0.12"/>
  <p:tag name="5LEVEL" val="0.06"/>
</p:tagLst>
</file>

<file path=ppt/tags/tag5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7.xml><?xml version="1.0" encoding="utf-8"?>
<p:tagLst xmlns:a="http://schemas.openxmlformats.org/drawingml/2006/main" xmlns:r="http://schemas.openxmlformats.org/officeDocument/2006/relationships" xmlns:p="http://schemas.openxmlformats.org/presentationml/2006/main">
  <p:tag name="MTTABLE" val="HTitleDiv"/>
  <p:tag name="MTNUMBER" val="0.384627660449887"/>
</p:tagLst>
</file>

<file path=ppt/tags/tag578.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80"/>
  <p:tag name="HEIGHT" val="19.38748"/>
</p:tagLst>
</file>

<file path=ppt/tags/tag579.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80"/>
  <p:tag name="HEIGHT" val="19.38748"/>
</p:tagLst>
</file>

<file path=ppt/tags/tag580.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485.875"/>
  <p:tag name="TOP" val="80"/>
  <p:tag name="HEIGHT" val="19.38748"/>
</p:tagLst>
</file>

<file path=ppt/tags/tag581.xml><?xml version="1.0" encoding="utf-8"?>
<p:tagLst xmlns:a="http://schemas.openxmlformats.org/drawingml/2006/main" xmlns:r="http://schemas.openxmlformats.org/officeDocument/2006/relationships" xmlns:p="http://schemas.openxmlformats.org/presentationml/2006/main">
  <p:tag name="MTTABLE" val="HTitleDiv"/>
  <p:tag name="MTNUMBER" val="0.384627660449887"/>
</p:tagLst>
</file>

<file path=ppt/tags/tag582.xml><?xml version="1.0" encoding="utf-8"?>
<p:tagLst xmlns:a="http://schemas.openxmlformats.org/drawingml/2006/main" xmlns:r="http://schemas.openxmlformats.org/officeDocument/2006/relationships" xmlns:p="http://schemas.openxmlformats.org/presentationml/2006/main">
  <p:tag name="SYMBOLNAME" val="QuotationMarks"/>
  <p:tag name="CIRCLESTATUS" val="Blue"/>
  <p:tag name="NAME" val="QuotationMarksBlue"/>
</p:tagLst>
</file>

<file path=ppt/tags/tag583.xml><?xml version="1.0" encoding="utf-8"?>
<p:tagLst xmlns:a="http://schemas.openxmlformats.org/drawingml/2006/main" xmlns:r="http://schemas.openxmlformats.org/officeDocument/2006/relationships" xmlns:p="http://schemas.openxmlformats.org/presentationml/2006/main">
  <p:tag name="SYMBOLNAME" val="QuotationMarks"/>
  <p:tag name="CIRCLESTATUS" val="Blue"/>
  <p:tag name="NAME" val="QuotationMarksBlue"/>
</p:tagLst>
</file>

<file path=ppt/tags/tag584.xml><?xml version="1.0" encoding="utf-8"?>
<p:tagLst xmlns:a="http://schemas.openxmlformats.org/drawingml/2006/main" xmlns:r="http://schemas.openxmlformats.org/officeDocument/2006/relationships" xmlns:p="http://schemas.openxmlformats.org/presentationml/2006/main">
  <p:tag name="MTTABLE" val="HDiv"/>
  <p:tag name="MTNUMBER" val="0.384627660449887"/>
</p:tagLst>
</file>

<file path=ppt/tags/tag585.xml><?xml version="1.0" encoding="utf-8"?>
<p:tagLst xmlns:a="http://schemas.openxmlformats.org/drawingml/2006/main" xmlns:r="http://schemas.openxmlformats.org/officeDocument/2006/relationships" xmlns:p="http://schemas.openxmlformats.org/presentationml/2006/main">
  <p:tag name="SYMBOLNAME" val="QuotationMarks"/>
  <p:tag name="CIRCLESTATUS" val="Blue"/>
  <p:tag name="NAME" val="QuotationMarksBlue"/>
</p:tagLst>
</file>

<file path=ppt/tags/tag586.xml><?xml version="1.0" encoding="utf-8"?>
<p:tagLst xmlns:a="http://schemas.openxmlformats.org/drawingml/2006/main" xmlns:r="http://schemas.openxmlformats.org/officeDocument/2006/relationships" xmlns:p="http://schemas.openxmlformats.org/presentationml/2006/main">
  <p:tag name="MTTABLE" val="HDiv"/>
  <p:tag name="MTNUMBER" val="0.384627660449887"/>
</p:tagLst>
</file>

<file path=ppt/tags/tag587.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212.925"/>
  <p:tag name="HEIGHT" val="41.76874"/>
</p:tagLst>
</file>

<file path=ppt/tags/tag588.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212.925"/>
  <p:tag name="HEIGHT" val="41.76874"/>
</p:tagLst>
</file>

<file path=ppt/tags/tag589.xml><?xml version="1.0" encoding="utf-8"?>
<p:tagLst xmlns:a="http://schemas.openxmlformats.org/drawingml/2006/main" xmlns:r="http://schemas.openxmlformats.org/officeDocument/2006/relationships" xmlns:p="http://schemas.openxmlformats.org/presentationml/2006/main">
  <p:tag name="MTTABLE" val="HDiv"/>
  <p:tag name="MTNUMBER" val="0.384627660449887"/>
</p:tagLst>
</file>

<file path=ppt/tags/tag590.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161.1562"/>
  <p:tag name="HEIGHT" val="41.76874"/>
</p:tagLst>
</file>

<file path=ppt/tags/tag591.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161.1562"/>
  <p:tag name="HEIGHT" val="41.76874"/>
</p:tagLst>
</file>

<file path=ppt/tags/tag592.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109.3875"/>
  <p:tag name="HEIGHT" val="41.76874"/>
</p:tagLst>
</file>

<file path=ppt/tags/tag593.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109.3875"/>
  <p:tag name="HEIGHT" val="41.76874"/>
</p:tagLst>
</file>

<file path=ppt/tags/tag594.xml><?xml version="1.0" encoding="utf-8"?>
<p:tagLst xmlns:a="http://schemas.openxmlformats.org/drawingml/2006/main" xmlns:r="http://schemas.openxmlformats.org/officeDocument/2006/relationships" xmlns:p="http://schemas.openxmlformats.org/presentationml/2006/main">
  <p:tag name="MTTABLE" val="HDiv"/>
  <p:tag name="MTNUMBER" val="0.384627660449887"/>
</p:tagLst>
</file>

<file path=ppt/tags/tag595.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264.6937"/>
  <p:tag name="HEIGHT" val="41.76874"/>
</p:tagLst>
</file>

<file path=ppt/tags/tag596.xml><?xml version="1.0" encoding="utf-8"?>
<p:tagLst xmlns:a="http://schemas.openxmlformats.org/drawingml/2006/main" xmlns:r="http://schemas.openxmlformats.org/officeDocument/2006/relationships" xmlns:p="http://schemas.openxmlformats.org/presentationml/2006/main">
  <p:tag name="WIDTH" val="456.5"/>
  <p:tag name="MTTABLE" val="Cell"/>
  <p:tag name="MTNUMBER" val="0.384627660449887"/>
  <p:tag name="LEFT" val="9.375039"/>
  <p:tag name="TOP" val="264.6937"/>
  <p:tag name="HEIGHT" val="41.76874"/>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60C79C46-3DE0-406B-852E-8C351928615C}" vid="{7766E67E-35C6-4626-A2F3-DFF51776A78D}"/>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60C79C46-3DE0-406B-852E-8C351928615C}" vid="{A32B1A66-995D-460D-A7EF-1A976F41EBD7}"/>
    </a:ext>
  </a:extLst>
</a:theme>
</file>

<file path=ppt/theme/theme3.xml><?xml version="1.0" encoding="utf-8"?>
<a:theme xmlns:a="http://schemas.openxmlformats.org/drawingml/2006/main" name="CustomMaster 3">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C3FBFF45-EF7A-4DAA-BEA2-2CAF37679FE3}" vid="{E065B105-543B-4C36-9461-2C9B3656AF91}"/>
    </a:ext>
  </a:extLst>
</a:theme>
</file>

<file path=ppt/theme/theme4.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6617316E1BAD7429F8FD6EC1DCE4661" ma:contentTypeVersion="6" ma:contentTypeDescription="Create a new document." ma:contentTypeScope="" ma:versionID="9593a5269a7e710fb7e4eb517be50626">
  <xsd:schema xmlns:xsd="http://www.w3.org/2001/XMLSchema" xmlns:xs="http://www.w3.org/2001/XMLSchema" xmlns:p="http://schemas.microsoft.com/office/2006/metadata/properties" xmlns:ns2="f202e88d-e43f-48fa-96ea-639037dbdd02" xmlns:ns3="dbbda8ae-cd42-480a-8a34-4736ad38de43" targetNamespace="http://schemas.microsoft.com/office/2006/metadata/properties" ma:root="true" ma:fieldsID="91470a528d65fab568e128cfcba4fe61" ns2:_="" ns3:_="">
    <xsd:import namespace="f202e88d-e43f-48fa-96ea-639037dbdd02"/>
    <xsd:import namespace="dbbda8ae-cd42-480a-8a34-4736ad38de4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02e88d-e43f-48fa-96ea-639037dbdd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bda8ae-cd42-480a-8a34-4736ad38de4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2.xml><?xml version="1.0" encoding="utf-8"?>
<ds:datastoreItem xmlns:ds="http://schemas.openxmlformats.org/officeDocument/2006/customXml" ds:itemID="{43AB0CED-0CF2-4A58-ACF5-783C2EF529AA}">
  <ds:schemaRefs>
    <ds:schemaRef ds:uri="dbbda8ae-cd42-480a-8a34-4736ad38de43"/>
    <ds:schemaRef ds:uri="f202e88d-e43f-48fa-96ea-639037dbdd0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7DF283F-4B82-4892-8EF9-70B9B3E3286B}">
  <ds:schemaRefs>
    <ds:schemaRef ds:uri="http://purl.org/dc/elements/1.1/"/>
    <ds:schemaRef ds:uri="http://schemas.microsoft.com/office/2006/documentManagement/types"/>
    <ds:schemaRef ds:uri="http://schemas.microsoft.com/office/infopath/2007/PartnerControls"/>
    <ds:schemaRef ds:uri="http://purl.org/dc/dcmitype/"/>
    <ds:schemaRef ds:uri="http://purl.org/dc/terms/"/>
    <ds:schemaRef ds:uri="http://www.w3.org/XML/1998/namespace"/>
    <ds:schemaRef ds:uri="http://schemas.openxmlformats.org/package/2006/metadata/core-properties"/>
    <ds:schemaRef ds:uri="dbbda8ae-cd42-480a-8a34-4736ad38de43"/>
    <ds:schemaRef ds:uri="f202e88d-e43f-48fa-96ea-639037dbdd02"/>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2645</Words>
  <Application>Microsoft Office PowerPoint</Application>
  <PresentationFormat>Widescreen</PresentationFormat>
  <Paragraphs>380</Paragraphs>
  <Slides>24</Slides>
  <Notes>18</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24</vt:i4>
      </vt:variant>
    </vt:vector>
  </HeadingPairs>
  <TitlesOfParts>
    <vt:vector size="39" baseType="lpstr">
      <vt:lpstr>SimSun</vt:lpstr>
      <vt:lpstr>__PrimaryFont_2f57b1</vt:lpstr>
      <vt:lpstr>Arial</vt:lpstr>
      <vt:lpstr>Arial Narrow</vt:lpstr>
      <vt:lpstr>Avenir LT Pro 45 Book</vt:lpstr>
      <vt:lpstr>Calibri</vt:lpstr>
      <vt:lpstr>Georgia</vt:lpstr>
      <vt:lpstr>Segoe UI</vt:lpstr>
      <vt:lpstr>Theinhardt Pan Light</vt:lpstr>
      <vt:lpstr>Verdana</vt:lpstr>
      <vt:lpstr>Wingdings</vt:lpstr>
      <vt:lpstr>White</vt:lpstr>
      <vt:lpstr>Contrast</vt:lpstr>
      <vt:lpstr>CustomMaster 3</vt:lpstr>
      <vt:lpstr>think-cell Slide</vt:lpstr>
      <vt:lpstr>Behavioral interview training best practices</vt:lpstr>
      <vt:lpstr>Contact the team</vt:lpstr>
      <vt:lpstr>Context for this document</vt:lpstr>
      <vt:lpstr>Table of content</vt:lpstr>
      <vt:lpstr>Potential interviewer training workstream timeline</vt:lpstr>
      <vt:lpstr>Key client stakeholders</vt:lpstr>
      <vt:lpstr>Factors to consider when designing and delivering interviewer training </vt:lpstr>
      <vt:lpstr>Table of content</vt:lpstr>
      <vt:lpstr>Interviewer training is important in establishing an equitable talent acquisition process</vt:lpstr>
      <vt:lpstr>To maintain an equitable process, interviewers have core responsibilities</vt:lpstr>
      <vt:lpstr>Beware of unconscious biases throughout the interview process</vt:lpstr>
      <vt:lpstr>Table of content</vt:lpstr>
      <vt:lpstr>Typical structure of a behavioral interview</vt:lpstr>
      <vt:lpstr>Tips for each section of the interview</vt:lpstr>
      <vt:lpstr>Behavioral interviews ask open-ended questions to understand a candidate’s past experiences</vt:lpstr>
      <vt:lpstr>To get a more detailed response from the candidate, use STAR elements to ask the right probing questions</vt:lpstr>
      <vt:lpstr>Avoid asking questions about prohibited characteristics</vt:lpstr>
      <vt:lpstr>Example scoring standards for each assessed competency</vt:lpstr>
      <vt:lpstr>Table of content</vt:lpstr>
      <vt:lpstr>The debrief aims to help the Hiring Manager gather sufficient information to make the hiring decision</vt:lpstr>
      <vt:lpstr>Suggested debrief structure</vt:lpstr>
      <vt:lpstr>How to engage during debrief discussion</vt:lpstr>
      <vt:lpstr>Tips for debrief participation</vt:lpstr>
      <vt:lpstr>How to redirect subjective statements back to evidence during debrief</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cp:lastPrinted>2018-10-30T20:37:12Z</cp:lastPrinted>
  <dcterms:created xsi:type="dcterms:W3CDTF">2024-09-12T19:19:52Z</dcterms:created>
  <dcterms:modified xsi:type="dcterms:W3CDTF">2024-09-23T18:05:46Z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4</vt:lpwstr>
  </property>
  <property fmtid="{D5CDD505-2E9C-101B-9397-08002B2CF9AE}" pid="3" name="TemplateCreated">
    <vt:lpwstr>2019-02-27 01:18 PM</vt:lpwstr>
  </property>
</Properties>
</file>