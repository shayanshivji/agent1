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864" r:id="rId2"/>
  </p:sldMasterIdLst>
  <p:notesMasterIdLst>
    <p:notesMasterId r:id="rId5"/>
  </p:notesMasterIdLst>
  <p:handoutMasterIdLst>
    <p:handoutMasterId r:id="rId6"/>
  </p:handoutMasterIdLst>
  <p:sldIdLst>
    <p:sldId id="257" r:id="rId3"/>
    <p:sldId id="258" r:id="rId4"/>
  </p:sldIdLst>
  <p:sldSz cx="12192000" cy="6858000"/>
  <p:notesSz cx="7102475" cy="9388475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F79"/>
    <a:srgbClr val="D3DCFF"/>
    <a:srgbClr val="CAEFFF"/>
    <a:srgbClr val="FFA800"/>
    <a:srgbClr val="0BDACB"/>
    <a:srgbClr val="E33B3B"/>
    <a:srgbClr val="D0D0D0"/>
    <a:srgbClr val="051C2C"/>
    <a:srgbClr val="00000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75" autoAdjust="0"/>
    <p:restoredTop sz="96617" autoAdjust="0"/>
  </p:normalViewPr>
  <p:slideViewPr>
    <p:cSldViewPr snapToGrid="0" snapToObjects="1">
      <p:cViewPr varScale="1">
        <p:scale>
          <a:sx n="76" d="100"/>
          <a:sy n="76" d="100"/>
        </p:scale>
        <p:origin x="652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16 January 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16 January 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13" Type="http://schemas.openxmlformats.org/officeDocument/2006/relationships/image" Target="../media/image5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4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oleObject" Target="../embeddings/oleObject2.bin"/><Relationship Id="rId5" Type="http://schemas.openxmlformats.org/officeDocument/2006/relationships/tags" Target="../tags/tag27.xml"/><Relationship Id="rId10" Type="http://schemas.openxmlformats.org/officeDocument/2006/relationships/image" Target="../media/image3.svg"/><Relationship Id="rId4" Type="http://schemas.openxmlformats.org/officeDocument/2006/relationships/tags" Target="../tags/tag26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1.emf"/><Relationship Id="rId4" Type="http://schemas.openxmlformats.org/officeDocument/2006/relationships/tags" Target="../tags/tag33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6.emf"/><Relationship Id="rId4" Type="http://schemas.openxmlformats.org/officeDocument/2006/relationships/tags" Target="../tags/tag54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1.emf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1.xml"/><Relationship Id="rId9" Type="http://schemas.openxmlformats.org/officeDocument/2006/relationships/tags" Target="../tags/tag66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1.emf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image" Target="../media/image1.emf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image" Target="../media/image7.emf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oleObject" Target="../embeddings/oleObject9.bin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12" Type="http://schemas.openxmlformats.org/officeDocument/2006/relationships/image" Target="../media/image1.emf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9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7.xml"/><Relationship Id="rId9" Type="http://schemas.openxmlformats.org/officeDocument/2006/relationships/tags" Target="../tags/tag10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7.xml"/><Relationship Id="rId4" Type="http://schemas.openxmlformats.org/officeDocument/2006/relationships/tags" Target="../tags/tag10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8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1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13" Type="http://schemas.openxmlformats.org/officeDocument/2006/relationships/image" Target="../media/image5.png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image" Target="../media/image4.emf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39.xml"/><Relationship Id="rId10" Type="http://schemas.openxmlformats.org/officeDocument/2006/relationships/image" Target="../media/image3.svg"/><Relationship Id="rId4" Type="http://schemas.openxmlformats.org/officeDocument/2006/relationships/tags" Target="../tags/tag138.xml"/><Relationship Id="rId9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10" Type="http://schemas.openxmlformats.org/officeDocument/2006/relationships/image" Target="../media/image1.emf"/><Relationship Id="rId4" Type="http://schemas.openxmlformats.org/officeDocument/2006/relationships/tags" Target="../tags/tag145.xml"/><Relationship Id="rId9" Type="http://schemas.openxmlformats.org/officeDocument/2006/relationships/oleObject" Target="../embeddings/oleObject14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6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5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9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10" Type="http://schemas.openxmlformats.org/officeDocument/2006/relationships/image" Target="../media/image6.emf"/><Relationship Id="rId4" Type="http://schemas.openxmlformats.org/officeDocument/2006/relationships/tags" Target="../tags/tag166.xml"/><Relationship Id="rId9" Type="http://schemas.openxmlformats.org/officeDocument/2006/relationships/oleObject" Target="../embeddings/oleObject16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image" Target="../media/image1.emf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7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3.xml"/><Relationship Id="rId9" Type="http://schemas.openxmlformats.org/officeDocument/2006/relationships/tags" Target="../tags/tag178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image" Target="../media/image1.emf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8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2.xml"/><Relationship Id="rId9" Type="http://schemas.openxmlformats.org/officeDocument/2006/relationships/tags" Target="../tags/tag187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10.emf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19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04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12" Type="http://schemas.openxmlformats.org/officeDocument/2006/relationships/image" Target="../media/image1.emf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0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0.xml"/><Relationship Id="rId9" Type="http://schemas.openxmlformats.org/officeDocument/2006/relationships/tags" Target="../tags/tag20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3" Type="http://schemas.openxmlformats.org/officeDocument/2006/relationships/tags" Target="../tags/tag208.xml"/><Relationship Id="rId7" Type="http://schemas.openxmlformats.org/officeDocument/2006/relationships/tags" Target="../tags/tag212.xml"/><Relationship Id="rId12" Type="http://schemas.openxmlformats.org/officeDocument/2006/relationships/image" Target="../media/image10.emf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1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9.xml"/><Relationship Id="rId9" Type="http://schemas.openxmlformats.org/officeDocument/2006/relationships/tags" Target="../tags/tag214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image" Target="../media/image10.emf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1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8.xml"/><Relationship Id="rId9" Type="http://schemas.openxmlformats.org/officeDocument/2006/relationships/tags" Target="../tags/tag22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12" Type="http://schemas.openxmlformats.org/officeDocument/2006/relationships/image" Target="../media/image1.emf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2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7.xml"/><Relationship Id="rId9" Type="http://schemas.openxmlformats.org/officeDocument/2006/relationships/tags" Target="../tags/tag23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12" Type="http://schemas.openxmlformats.org/officeDocument/2006/relationships/image" Target="../media/image1.emf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oleObject" Target="../embeddings/oleObject24.bin"/><Relationship Id="rId5" Type="http://schemas.openxmlformats.org/officeDocument/2006/relationships/tags" Target="../tags/tag23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6.xml"/><Relationship Id="rId9" Type="http://schemas.openxmlformats.org/officeDocument/2006/relationships/tags" Target="../tags/tag24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46.xml"/><Relationship Id="rId4" Type="http://schemas.openxmlformats.org/officeDocument/2006/relationships/tags" Target="../tags/tag24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0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emf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artnership">
            <a:extLst>
              <a:ext uri="{FF2B5EF4-FFF2-40B4-BE49-F238E27FC236}">
                <a16:creationId xmlns:a16="http://schemas.microsoft.com/office/drawing/2014/main" id="{2DB70230-A6B5-4979-8308-8CA8DA9D951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551942" y="6190488"/>
            <a:ext cx="2322576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9B901D-B453-AF7B-D88E-B6D4F7F7ABC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51942" y="481160"/>
            <a:ext cx="2374202" cy="5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7E58B1EC-B087-B20C-A684-D8226C0B683F}"/>
              </a:ext>
            </a:extLst>
          </p:cNvPr>
          <p:cNvCxnSpPr/>
          <p:nvPr userDrawn="1"/>
        </p:nvCxnSpPr>
        <p:spPr>
          <a:xfrm>
            <a:off x="554736" y="1178852"/>
            <a:ext cx="251405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5956DAF5-AC20-CB28-DA65-AD66C1F17055}"/>
              </a:ext>
            </a:extLst>
          </p:cNvPr>
          <p:cNvCxnSpPr/>
          <p:nvPr userDrawn="1"/>
        </p:nvCxnSpPr>
        <p:spPr>
          <a:xfrm>
            <a:off x="554736" y="6453769"/>
            <a:ext cx="251405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Right">
            <a:extLst>
              <a:ext uri="{FF2B5EF4-FFF2-40B4-BE49-F238E27FC236}">
                <a16:creationId xmlns:a16="http://schemas.microsoft.com/office/drawing/2014/main" id="{3DD4D4F2-07FE-362A-D45A-F641454D16D9}"/>
              </a:ext>
            </a:extLst>
          </p:cNvPr>
          <p:cNvCxnSpPr/>
          <p:nvPr userDrawn="1"/>
        </p:nvCxnSpPr>
        <p:spPr>
          <a:xfrm>
            <a:off x="3712833" y="1178852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E8862A13-8D91-28C3-1E38-15083C2E9F2C}"/>
              </a:ext>
            </a:extLst>
          </p:cNvPr>
          <p:cNvCxnSpPr/>
          <p:nvPr userDrawn="1"/>
        </p:nvCxnSpPr>
        <p:spPr>
          <a:xfrm>
            <a:off x="3712833" y="6453769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AC01E952-5F03-76C0-204B-FA26DCAE2699}"/>
              </a:ext>
            </a:extLst>
          </p:cNvPr>
          <p:cNvCxnSpPr/>
          <p:nvPr userDrawn="1"/>
        </p:nvCxnSpPr>
        <p:spPr>
          <a:xfrm>
            <a:off x="554736" y="1178852"/>
            <a:ext cx="346482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401B228E-9C64-6740-1953-5C3B51A8582A}"/>
              </a:ext>
            </a:extLst>
          </p:cNvPr>
          <p:cNvCxnSpPr/>
          <p:nvPr userDrawn="1"/>
        </p:nvCxnSpPr>
        <p:spPr>
          <a:xfrm>
            <a:off x="554736" y="6453769"/>
            <a:ext cx="346482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Right">
            <a:extLst>
              <a:ext uri="{FF2B5EF4-FFF2-40B4-BE49-F238E27FC236}">
                <a16:creationId xmlns:a16="http://schemas.microsoft.com/office/drawing/2014/main" id="{B8843BB7-3829-0AA7-78D8-929561474936}"/>
              </a:ext>
            </a:extLst>
          </p:cNvPr>
          <p:cNvCxnSpPr>
            <a:cxnSpLocks/>
          </p:cNvCxnSpPr>
          <p:nvPr userDrawn="1"/>
        </p:nvCxnSpPr>
        <p:spPr>
          <a:xfrm>
            <a:off x="4673048" y="1178852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68BB6120-1D5E-A825-87DE-BB0181736AE3}"/>
              </a:ext>
            </a:extLst>
          </p:cNvPr>
          <p:cNvCxnSpPr/>
          <p:nvPr userDrawn="1"/>
        </p:nvCxnSpPr>
        <p:spPr>
          <a:xfrm>
            <a:off x="4673048" y="6453769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E538BBC6-E8B4-8E9C-721E-26AC4BAB9C28}"/>
              </a:ext>
            </a:extLst>
          </p:cNvPr>
          <p:cNvCxnSpPr/>
          <p:nvPr userDrawn="1"/>
        </p:nvCxnSpPr>
        <p:spPr>
          <a:xfrm>
            <a:off x="554736" y="1178852"/>
            <a:ext cx="5064674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B1C1AA57-1043-5AB6-9975-954F41FDF935}"/>
              </a:ext>
            </a:extLst>
          </p:cNvPr>
          <p:cNvCxnSpPr/>
          <p:nvPr userDrawn="1"/>
        </p:nvCxnSpPr>
        <p:spPr>
          <a:xfrm>
            <a:off x="554736" y="6453769"/>
            <a:ext cx="5064674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12AFA208-40F9-1A55-1012-8B071F27FDAA}"/>
              </a:ext>
            </a:extLst>
          </p:cNvPr>
          <p:cNvCxnSpPr/>
          <p:nvPr userDrawn="1"/>
        </p:nvCxnSpPr>
        <p:spPr>
          <a:xfrm>
            <a:off x="6575189" y="1178852"/>
            <a:ext cx="506467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916FFF0E-D194-F933-BDF0-2877C30ABBF5}"/>
              </a:ext>
            </a:extLst>
          </p:cNvPr>
          <p:cNvCxnSpPr/>
          <p:nvPr userDrawn="1"/>
        </p:nvCxnSpPr>
        <p:spPr>
          <a:xfrm>
            <a:off x="6575189" y="6453769"/>
            <a:ext cx="506467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16B59F77-9CE4-2E7D-2B33-1E929A0A7DE5}"/>
              </a:ext>
            </a:extLst>
          </p:cNvPr>
          <p:cNvCxnSpPr/>
          <p:nvPr userDrawn="1"/>
        </p:nvCxnSpPr>
        <p:spPr>
          <a:xfrm>
            <a:off x="554736" y="1178852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D25B327A-AB79-5B84-698B-185DC55B4024}"/>
              </a:ext>
            </a:extLst>
          </p:cNvPr>
          <p:cNvCxnSpPr/>
          <p:nvPr userDrawn="1"/>
        </p:nvCxnSpPr>
        <p:spPr>
          <a:xfrm>
            <a:off x="554736" y="6453769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FFD7AD22-CBBD-C62F-0933-88010E7F05FE}"/>
              </a:ext>
            </a:extLst>
          </p:cNvPr>
          <p:cNvCxnSpPr/>
          <p:nvPr userDrawn="1"/>
        </p:nvCxnSpPr>
        <p:spPr>
          <a:xfrm>
            <a:off x="8175547" y="1178852"/>
            <a:ext cx="346482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74FE3506-CC26-3188-E62E-7DDE491C2B47}"/>
              </a:ext>
            </a:extLst>
          </p:cNvPr>
          <p:cNvCxnSpPr/>
          <p:nvPr userDrawn="1"/>
        </p:nvCxnSpPr>
        <p:spPr>
          <a:xfrm>
            <a:off x="8175547" y="6453769"/>
            <a:ext cx="346482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7A5E16CC-FC6F-488E-8CDA-5D2269497F8B}"/>
              </a:ext>
            </a:extLst>
          </p:cNvPr>
          <p:cNvCxnSpPr/>
          <p:nvPr userDrawn="1"/>
        </p:nvCxnSpPr>
        <p:spPr>
          <a:xfrm>
            <a:off x="554736" y="1178852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977B7FA8-3D24-3BF2-B024-FBB6DF290366}"/>
              </a:ext>
            </a:extLst>
          </p:cNvPr>
          <p:cNvCxnSpPr/>
          <p:nvPr userDrawn="1"/>
        </p:nvCxnSpPr>
        <p:spPr>
          <a:xfrm>
            <a:off x="554736" y="6453769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F20F7BCC-F59C-EA7B-5223-79AB413BD5A5}"/>
              </a:ext>
            </a:extLst>
          </p:cNvPr>
          <p:cNvCxnSpPr/>
          <p:nvPr userDrawn="1"/>
        </p:nvCxnSpPr>
        <p:spPr>
          <a:xfrm>
            <a:off x="9117473" y="1178852"/>
            <a:ext cx="251405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Right">
            <a:extLst>
              <a:ext uri="{FF2B5EF4-FFF2-40B4-BE49-F238E27FC236}">
                <a16:creationId xmlns:a16="http://schemas.microsoft.com/office/drawing/2014/main" id="{CDC51289-EFE5-790C-9634-42335106FB94}"/>
              </a:ext>
            </a:extLst>
          </p:cNvPr>
          <p:cNvCxnSpPr/>
          <p:nvPr userDrawn="1"/>
        </p:nvCxnSpPr>
        <p:spPr>
          <a:xfrm>
            <a:off x="9117473" y="6453769"/>
            <a:ext cx="251405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2" name="TopLineLeft">
            <a:extLst>
              <a:ext uri="{FF2B5EF4-FFF2-40B4-BE49-F238E27FC236}">
                <a16:creationId xmlns:a16="http://schemas.microsoft.com/office/drawing/2014/main" id="{C91C6FEF-1E07-D903-BBC4-3EA0A1EB75CC}"/>
              </a:ext>
            </a:extLst>
          </p:cNvPr>
          <p:cNvCxnSpPr/>
          <p:nvPr userDrawn="1"/>
        </p:nvCxnSpPr>
        <p:spPr>
          <a:xfrm>
            <a:off x="554736" y="1178852"/>
            <a:ext cx="11080117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ottomLineLeft">
            <a:extLst>
              <a:ext uri="{FF2B5EF4-FFF2-40B4-BE49-F238E27FC236}">
                <a16:creationId xmlns:a16="http://schemas.microsoft.com/office/drawing/2014/main" id="{DB006D17-9FAF-D374-6BF5-2C69864E6F36}"/>
              </a:ext>
            </a:extLst>
          </p:cNvPr>
          <p:cNvCxnSpPr/>
          <p:nvPr userDrawn="1"/>
        </p:nvCxnSpPr>
        <p:spPr>
          <a:xfrm>
            <a:off x="554736" y="6453769"/>
            <a:ext cx="11080117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pic>
        <p:nvPicPr>
          <p:cNvPr id="3" name="Partnership">
            <a:extLst>
              <a:ext uri="{FF2B5EF4-FFF2-40B4-BE49-F238E27FC236}">
                <a16:creationId xmlns:a16="http://schemas.microsoft.com/office/drawing/2014/main" id="{406BABA0-9DFC-49A9-8EAF-33E4D637F9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8D595-7ED5-1B28-B8D3-7D74A5D7C15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51942" y="481160"/>
            <a:ext cx="2374202" cy="5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rtnership">
            <a:extLst>
              <a:ext uri="{FF2B5EF4-FFF2-40B4-BE49-F238E27FC236}">
                <a16:creationId xmlns:a16="http://schemas.microsoft.com/office/drawing/2014/main" id="{81F7CCA8-F56A-4400-9CFC-D4344A1BA62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551942" y="6190488"/>
            <a:ext cx="2322576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bg2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bg2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DA8D6A-CDFD-4080-A78F-0D6AFB43253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51942" y="481160"/>
            <a:ext cx="2374202" cy="5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6506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AA0C977D-4FD8-798E-3C5A-F3F4EDC0D409}"/>
              </a:ext>
            </a:extLst>
          </p:cNvPr>
          <p:cNvCxnSpPr/>
          <p:nvPr userDrawn="1"/>
        </p:nvCxnSpPr>
        <p:spPr>
          <a:xfrm>
            <a:off x="554736" y="1178852"/>
            <a:ext cx="251405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B6204255-4E1E-5A85-C558-C0C214F4B0F5}"/>
              </a:ext>
            </a:extLst>
          </p:cNvPr>
          <p:cNvCxnSpPr/>
          <p:nvPr userDrawn="1"/>
        </p:nvCxnSpPr>
        <p:spPr>
          <a:xfrm>
            <a:off x="554736" y="6453769"/>
            <a:ext cx="2514053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Right">
            <a:extLst>
              <a:ext uri="{FF2B5EF4-FFF2-40B4-BE49-F238E27FC236}">
                <a16:creationId xmlns:a16="http://schemas.microsoft.com/office/drawing/2014/main" id="{A5E9AE25-06A7-05B0-35B8-EDF75E567CF6}"/>
              </a:ext>
            </a:extLst>
          </p:cNvPr>
          <p:cNvCxnSpPr/>
          <p:nvPr userDrawn="1"/>
        </p:nvCxnSpPr>
        <p:spPr>
          <a:xfrm>
            <a:off x="3712833" y="1178852"/>
            <a:ext cx="7916981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D72A1120-963B-2C91-ABBA-F1D0059FC326}"/>
              </a:ext>
            </a:extLst>
          </p:cNvPr>
          <p:cNvCxnSpPr/>
          <p:nvPr userDrawn="1"/>
        </p:nvCxnSpPr>
        <p:spPr>
          <a:xfrm>
            <a:off x="3712833" y="6453769"/>
            <a:ext cx="7916981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71975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2" name="TopLineLeft">
            <a:extLst>
              <a:ext uri="{FF2B5EF4-FFF2-40B4-BE49-F238E27FC236}">
                <a16:creationId xmlns:a16="http://schemas.microsoft.com/office/drawing/2014/main" id="{2787C4EC-CAFE-6371-662A-700DB73CCA3A}"/>
              </a:ext>
            </a:extLst>
          </p:cNvPr>
          <p:cNvCxnSpPr/>
          <p:nvPr userDrawn="1"/>
        </p:nvCxnSpPr>
        <p:spPr>
          <a:xfrm>
            <a:off x="554736" y="1178852"/>
            <a:ext cx="346482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CC6DF02E-46FB-30E6-F4ED-24AAEE2B2DAF}"/>
              </a:ext>
            </a:extLst>
          </p:cNvPr>
          <p:cNvCxnSpPr/>
          <p:nvPr userDrawn="1"/>
        </p:nvCxnSpPr>
        <p:spPr>
          <a:xfrm>
            <a:off x="554736" y="6453769"/>
            <a:ext cx="346482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Right">
            <a:extLst>
              <a:ext uri="{FF2B5EF4-FFF2-40B4-BE49-F238E27FC236}">
                <a16:creationId xmlns:a16="http://schemas.microsoft.com/office/drawing/2014/main" id="{EE035CDE-E4DE-0802-82E4-99FF4A6296B3}"/>
              </a:ext>
            </a:extLst>
          </p:cNvPr>
          <p:cNvCxnSpPr/>
          <p:nvPr userDrawn="1"/>
        </p:nvCxnSpPr>
        <p:spPr>
          <a:xfrm>
            <a:off x="4673048" y="1178852"/>
            <a:ext cx="6966212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A9472B42-97F8-8B09-AD46-209CE206B45E}"/>
              </a:ext>
            </a:extLst>
          </p:cNvPr>
          <p:cNvCxnSpPr/>
          <p:nvPr userDrawn="1"/>
        </p:nvCxnSpPr>
        <p:spPr>
          <a:xfrm>
            <a:off x="4673048" y="6453769"/>
            <a:ext cx="6966212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25979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BFDE74C6-CBE5-B25C-8B93-633EEBCEFD6B}"/>
              </a:ext>
            </a:extLst>
          </p:cNvPr>
          <p:cNvCxnSpPr/>
          <p:nvPr userDrawn="1"/>
        </p:nvCxnSpPr>
        <p:spPr>
          <a:xfrm>
            <a:off x="554736" y="1178852"/>
            <a:ext cx="5064674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6999F236-27D5-0AF0-17F1-EEE6E2EB8497}"/>
              </a:ext>
            </a:extLst>
          </p:cNvPr>
          <p:cNvCxnSpPr/>
          <p:nvPr userDrawn="1"/>
        </p:nvCxnSpPr>
        <p:spPr>
          <a:xfrm>
            <a:off x="554736" y="6453769"/>
            <a:ext cx="5064674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592478DB-8802-4C5F-4DEB-6A86C4C5E17E}"/>
              </a:ext>
            </a:extLst>
          </p:cNvPr>
          <p:cNvCxnSpPr/>
          <p:nvPr userDrawn="1"/>
        </p:nvCxnSpPr>
        <p:spPr>
          <a:xfrm>
            <a:off x="6575189" y="1178852"/>
            <a:ext cx="506467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6BE3C170-6AC6-FC63-C0DE-786FA3DED779}"/>
              </a:ext>
            </a:extLst>
          </p:cNvPr>
          <p:cNvCxnSpPr/>
          <p:nvPr userDrawn="1"/>
        </p:nvCxnSpPr>
        <p:spPr>
          <a:xfrm>
            <a:off x="6575189" y="6453769"/>
            <a:ext cx="506467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5747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2ABF2547-52F3-B8A6-DB69-30B2A093FF0E}"/>
              </a:ext>
            </a:extLst>
          </p:cNvPr>
          <p:cNvCxnSpPr/>
          <p:nvPr userDrawn="1"/>
        </p:nvCxnSpPr>
        <p:spPr>
          <a:xfrm>
            <a:off x="554736" y="1178852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6D01E115-E56B-4371-2E83-80C4C68FA80A}"/>
              </a:ext>
            </a:extLst>
          </p:cNvPr>
          <p:cNvCxnSpPr/>
          <p:nvPr userDrawn="1"/>
        </p:nvCxnSpPr>
        <p:spPr>
          <a:xfrm>
            <a:off x="554736" y="6453769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E734C53A-49BD-B34E-BB9B-B58223A38AFB}"/>
              </a:ext>
            </a:extLst>
          </p:cNvPr>
          <p:cNvCxnSpPr/>
          <p:nvPr userDrawn="1"/>
        </p:nvCxnSpPr>
        <p:spPr>
          <a:xfrm>
            <a:off x="8175547" y="1178852"/>
            <a:ext cx="346482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EC25B84D-BE82-34E0-0C85-8A3C2822299D}"/>
              </a:ext>
            </a:extLst>
          </p:cNvPr>
          <p:cNvCxnSpPr/>
          <p:nvPr userDrawn="1"/>
        </p:nvCxnSpPr>
        <p:spPr>
          <a:xfrm>
            <a:off x="8175547" y="6453769"/>
            <a:ext cx="346482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807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33C5D053-BDF6-3561-7A4A-11818ECB3911}"/>
              </a:ext>
            </a:extLst>
          </p:cNvPr>
          <p:cNvCxnSpPr/>
          <p:nvPr userDrawn="1"/>
        </p:nvCxnSpPr>
        <p:spPr>
          <a:xfrm>
            <a:off x="554736" y="1178852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A8F35C8C-00CB-BE94-85A9-567356F2698C}"/>
              </a:ext>
            </a:extLst>
          </p:cNvPr>
          <p:cNvCxnSpPr/>
          <p:nvPr userDrawn="1"/>
        </p:nvCxnSpPr>
        <p:spPr>
          <a:xfrm>
            <a:off x="554736" y="6453769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29849419-CF9F-9C07-285E-E72F48BF7772}"/>
              </a:ext>
            </a:extLst>
          </p:cNvPr>
          <p:cNvCxnSpPr/>
          <p:nvPr userDrawn="1"/>
        </p:nvCxnSpPr>
        <p:spPr>
          <a:xfrm>
            <a:off x="9117473" y="1178852"/>
            <a:ext cx="251405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Right">
            <a:extLst>
              <a:ext uri="{FF2B5EF4-FFF2-40B4-BE49-F238E27FC236}">
                <a16:creationId xmlns:a16="http://schemas.microsoft.com/office/drawing/2014/main" id="{5793B51F-9460-131D-0EA4-B0E9A9001061}"/>
              </a:ext>
            </a:extLst>
          </p:cNvPr>
          <p:cNvCxnSpPr/>
          <p:nvPr userDrawn="1"/>
        </p:nvCxnSpPr>
        <p:spPr>
          <a:xfrm>
            <a:off x="9117473" y="6453769"/>
            <a:ext cx="251405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6890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2" name="TopLineLeft">
            <a:extLst>
              <a:ext uri="{FF2B5EF4-FFF2-40B4-BE49-F238E27FC236}">
                <a16:creationId xmlns:a16="http://schemas.microsoft.com/office/drawing/2014/main" id="{8974DB1E-79D9-7981-DA9F-169FCF93CD2F}"/>
              </a:ext>
            </a:extLst>
          </p:cNvPr>
          <p:cNvCxnSpPr/>
          <p:nvPr userDrawn="1"/>
        </p:nvCxnSpPr>
        <p:spPr>
          <a:xfrm>
            <a:off x="554736" y="1178852"/>
            <a:ext cx="5068852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F43682AC-F2D8-881C-2A9B-844C345E1A82}"/>
              </a:ext>
            </a:extLst>
          </p:cNvPr>
          <p:cNvCxnSpPr/>
          <p:nvPr userDrawn="1"/>
        </p:nvCxnSpPr>
        <p:spPr>
          <a:xfrm>
            <a:off x="554736" y="6453769"/>
            <a:ext cx="5068852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CB49BA0A-E896-46E2-AA5B-3DCF0A624A51}"/>
              </a:ext>
            </a:extLst>
          </p:cNvPr>
          <p:cNvCxnSpPr/>
          <p:nvPr userDrawn="1"/>
        </p:nvCxnSpPr>
        <p:spPr>
          <a:xfrm>
            <a:off x="6538609" y="1178852"/>
            <a:ext cx="506885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59EA4AF9-147E-BAC3-C8C6-8EB9693E1D45}"/>
              </a:ext>
            </a:extLst>
          </p:cNvPr>
          <p:cNvCxnSpPr/>
          <p:nvPr userDrawn="1"/>
        </p:nvCxnSpPr>
        <p:spPr>
          <a:xfrm>
            <a:off x="6538609" y="6453769"/>
            <a:ext cx="506885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82436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8A0944ED-38F7-7867-D056-7C54BCB28A75}"/>
              </a:ext>
            </a:extLst>
          </p:cNvPr>
          <p:cNvCxnSpPr/>
          <p:nvPr userDrawn="1"/>
        </p:nvCxnSpPr>
        <p:spPr>
          <a:xfrm>
            <a:off x="554736" y="1178852"/>
            <a:ext cx="3464822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289CA242-5BDA-924F-E099-26ED0C3B398C}"/>
              </a:ext>
            </a:extLst>
          </p:cNvPr>
          <p:cNvCxnSpPr/>
          <p:nvPr userDrawn="1"/>
        </p:nvCxnSpPr>
        <p:spPr>
          <a:xfrm>
            <a:off x="554736" y="6453769"/>
            <a:ext cx="3464822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908A2E8F-79EE-79E2-31D8-9459234CC796}"/>
              </a:ext>
            </a:extLst>
          </p:cNvPr>
          <p:cNvCxnSpPr/>
          <p:nvPr userDrawn="1"/>
        </p:nvCxnSpPr>
        <p:spPr>
          <a:xfrm>
            <a:off x="4673048" y="1178852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E9BBCBDD-E1F4-1A28-7ED9-F85A10942A32}"/>
              </a:ext>
            </a:extLst>
          </p:cNvPr>
          <p:cNvCxnSpPr/>
          <p:nvPr userDrawn="1"/>
        </p:nvCxnSpPr>
        <p:spPr>
          <a:xfrm>
            <a:off x="4673048" y="6453769"/>
            <a:ext cx="6966212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6601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493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4" name="TopLineLeft">
            <a:extLst>
              <a:ext uri="{FF2B5EF4-FFF2-40B4-BE49-F238E27FC236}">
                <a16:creationId xmlns:a16="http://schemas.microsoft.com/office/drawing/2014/main" id="{0E2D50C2-343C-C317-6626-E1D8283A7270}"/>
              </a:ext>
            </a:extLst>
          </p:cNvPr>
          <p:cNvCxnSpPr/>
          <p:nvPr userDrawn="1"/>
        </p:nvCxnSpPr>
        <p:spPr>
          <a:xfrm>
            <a:off x="554736" y="1178852"/>
            <a:ext cx="251405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Left">
            <a:extLst>
              <a:ext uri="{FF2B5EF4-FFF2-40B4-BE49-F238E27FC236}">
                <a16:creationId xmlns:a16="http://schemas.microsoft.com/office/drawing/2014/main" id="{D45FD028-C81A-D778-214C-500762C020D0}"/>
              </a:ext>
            </a:extLst>
          </p:cNvPr>
          <p:cNvCxnSpPr/>
          <p:nvPr userDrawn="1"/>
        </p:nvCxnSpPr>
        <p:spPr>
          <a:xfrm>
            <a:off x="554736" y="6453769"/>
            <a:ext cx="2514053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CB4D448B-560A-412D-3109-AE1322C5ADC6}"/>
              </a:ext>
            </a:extLst>
          </p:cNvPr>
          <p:cNvCxnSpPr/>
          <p:nvPr userDrawn="1"/>
        </p:nvCxnSpPr>
        <p:spPr>
          <a:xfrm>
            <a:off x="3712833" y="1178852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Right">
            <a:extLst>
              <a:ext uri="{FF2B5EF4-FFF2-40B4-BE49-F238E27FC236}">
                <a16:creationId xmlns:a16="http://schemas.microsoft.com/office/drawing/2014/main" id="{DA4FA74E-8D82-B5C6-16ED-61E46A1D51CC}"/>
              </a:ext>
            </a:extLst>
          </p:cNvPr>
          <p:cNvCxnSpPr/>
          <p:nvPr userDrawn="1"/>
        </p:nvCxnSpPr>
        <p:spPr>
          <a:xfrm>
            <a:off x="3712833" y="6453769"/>
            <a:ext cx="7916981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cxnSp>
        <p:nvCxnSpPr>
          <p:cNvPr id="2" name="TopLineLeft">
            <a:extLst>
              <a:ext uri="{FF2B5EF4-FFF2-40B4-BE49-F238E27FC236}">
                <a16:creationId xmlns:a16="http://schemas.microsoft.com/office/drawing/2014/main" id="{025EC2A9-CC56-5285-A13C-DEA95B59FD42}"/>
              </a:ext>
            </a:extLst>
          </p:cNvPr>
          <p:cNvCxnSpPr/>
          <p:nvPr userDrawn="1"/>
        </p:nvCxnSpPr>
        <p:spPr>
          <a:xfrm>
            <a:off x="554736" y="1178852"/>
            <a:ext cx="11080117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ottomLineLeft">
            <a:extLst>
              <a:ext uri="{FF2B5EF4-FFF2-40B4-BE49-F238E27FC236}">
                <a16:creationId xmlns:a16="http://schemas.microsoft.com/office/drawing/2014/main" id="{417FEFE9-B4B4-D986-0740-F07587D7A62F}"/>
              </a:ext>
            </a:extLst>
          </p:cNvPr>
          <p:cNvCxnSpPr/>
          <p:nvPr userDrawn="1"/>
        </p:nvCxnSpPr>
        <p:spPr>
          <a:xfrm>
            <a:off x="554736" y="6453769"/>
            <a:ext cx="11080117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artnership">
            <a:extLst>
              <a:ext uri="{FF2B5EF4-FFF2-40B4-BE49-F238E27FC236}">
                <a16:creationId xmlns:a16="http://schemas.microsoft.com/office/drawing/2014/main" id="{5B679412-C01D-475C-80C6-930AD63EFE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81050D-8909-4780-95CC-08E3D3F1D38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51942" y="481160"/>
            <a:ext cx="2374202" cy="5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1.xml"/><Relationship Id="rId39" Type="http://schemas.openxmlformats.org/officeDocument/2006/relationships/tags" Target="../tags/tag134.xml"/><Relationship Id="rId21" Type="http://schemas.openxmlformats.org/officeDocument/2006/relationships/tags" Target="../tags/tag116.xml"/><Relationship Id="rId34" Type="http://schemas.openxmlformats.org/officeDocument/2006/relationships/tags" Target="../tags/tag129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5.xml"/><Relationship Id="rId29" Type="http://schemas.openxmlformats.org/officeDocument/2006/relationships/tags" Target="../tags/tag124.xml"/><Relationship Id="rId41" Type="http://schemas.openxmlformats.org/officeDocument/2006/relationships/image" Target="../media/image4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19.xml"/><Relationship Id="rId32" Type="http://schemas.openxmlformats.org/officeDocument/2006/relationships/tags" Target="../tags/tag127.xml"/><Relationship Id="rId37" Type="http://schemas.openxmlformats.org/officeDocument/2006/relationships/tags" Target="../tags/tag132.xml"/><Relationship Id="rId40" Type="http://schemas.openxmlformats.org/officeDocument/2006/relationships/oleObject" Target="../embeddings/oleObject12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18.xml"/><Relationship Id="rId28" Type="http://schemas.openxmlformats.org/officeDocument/2006/relationships/tags" Target="../tags/tag123.xml"/><Relationship Id="rId36" Type="http://schemas.openxmlformats.org/officeDocument/2006/relationships/tags" Target="../tags/tag131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4.xml"/><Relationship Id="rId31" Type="http://schemas.openxmlformats.org/officeDocument/2006/relationships/tags" Target="../tags/tag126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17.xml"/><Relationship Id="rId27" Type="http://schemas.openxmlformats.org/officeDocument/2006/relationships/tags" Target="../tags/tag122.xml"/><Relationship Id="rId30" Type="http://schemas.openxmlformats.org/officeDocument/2006/relationships/tags" Target="../tags/tag125.xml"/><Relationship Id="rId35" Type="http://schemas.openxmlformats.org/officeDocument/2006/relationships/tags" Target="../tags/tag130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0.xml"/><Relationship Id="rId33" Type="http://schemas.openxmlformats.org/officeDocument/2006/relationships/tags" Target="../tags/tag128.xml"/><Relationship Id="rId38" Type="http://schemas.openxmlformats.org/officeDocument/2006/relationships/tags" Target="../tags/tag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658031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4" name="TopLine">
            <a:extLst>
              <a:ext uri="{FF2B5EF4-FFF2-40B4-BE49-F238E27FC236}">
                <a16:creationId xmlns:a16="http://schemas.microsoft.com/office/drawing/2014/main" id="{96467558-0748-A1C3-DCA9-50249A1BD651}"/>
              </a:ext>
            </a:extLst>
          </p:cNvPr>
          <p:cNvCxnSpPr/>
          <p:nvPr userDrawn="1"/>
        </p:nvCxnSpPr>
        <p:spPr>
          <a:xfrm>
            <a:off x="554736" y="1178852"/>
            <a:ext cx="11080117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">
            <a:extLst>
              <a:ext uri="{FF2B5EF4-FFF2-40B4-BE49-F238E27FC236}">
                <a16:creationId xmlns:a16="http://schemas.microsoft.com/office/drawing/2014/main" id="{E548CCCF-7ADE-AB9D-565D-A684154F6F6D}"/>
              </a:ext>
            </a:extLst>
          </p:cNvPr>
          <p:cNvCxnSpPr/>
          <p:nvPr userDrawn="1"/>
        </p:nvCxnSpPr>
        <p:spPr>
          <a:xfrm>
            <a:off x="554736" y="6453769"/>
            <a:ext cx="11080117" cy="0"/>
          </a:xfrm>
          <a:prstGeom prst="line">
            <a:avLst/>
          </a:prstGeom>
          <a:ln w="6350" cap="flat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4175072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3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4" name="TopLine">
            <a:extLst>
              <a:ext uri="{FF2B5EF4-FFF2-40B4-BE49-F238E27FC236}">
                <a16:creationId xmlns:a16="http://schemas.microsoft.com/office/drawing/2014/main" id="{FFC56802-C1A8-C027-239F-E0B3E8311F21}"/>
              </a:ext>
            </a:extLst>
          </p:cNvPr>
          <p:cNvCxnSpPr/>
          <p:nvPr userDrawn="1"/>
        </p:nvCxnSpPr>
        <p:spPr>
          <a:xfrm>
            <a:off x="554736" y="1178852"/>
            <a:ext cx="11080117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BottomLine">
            <a:extLst>
              <a:ext uri="{FF2B5EF4-FFF2-40B4-BE49-F238E27FC236}">
                <a16:creationId xmlns:a16="http://schemas.microsoft.com/office/drawing/2014/main" id="{782ABF45-80BC-3976-BCBA-1A188D86608C}"/>
              </a:ext>
            </a:extLst>
          </p:cNvPr>
          <p:cNvCxnSpPr/>
          <p:nvPr userDrawn="1"/>
        </p:nvCxnSpPr>
        <p:spPr>
          <a:xfrm>
            <a:off x="554736" y="6453769"/>
            <a:ext cx="11080117" cy="0"/>
          </a:xfrm>
          <a:prstGeom prst="line">
            <a:avLst/>
          </a:prstGeom>
          <a:ln w="6350" cap="flat">
            <a:solidFill>
              <a:srgbClr val="FFFFF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0F0383FC-2E5E-2738-E18D-082122AF8D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2926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90B55554-A569-96CD-A4B8-50A41333446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>
            <a:noAutofit/>
          </a:bodyPr>
          <a:lstStyle/>
          <a:p>
            <a:r>
              <a:rPr lang="sv-SE" dirty="0"/>
              <a:t>IDP – Executive Interview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6C10F-75FB-9923-CE8F-47043E4027EA}"/>
              </a:ext>
            </a:extLst>
          </p:cNvPr>
          <p:cNvSpPr txBox="1">
            <a:spLocks/>
          </p:cNvSpPr>
          <p:nvPr/>
        </p:nvSpPr>
        <p:spPr>
          <a:xfrm>
            <a:off x="554736" y="1843952"/>
            <a:ext cx="11082528" cy="434990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How has your department performed over the past 2-3 years?  What has driven that?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What have been the most significant changes you’ve tried to make in that time?  Which have been successful/unsuccessful and why?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Where do you see the biggest opportunities for value capture in your department?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What has held your team back from capturing these opportunities to date?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Who are the key people we should talk to about these opportunities?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Where do you see the biggest opportunities for value capture in the rest of the business?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What is holding the business back from capturing those?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What will be the biggest challenge in this Transformation?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What factors will make this Transformation successful?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What can you tell me that no one else will?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800" dirty="0">
                <a:cs typeface="+mn-cs"/>
              </a:rPr>
              <a:t>Where are you an outlier in terms of what's going on here and what should be done differently?</a:t>
            </a:r>
            <a:endParaRPr lang="en-AU" sz="18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0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0F0383FC-2E5E-2738-E18D-082122AF8D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49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0383FC-2E5E-2738-E18D-082122AF8D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CustomTitleImage">
            <a:extLst>
              <a:ext uri="{FF2B5EF4-FFF2-40B4-BE49-F238E27FC236}">
                <a16:creationId xmlns:a16="http://schemas.microsoft.com/office/drawing/2014/main" id="{5F83DDCD-A9A6-D735-B3F5-89694F35463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6551" y="2209800"/>
            <a:ext cx="4635449" cy="4245244"/>
          </a:xfrm>
          <a:prstGeom prst="rect">
            <a:avLst/>
          </a:prstGeom>
        </p:spPr>
      </p:pic>
      <p:sp>
        <p:nvSpPr>
          <p:cNvPr id="2" name="2. Slide Title">
            <a:extLst>
              <a:ext uri="{FF2B5EF4-FFF2-40B4-BE49-F238E27FC236}">
                <a16:creationId xmlns:a16="http://schemas.microsoft.com/office/drawing/2014/main" id="{90B55554-A569-96CD-A4B8-50A41333446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>
            <a:noAutofit/>
          </a:bodyPr>
          <a:lstStyle/>
          <a:p>
            <a:r>
              <a:rPr lang="sv-SE" dirty="0"/>
              <a:t>IDP – Executive Interview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6C10F-75FB-9923-CE8F-47043E4027EA}"/>
              </a:ext>
            </a:extLst>
          </p:cNvPr>
          <p:cNvSpPr txBox="1">
            <a:spLocks/>
          </p:cNvSpPr>
          <p:nvPr/>
        </p:nvSpPr>
        <p:spPr>
          <a:xfrm>
            <a:off x="554736" y="1905616"/>
            <a:ext cx="6861203" cy="425757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How has your department performed over the past 2-3 years?  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What has driven that?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What have been the most significant changes you’ve tried to make in that time?  Which have been successful/unsuccessful and why?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Where do you see the biggest opportunities for value capture in your department?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What has held your team back from capturing these opportunities to date?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Who are the key people we should talk to about these opportunities?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Where do you see the biggest opportunities for value capture in the rest of 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the business?</a:t>
            </a:r>
          </a:p>
          <a:p>
            <a:pPr lvl="2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What is holding the business back from capturing those?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What will be the biggest challenge in this Transformation?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What factors will make this Transformation successful?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What can you tell me that no one else will?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cs typeface="+mn-cs"/>
              </a:rPr>
              <a:t>Where are you an outlier in terms of what's going on here and what should be </a:t>
            </a:r>
            <a:br>
              <a:rPr lang="en-US" sz="1400" dirty="0">
                <a:cs typeface="+mn-cs"/>
              </a:rPr>
            </a:br>
            <a:r>
              <a:rPr lang="en-US" sz="1400" dirty="0">
                <a:cs typeface="+mn-cs"/>
              </a:rPr>
              <a:t>done differently?</a:t>
            </a:r>
            <a:endParaRPr lang="en-AU" sz="14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9442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EMPLATELASTEDITED" val="2023-06-27 02:36 PM"/>
  <p:tag name="THINKCELLPRESENTATIONDONOTDELETE" val="&lt;?xml version=&quot;1.0&quot; encoding=&quot;UTF-16&quot; standalone=&quot;yes&quot;?&gt;&lt;root reqver=&quot;27037&quot;&gt;&lt;version val=&quot;330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ICONLINEFILL" val="Color [A=255, R=255, G=255, B=255]"/>
  <p:tag name="ICONLINEFILLTHEME" val="Text 2"/>
  <p:tag name="ICONFILLBACKGROUND" val="Color [A=255, R=6, G=31, B=121]"/>
  <p:tag name="ICONFILLBACKGROUNDTHEME" val="Accent 1"/>
  <p:tag name="ICONENCLOSURE" val="Tru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700">
      <a:srgbClr val="B82525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1D105B9C-BDF9-45B9-90FA-113B7713DD03}" vid="{2E85953B-6F95-475D-964A-596E5264B845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1D105B9C-BDF9-45B9-90FA-113B7713DD03}" vid="{9E7FA428-ED7E-4F0A-B4BF-70EA0ED37692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323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Georgia</vt:lpstr>
      <vt:lpstr>Segoe UI</vt:lpstr>
      <vt:lpstr>Wingdings</vt:lpstr>
      <vt:lpstr>White</vt:lpstr>
      <vt:lpstr>Contrast</vt:lpstr>
      <vt:lpstr>think-cell Slide</vt:lpstr>
      <vt:lpstr>IDP – Executive Interview Guide</vt:lpstr>
      <vt:lpstr>IDP – Executive Interview Guide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cp:lastPrinted>2018-10-30T20:37:12Z</cp:lastPrinted>
  <dcterms:created xsi:type="dcterms:W3CDTF">2023-09-20T11:26:12Z</dcterms:created>
  <dcterms:modified xsi:type="dcterms:W3CDTF">2024-01-16T20:54:33Z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Version">
    <vt:lpwstr>4</vt:lpwstr>
  </property>
  <property fmtid="{D5CDD505-2E9C-101B-9397-08002B2CF9AE}" pid="3" name="TemplateCreated">
    <vt:lpwstr>2019-02-27 01:18 PM</vt:lpwstr>
  </property>
</Properties>
</file>